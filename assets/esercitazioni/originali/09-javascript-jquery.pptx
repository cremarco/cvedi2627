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Lst>
  <p:sldSz cy="5143500" cx="9144000"/>
  <p:notesSz cx="6858000" cy="9144000"/>
  <p:embeddedFontLst>
    <p:embeddedFont>
      <p:font typeface="Montserrat"/>
      <p:regular r:id="rId43"/>
      <p:bold r:id="rId44"/>
      <p:italic r:id="rId45"/>
      <p:boldItalic r:id="rId46"/>
    </p:embeddedFont>
    <p:embeddedFont>
      <p:font typeface="Fira Code"/>
      <p:regular r:id="rId47"/>
      <p:bold r:id="rId48"/>
    </p:embeddedFont>
    <p:embeddedFont>
      <p:font typeface="Karla"/>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font" Target="fonts/Montserrat-bold.fntdata"/><Relationship Id="rId43" Type="http://schemas.openxmlformats.org/officeDocument/2006/relationships/font" Target="fonts/Montserrat-regular.fntdata"/><Relationship Id="rId46" Type="http://schemas.openxmlformats.org/officeDocument/2006/relationships/font" Target="fonts/Montserrat-boldItalic.fntdata"/><Relationship Id="rId45"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FiraCode-bold.fntdata"/><Relationship Id="rId47" Type="http://schemas.openxmlformats.org/officeDocument/2006/relationships/font" Target="fonts/FiraCode-regular.fntdata"/><Relationship Id="rId49" Type="http://schemas.openxmlformats.org/officeDocument/2006/relationships/font" Target="fonts/Karla-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Karla-italic.fntdata"/><Relationship Id="rId50" Type="http://schemas.openxmlformats.org/officeDocument/2006/relationships/font" Target="fonts/Karla-bold.fntdata"/><Relationship Id="rId52" Type="http://schemas.openxmlformats.org/officeDocument/2006/relationships/font" Target="fonts/Karla-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621cb6a7f4_0_10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621cb6a7f4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9b23d5e084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9b23d5e084_0_8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9b23d5e084_0_69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9b23d5e084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9b23d5e084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9b23d5e084_0_9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a0b0a1471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a0b0a14713_0_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a0b0a1471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a0b0a14713_0_2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a0b0a1471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a0b0a14713_0_3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a0b0a1471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a0b0a14713_0_5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a0b0a14713_0_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a0b0a14713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a0b0a14713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a0b0a14713_0_6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a0b0a14713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a0b0a14713_0_7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a0b0a14713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a0b0a14713_0_9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a0b0a14713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a0b0a14713_0_10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a0b0a14713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a0b0a14713_0_11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a0b0a14713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a0b0a14713_0_13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a0b0a14713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a0b0a14713_0_15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a0b0a14713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a0b0a14713_0_17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a0b0a14713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a0b0a14713_0_18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a0b0a14713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a0b0a14713_0_19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a0b0a14713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a0b0a14713_0_21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a0b0a14713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a0b0a14713_0_37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a0b0a14713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a0b0a14713_0_22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a0b0a14713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a0b0a14713_0_24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1a0b0a14713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1a0b0a14713_0_25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a0b0a14713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a0b0a14713_0_26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a0b0a14713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a0b0a14713_0_27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a0b0a14713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a0b0a14713_0_28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a0b0a14713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a0b0a14713_0_29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a0b0a14713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a0b0a14713_0_30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a0b0a14713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a0b0a14713_0_31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a0b0a14713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a0b0a14713_0_32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a0b0a14713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a0b0a14713_0_33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a0b0a14713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a0b0a14713_0_34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a0b0a14713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a0b0a14713_0_35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a0b0a14713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a0b0a14713_0_36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6e9097d0cf_0_2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6e9097d0cf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a2c57a98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a2c57a98ab_0_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9caecedcd2_0_2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9caecedcd2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sp>
        <p:nvSpPr>
          <p:cNvPr id="10" name="Google Shape;10;p2"/>
          <p:cNvSpPr/>
          <p:nvPr/>
        </p:nvSpPr>
        <p:spPr>
          <a:xfrm>
            <a:off x="21892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000000">
              <a:alpha val="7310"/>
            </a:srgbClr>
          </a:solidFill>
          <a:ln>
            <a:noFill/>
          </a:ln>
        </p:spPr>
      </p:sp>
      <p:sp>
        <p:nvSpPr>
          <p:cNvPr id="11" name="Google Shape;11;p2"/>
          <p:cNvSpPr/>
          <p:nvPr/>
        </p:nvSpPr>
        <p:spPr>
          <a:xfrm>
            <a:off x="-967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FFFFFF"/>
          </a:solidFill>
          <a:ln>
            <a:noFill/>
          </a:ln>
        </p:spPr>
      </p:sp>
      <p:sp>
        <p:nvSpPr>
          <p:cNvPr id="12" name="Google Shape;12;p2"/>
          <p:cNvSpPr txBox="1"/>
          <p:nvPr>
            <p:ph type="ctrTitle"/>
          </p:nvPr>
        </p:nvSpPr>
        <p:spPr>
          <a:xfrm>
            <a:off x="648300" y="3175950"/>
            <a:ext cx="3530700" cy="11820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3" name="Shape 13"/>
        <p:cNvGrpSpPr/>
        <p:nvPr/>
      </p:nvGrpSpPr>
      <p:grpSpPr>
        <a:xfrm>
          <a:off x="0" y="0"/>
          <a:ext cx="0" cy="0"/>
          <a:chOff x="0" y="0"/>
          <a:chExt cx="0" cy="0"/>
        </a:xfrm>
      </p:grpSpPr>
      <p:sp>
        <p:nvSpPr>
          <p:cNvPr id="14" name="Google Shape;14;p3"/>
          <p:cNvSpPr/>
          <p:nvPr/>
        </p:nvSpPr>
        <p:spPr>
          <a:xfrm>
            <a:off x="21892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000000">
              <a:alpha val="7310"/>
            </a:srgbClr>
          </a:solidFill>
          <a:ln>
            <a:noFill/>
          </a:ln>
        </p:spPr>
      </p:sp>
      <p:sp>
        <p:nvSpPr>
          <p:cNvPr id="15" name="Google Shape;15;p3"/>
          <p:cNvSpPr/>
          <p:nvPr/>
        </p:nvSpPr>
        <p:spPr>
          <a:xfrm>
            <a:off x="-967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FFFFFF"/>
          </a:solidFill>
          <a:ln>
            <a:noFill/>
          </a:ln>
        </p:spPr>
      </p:sp>
      <p:sp>
        <p:nvSpPr>
          <p:cNvPr id="16" name="Google Shape;16;p3"/>
          <p:cNvSpPr txBox="1"/>
          <p:nvPr>
            <p:ph type="ctrTitle"/>
          </p:nvPr>
        </p:nvSpPr>
        <p:spPr>
          <a:xfrm>
            <a:off x="648300" y="1354750"/>
            <a:ext cx="3522300" cy="2989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17" name="Google Shape;17;p3"/>
          <p:cNvSpPr txBox="1"/>
          <p:nvPr>
            <p:ph idx="1" type="subTitle"/>
          </p:nvPr>
        </p:nvSpPr>
        <p:spPr>
          <a:xfrm>
            <a:off x="6724950" y="3265700"/>
            <a:ext cx="1906200" cy="10317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1"/>
              </a:buClr>
              <a:buSzPts val="1800"/>
              <a:buNone/>
              <a:defRPr sz="1800">
                <a:solidFill>
                  <a:schemeClr val="lt1"/>
                </a:solidFill>
              </a:defRPr>
            </a:lvl1pPr>
            <a:lvl2pPr lvl="1" rtl="0" algn="r">
              <a:spcBef>
                <a:spcPts val="0"/>
              </a:spcBef>
              <a:spcAft>
                <a:spcPts val="0"/>
              </a:spcAft>
              <a:buClr>
                <a:schemeClr val="lt1"/>
              </a:buClr>
              <a:buSzPts val="1800"/>
              <a:buNone/>
              <a:defRPr sz="1800">
                <a:solidFill>
                  <a:schemeClr val="lt1"/>
                </a:solidFill>
              </a:defRPr>
            </a:lvl2pPr>
            <a:lvl3pPr lvl="2" rtl="0" algn="r">
              <a:spcBef>
                <a:spcPts val="0"/>
              </a:spcBef>
              <a:spcAft>
                <a:spcPts val="0"/>
              </a:spcAft>
              <a:buClr>
                <a:schemeClr val="lt1"/>
              </a:buClr>
              <a:buSzPts val="1800"/>
              <a:buNone/>
              <a:defRPr sz="1800">
                <a:solidFill>
                  <a:schemeClr val="lt1"/>
                </a:solidFill>
              </a:defRPr>
            </a:lvl3pPr>
            <a:lvl4pPr lvl="3" rtl="0" algn="r">
              <a:spcBef>
                <a:spcPts val="0"/>
              </a:spcBef>
              <a:spcAft>
                <a:spcPts val="0"/>
              </a:spcAft>
              <a:buClr>
                <a:schemeClr val="lt1"/>
              </a:buClr>
              <a:buSzPts val="1800"/>
              <a:buNone/>
              <a:defRPr sz="1800">
                <a:solidFill>
                  <a:schemeClr val="lt1"/>
                </a:solidFill>
              </a:defRPr>
            </a:lvl4pPr>
            <a:lvl5pPr lvl="4" rtl="0" algn="r">
              <a:spcBef>
                <a:spcPts val="0"/>
              </a:spcBef>
              <a:spcAft>
                <a:spcPts val="0"/>
              </a:spcAft>
              <a:buClr>
                <a:schemeClr val="lt1"/>
              </a:buClr>
              <a:buSzPts val="1800"/>
              <a:buNone/>
              <a:defRPr sz="1800">
                <a:solidFill>
                  <a:schemeClr val="lt1"/>
                </a:solidFill>
              </a:defRPr>
            </a:lvl5pPr>
            <a:lvl6pPr lvl="5" rtl="0" algn="r">
              <a:spcBef>
                <a:spcPts val="0"/>
              </a:spcBef>
              <a:spcAft>
                <a:spcPts val="0"/>
              </a:spcAft>
              <a:buClr>
                <a:schemeClr val="lt1"/>
              </a:buClr>
              <a:buSzPts val="1800"/>
              <a:buNone/>
              <a:defRPr sz="1800">
                <a:solidFill>
                  <a:schemeClr val="lt1"/>
                </a:solidFill>
              </a:defRPr>
            </a:lvl6pPr>
            <a:lvl7pPr lvl="6" rtl="0" algn="r">
              <a:spcBef>
                <a:spcPts val="0"/>
              </a:spcBef>
              <a:spcAft>
                <a:spcPts val="0"/>
              </a:spcAft>
              <a:buClr>
                <a:schemeClr val="lt1"/>
              </a:buClr>
              <a:buSzPts val="1800"/>
              <a:buNone/>
              <a:defRPr sz="1800">
                <a:solidFill>
                  <a:schemeClr val="lt1"/>
                </a:solidFill>
              </a:defRPr>
            </a:lvl7pPr>
            <a:lvl8pPr lvl="7" rtl="0" algn="r">
              <a:spcBef>
                <a:spcPts val="0"/>
              </a:spcBef>
              <a:spcAft>
                <a:spcPts val="0"/>
              </a:spcAft>
              <a:buClr>
                <a:schemeClr val="lt1"/>
              </a:buClr>
              <a:buSzPts val="1800"/>
              <a:buNone/>
              <a:defRPr sz="1800">
                <a:solidFill>
                  <a:schemeClr val="lt1"/>
                </a:solidFill>
              </a:defRPr>
            </a:lvl8pPr>
            <a:lvl9pPr lvl="8" rtl="0" algn="r">
              <a:spcBef>
                <a:spcPts val="0"/>
              </a:spcBef>
              <a:spcAft>
                <a:spcPts val="0"/>
              </a:spcAft>
              <a:buClr>
                <a:schemeClr val="lt1"/>
              </a:buClr>
              <a:buSzPts val="1800"/>
              <a:buNone/>
              <a:defRPr sz="1800">
                <a:solidFill>
                  <a:schemeClr val="lt1"/>
                </a:solidFill>
              </a:defRPr>
            </a:lvl9pPr>
          </a:lstStyle>
          <a:p/>
        </p:txBody>
      </p:sp>
      <p:sp>
        <p:nvSpPr>
          <p:cNvPr id="18" name="Google Shape;18;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 image">
  <p:cSld name="TITLE_1_2">
    <p:spTree>
      <p:nvGrpSpPr>
        <p:cNvPr id="19" name="Shape 19"/>
        <p:cNvGrpSpPr/>
        <p:nvPr/>
      </p:nvGrpSpPr>
      <p:grpSpPr>
        <a:xfrm>
          <a:off x="0" y="0"/>
          <a:ext cx="0" cy="0"/>
          <a:chOff x="0" y="0"/>
          <a:chExt cx="0" cy="0"/>
        </a:xfrm>
      </p:grpSpPr>
      <p:sp>
        <p:nvSpPr>
          <p:cNvPr id="20" name="Google Shape;20;p4"/>
          <p:cNvSpPr/>
          <p:nvPr/>
        </p:nvSpPr>
        <p:spPr>
          <a:xfrm>
            <a:off x="21892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000000">
              <a:alpha val="7310"/>
            </a:srgbClr>
          </a:solidFill>
          <a:ln>
            <a:noFill/>
          </a:ln>
        </p:spPr>
      </p:sp>
      <p:sp>
        <p:nvSpPr>
          <p:cNvPr id="21" name="Google Shape;21;p4"/>
          <p:cNvSpPr/>
          <p:nvPr/>
        </p:nvSpPr>
        <p:spPr>
          <a:xfrm>
            <a:off x="-967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FFFFFF"/>
          </a:solidFill>
          <a:ln>
            <a:noFill/>
          </a:ln>
        </p:spPr>
      </p:sp>
      <p:sp>
        <p:nvSpPr>
          <p:cNvPr id="22" name="Google Shape;22;p4"/>
          <p:cNvSpPr txBox="1"/>
          <p:nvPr>
            <p:ph type="title"/>
          </p:nvPr>
        </p:nvSpPr>
        <p:spPr>
          <a:xfrm>
            <a:off x="838309" y="1807900"/>
            <a:ext cx="3148200" cy="48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23" name="Google Shape;23;p4"/>
          <p:cNvSpPr txBox="1"/>
          <p:nvPr>
            <p:ph idx="1" type="body"/>
          </p:nvPr>
        </p:nvSpPr>
        <p:spPr>
          <a:xfrm>
            <a:off x="838250" y="2419350"/>
            <a:ext cx="3148200" cy="22557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
        <p:nvSpPr>
          <p:cNvPr id="24" name="Google Shape;24;p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ig image">
  <p:cSld name="TITLE_1_2_1">
    <p:spTree>
      <p:nvGrpSpPr>
        <p:cNvPr id="25" name="Shape 25"/>
        <p:cNvGrpSpPr/>
        <p:nvPr/>
      </p:nvGrpSpPr>
      <p:grpSpPr>
        <a:xfrm>
          <a:off x="0" y="0"/>
          <a:ext cx="0" cy="0"/>
          <a:chOff x="0" y="0"/>
          <a:chExt cx="0" cy="0"/>
        </a:xfrm>
      </p:grpSpPr>
      <p:sp>
        <p:nvSpPr>
          <p:cNvPr id="26" name="Google Shape;26;p5"/>
          <p:cNvSpPr/>
          <p:nvPr/>
        </p:nvSpPr>
        <p:spPr>
          <a:xfrm>
            <a:off x="209250" y="-9675"/>
            <a:ext cx="3076750" cy="5167075"/>
          </a:xfrm>
          <a:custGeom>
            <a:rect b="b" l="l" r="r" t="t"/>
            <a:pathLst>
              <a:path extrusionOk="0" h="206683" w="123070">
                <a:moveTo>
                  <a:pt x="0" y="0"/>
                </a:moveTo>
                <a:lnTo>
                  <a:pt x="0" y="206683"/>
                </a:lnTo>
                <a:lnTo>
                  <a:pt x="123070" y="206545"/>
                </a:lnTo>
                <a:lnTo>
                  <a:pt x="67807" y="301"/>
                </a:lnTo>
                <a:close/>
              </a:path>
            </a:pathLst>
          </a:custGeom>
          <a:solidFill>
            <a:srgbClr val="000000">
              <a:alpha val="7310"/>
            </a:srgbClr>
          </a:solidFill>
          <a:ln>
            <a:noFill/>
          </a:ln>
        </p:spPr>
      </p:sp>
      <p:sp>
        <p:nvSpPr>
          <p:cNvPr id="27" name="Google Shape;27;p5"/>
          <p:cNvSpPr/>
          <p:nvPr/>
        </p:nvSpPr>
        <p:spPr>
          <a:xfrm>
            <a:off x="-19350" y="-9675"/>
            <a:ext cx="3076750" cy="5167075"/>
          </a:xfrm>
          <a:custGeom>
            <a:rect b="b" l="l" r="r" t="t"/>
            <a:pathLst>
              <a:path extrusionOk="0" h="206683" w="123070">
                <a:moveTo>
                  <a:pt x="0" y="0"/>
                </a:moveTo>
                <a:lnTo>
                  <a:pt x="0" y="206683"/>
                </a:lnTo>
                <a:lnTo>
                  <a:pt x="123070" y="206545"/>
                </a:lnTo>
                <a:lnTo>
                  <a:pt x="67807" y="301"/>
                </a:lnTo>
                <a:close/>
              </a:path>
            </a:pathLst>
          </a:custGeom>
          <a:solidFill>
            <a:srgbClr val="FFFFFF"/>
          </a:solidFill>
          <a:ln>
            <a:noFill/>
          </a:ln>
        </p:spPr>
      </p:sp>
      <p:sp>
        <p:nvSpPr>
          <p:cNvPr id="28" name="Google Shape;28;p5"/>
          <p:cNvSpPr txBox="1"/>
          <p:nvPr>
            <p:ph type="title"/>
          </p:nvPr>
        </p:nvSpPr>
        <p:spPr>
          <a:xfrm>
            <a:off x="609704" y="4116875"/>
            <a:ext cx="1609800" cy="48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29" name="Google Shape;29;p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30" name="Shape 30"/>
        <p:cNvGrpSpPr/>
        <p:nvPr/>
      </p:nvGrpSpPr>
      <p:grpSpPr>
        <a:xfrm>
          <a:off x="0" y="0"/>
          <a:ext cx="0" cy="0"/>
          <a:chOff x="0" y="0"/>
          <a:chExt cx="0" cy="0"/>
        </a:xfrm>
      </p:grpSpPr>
      <p:sp>
        <p:nvSpPr>
          <p:cNvPr id="31" name="Google Shape;31;p6"/>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32" name="Google Shape;32;p6"/>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33" name="Google Shape;33;p6"/>
          <p:cNvSpPr txBox="1"/>
          <p:nvPr/>
        </p:nvSpPr>
        <p:spPr>
          <a:xfrm>
            <a:off x="799645" y="697675"/>
            <a:ext cx="1957200" cy="65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0">
                <a:solidFill>
                  <a:srgbClr val="CCCCCC"/>
                </a:solidFill>
                <a:latin typeface="Montserrat"/>
                <a:ea typeface="Montserrat"/>
                <a:cs typeface="Montserrat"/>
                <a:sym typeface="Montserrat"/>
              </a:rPr>
              <a:t>“</a:t>
            </a:r>
            <a:endParaRPr sz="12000">
              <a:solidFill>
                <a:srgbClr val="CCCCCC"/>
              </a:solidFill>
              <a:latin typeface="Montserrat"/>
              <a:ea typeface="Montserrat"/>
              <a:cs typeface="Montserrat"/>
              <a:sym typeface="Montserrat"/>
            </a:endParaRPr>
          </a:p>
        </p:txBody>
      </p:sp>
      <p:sp>
        <p:nvSpPr>
          <p:cNvPr id="34" name="Google Shape;34;p6"/>
          <p:cNvSpPr txBox="1"/>
          <p:nvPr>
            <p:ph idx="1" type="body"/>
          </p:nvPr>
        </p:nvSpPr>
        <p:spPr>
          <a:xfrm>
            <a:off x="838250" y="1657350"/>
            <a:ext cx="5324100" cy="2255700"/>
          </a:xfrm>
          <a:prstGeom prst="rect">
            <a:avLst/>
          </a:prstGeom>
        </p:spPr>
        <p:txBody>
          <a:bodyPr anchorCtr="0" anchor="t" bIns="91425" lIns="91425" spcFirstLastPara="1" rIns="91425" wrap="square" tIns="91425">
            <a:noAutofit/>
          </a:bodyPr>
          <a:lstStyle>
            <a:lvl1pPr indent="-381000" lvl="0" marL="457200" rtl="0">
              <a:spcBef>
                <a:spcPts val="600"/>
              </a:spcBef>
              <a:spcAft>
                <a:spcPts val="0"/>
              </a:spcAft>
              <a:buSzPts val="2400"/>
              <a:buFont typeface="Montserrat"/>
              <a:buChar char="▸"/>
              <a:defRPr sz="2400">
                <a:latin typeface="Montserrat"/>
                <a:ea typeface="Montserrat"/>
                <a:cs typeface="Montserrat"/>
                <a:sym typeface="Montserrat"/>
              </a:defRPr>
            </a:lvl1pPr>
            <a:lvl2pPr indent="-381000" lvl="1" marL="914400" rtl="0">
              <a:spcBef>
                <a:spcPts val="0"/>
              </a:spcBef>
              <a:spcAft>
                <a:spcPts val="0"/>
              </a:spcAft>
              <a:buSzPts val="2400"/>
              <a:buFont typeface="Montserrat"/>
              <a:buChar char="▹"/>
              <a:defRPr sz="2400">
                <a:latin typeface="Montserrat"/>
                <a:ea typeface="Montserrat"/>
                <a:cs typeface="Montserrat"/>
                <a:sym typeface="Montserrat"/>
              </a:defRPr>
            </a:lvl2pPr>
            <a:lvl3pPr indent="-381000" lvl="2" marL="1371600" rtl="0">
              <a:spcBef>
                <a:spcPts val="0"/>
              </a:spcBef>
              <a:spcAft>
                <a:spcPts val="0"/>
              </a:spcAft>
              <a:buSzPts val="2400"/>
              <a:buFont typeface="Montserrat"/>
              <a:buChar char="▹"/>
              <a:defRPr sz="2400">
                <a:latin typeface="Montserrat"/>
                <a:ea typeface="Montserrat"/>
                <a:cs typeface="Montserrat"/>
                <a:sym typeface="Montserrat"/>
              </a:defRPr>
            </a:lvl3pPr>
            <a:lvl4pPr indent="-381000" lvl="3" marL="1828800" rtl="0">
              <a:spcBef>
                <a:spcPts val="0"/>
              </a:spcBef>
              <a:spcAft>
                <a:spcPts val="0"/>
              </a:spcAft>
              <a:buSzPts val="2400"/>
              <a:buFont typeface="Montserrat"/>
              <a:buChar char="●"/>
              <a:defRPr sz="2400">
                <a:latin typeface="Montserrat"/>
                <a:ea typeface="Montserrat"/>
                <a:cs typeface="Montserrat"/>
                <a:sym typeface="Montserrat"/>
              </a:defRPr>
            </a:lvl4pPr>
            <a:lvl5pPr indent="-381000" lvl="4" marL="2286000" rtl="0">
              <a:spcBef>
                <a:spcPts val="0"/>
              </a:spcBef>
              <a:spcAft>
                <a:spcPts val="0"/>
              </a:spcAft>
              <a:buSzPts val="2400"/>
              <a:buFont typeface="Montserrat"/>
              <a:buChar char="○"/>
              <a:defRPr sz="2400">
                <a:latin typeface="Montserrat"/>
                <a:ea typeface="Montserrat"/>
                <a:cs typeface="Montserrat"/>
                <a:sym typeface="Montserrat"/>
              </a:defRPr>
            </a:lvl5pPr>
            <a:lvl6pPr indent="-381000" lvl="5" marL="2743200" rtl="0">
              <a:spcBef>
                <a:spcPts val="0"/>
              </a:spcBef>
              <a:spcAft>
                <a:spcPts val="0"/>
              </a:spcAft>
              <a:buSzPts val="2400"/>
              <a:buFont typeface="Montserrat"/>
              <a:buChar char="■"/>
              <a:defRPr sz="2400">
                <a:latin typeface="Montserrat"/>
                <a:ea typeface="Montserrat"/>
                <a:cs typeface="Montserrat"/>
                <a:sym typeface="Montserrat"/>
              </a:defRPr>
            </a:lvl6pPr>
            <a:lvl7pPr indent="-381000" lvl="6" marL="3200400" rtl="0">
              <a:spcBef>
                <a:spcPts val="0"/>
              </a:spcBef>
              <a:spcAft>
                <a:spcPts val="0"/>
              </a:spcAft>
              <a:buSzPts val="2400"/>
              <a:buFont typeface="Montserrat"/>
              <a:buChar char="●"/>
              <a:defRPr sz="2400">
                <a:latin typeface="Montserrat"/>
                <a:ea typeface="Montserrat"/>
                <a:cs typeface="Montserrat"/>
                <a:sym typeface="Montserrat"/>
              </a:defRPr>
            </a:lvl7pPr>
            <a:lvl8pPr indent="-381000" lvl="7" marL="3657600" rtl="0">
              <a:spcBef>
                <a:spcPts val="0"/>
              </a:spcBef>
              <a:spcAft>
                <a:spcPts val="0"/>
              </a:spcAft>
              <a:buSzPts val="2400"/>
              <a:buFont typeface="Montserrat"/>
              <a:buChar char="○"/>
              <a:defRPr sz="2400">
                <a:latin typeface="Montserrat"/>
                <a:ea typeface="Montserrat"/>
                <a:cs typeface="Montserrat"/>
                <a:sym typeface="Montserrat"/>
              </a:defRPr>
            </a:lvl8pPr>
            <a:lvl9pPr indent="-381000" lvl="8" marL="4114800" rtl="0">
              <a:spcBef>
                <a:spcPts val="0"/>
              </a:spcBef>
              <a:spcAft>
                <a:spcPts val="0"/>
              </a:spcAft>
              <a:buSzPts val="2400"/>
              <a:buFont typeface="Montserrat"/>
              <a:buChar char="■"/>
              <a:defRPr sz="2400">
                <a:latin typeface="Montserrat"/>
                <a:ea typeface="Montserrat"/>
                <a:cs typeface="Montserrat"/>
                <a:sym typeface="Montserrat"/>
              </a:defRPr>
            </a:lvl9pPr>
          </a:lstStyle>
          <a:p/>
        </p:txBody>
      </p:sp>
      <p:sp>
        <p:nvSpPr>
          <p:cNvPr id="35" name="Google Shape;35;p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atin typeface="Montserrat"/>
                <a:ea typeface="Montserrat"/>
                <a:cs typeface="Montserrat"/>
                <a:sym typeface="Montserrat"/>
              </a:defRPr>
            </a:lvl1pPr>
            <a:lvl2pPr lvl="1">
              <a:buNone/>
              <a:defRPr>
                <a:latin typeface="Montserrat"/>
                <a:ea typeface="Montserrat"/>
                <a:cs typeface="Montserrat"/>
                <a:sym typeface="Montserrat"/>
              </a:defRPr>
            </a:lvl2pPr>
            <a:lvl3pPr lvl="2">
              <a:buNone/>
              <a:defRPr>
                <a:latin typeface="Montserrat"/>
                <a:ea typeface="Montserrat"/>
                <a:cs typeface="Montserrat"/>
                <a:sym typeface="Montserrat"/>
              </a:defRPr>
            </a:lvl3pPr>
            <a:lvl4pPr lvl="3">
              <a:buNone/>
              <a:defRPr>
                <a:latin typeface="Montserrat"/>
                <a:ea typeface="Montserrat"/>
                <a:cs typeface="Montserrat"/>
                <a:sym typeface="Montserrat"/>
              </a:defRPr>
            </a:lvl4pPr>
            <a:lvl5pPr lvl="4">
              <a:buNone/>
              <a:defRPr>
                <a:latin typeface="Montserrat"/>
                <a:ea typeface="Montserrat"/>
                <a:cs typeface="Montserrat"/>
                <a:sym typeface="Montserrat"/>
              </a:defRPr>
            </a:lvl5pPr>
            <a:lvl6pPr lvl="5">
              <a:buNone/>
              <a:defRPr>
                <a:latin typeface="Montserrat"/>
                <a:ea typeface="Montserrat"/>
                <a:cs typeface="Montserrat"/>
                <a:sym typeface="Montserrat"/>
              </a:defRPr>
            </a:lvl6pPr>
            <a:lvl7pPr lvl="6">
              <a:buNone/>
              <a:defRPr>
                <a:latin typeface="Montserrat"/>
                <a:ea typeface="Montserrat"/>
                <a:cs typeface="Montserrat"/>
                <a:sym typeface="Montserrat"/>
              </a:defRPr>
            </a:lvl7pPr>
            <a:lvl8pPr lvl="7">
              <a:buNone/>
              <a:defRPr>
                <a:latin typeface="Montserrat"/>
                <a:ea typeface="Montserrat"/>
                <a:cs typeface="Montserrat"/>
                <a:sym typeface="Montserrat"/>
              </a:defRPr>
            </a:lvl8pPr>
            <a:lvl9pPr lvl="8">
              <a:buNone/>
              <a:defRPr>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36" name="Shape 36"/>
        <p:cNvGrpSpPr/>
        <p:nvPr/>
      </p:nvGrpSpPr>
      <p:grpSpPr>
        <a:xfrm>
          <a:off x="0" y="0"/>
          <a:ext cx="0" cy="0"/>
          <a:chOff x="0" y="0"/>
          <a:chExt cx="0" cy="0"/>
        </a:xfrm>
      </p:grpSpPr>
      <p:sp>
        <p:nvSpPr>
          <p:cNvPr id="37" name="Google Shape;37;p7"/>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38" name="Google Shape;38;p7"/>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39" name="Google Shape;39;p7"/>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0" name="Google Shape;40;p7"/>
          <p:cNvSpPr txBox="1"/>
          <p:nvPr>
            <p:ph idx="1" type="body"/>
          </p:nvPr>
        </p:nvSpPr>
        <p:spPr>
          <a:xfrm>
            <a:off x="838250" y="1504950"/>
            <a:ext cx="5324100" cy="22557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a:lvl1pPr>
            <a:lvl2pPr indent="-355600" lvl="1" marL="914400">
              <a:spcBef>
                <a:spcPts val="0"/>
              </a:spcBef>
              <a:spcAft>
                <a:spcPts val="0"/>
              </a:spcAft>
              <a:buSzPts val="2000"/>
              <a:buChar char="▹"/>
              <a:defRPr/>
            </a:lvl2pPr>
            <a:lvl3pPr indent="-355600" lvl="2" marL="1371600">
              <a:spcBef>
                <a:spcPts val="0"/>
              </a:spcBef>
              <a:spcAft>
                <a:spcPts val="0"/>
              </a:spcAft>
              <a:buSzPts val="2000"/>
              <a:buChar char="▹"/>
              <a:defRPr/>
            </a:lvl3pPr>
            <a:lvl4pPr indent="-355600" lvl="3" marL="1828800">
              <a:spcBef>
                <a:spcPts val="0"/>
              </a:spcBef>
              <a:spcAft>
                <a:spcPts val="0"/>
              </a:spcAft>
              <a:buSzPts val="2000"/>
              <a:buChar char="●"/>
              <a:defRPr/>
            </a:lvl4pPr>
            <a:lvl5pPr indent="-355600" lvl="4" marL="2286000">
              <a:spcBef>
                <a:spcPts val="0"/>
              </a:spcBef>
              <a:spcAft>
                <a:spcPts val="0"/>
              </a:spcAft>
              <a:buSzPts val="2000"/>
              <a:buChar char="○"/>
              <a:defRPr/>
            </a:lvl5pPr>
            <a:lvl6pPr indent="-355600" lvl="5" marL="2743200">
              <a:spcBef>
                <a:spcPts val="0"/>
              </a:spcBef>
              <a:spcAft>
                <a:spcPts val="0"/>
              </a:spcAft>
              <a:buSzPts val="2000"/>
              <a:buChar char="■"/>
              <a:defRPr/>
            </a:lvl6pPr>
            <a:lvl7pPr indent="-355600" lvl="6" marL="3200400">
              <a:spcBef>
                <a:spcPts val="0"/>
              </a:spcBef>
              <a:spcAft>
                <a:spcPts val="0"/>
              </a:spcAft>
              <a:buSzPts val="2000"/>
              <a:buChar char="●"/>
              <a:defRPr/>
            </a:lvl7pPr>
            <a:lvl8pPr indent="-355600" lvl="7" marL="3657600">
              <a:spcBef>
                <a:spcPts val="0"/>
              </a:spcBef>
              <a:spcAft>
                <a:spcPts val="0"/>
              </a:spcAft>
              <a:buSzPts val="2000"/>
              <a:buChar char="○"/>
              <a:defRPr/>
            </a:lvl8pPr>
            <a:lvl9pPr indent="-355600" lvl="8" marL="4114800">
              <a:spcBef>
                <a:spcPts val="0"/>
              </a:spcBef>
              <a:spcAft>
                <a:spcPts val="0"/>
              </a:spcAft>
              <a:buSzPts val="2000"/>
              <a:buChar char="■"/>
              <a:defRPr/>
            </a:lvl9pPr>
          </a:lstStyle>
          <a:p/>
        </p:txBody>
      </p:sp>
      <p:sp>
        <p:nvSpPr>
          <p:cNvPr id="41" name="Google Shape;41;p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42" name="Shape 42"/>
        <p:cNvGrpSpPr/>
        <p:nvPr/>
      </p:nvGrpSpPr>
      <p:grpSpPr>
        <a:xfrm>
          <a:off x="0" y="0"/>
          <a:ext cx="0" cy="0"/>
          <a:chOff x="0" y="0"/>
          <a:chExt cx="0" cy="0"/>
        </a:xfrm>
      </p:grpSpPr>
      <p:sp>
        <p:nvSpPr>
          <p:cNvPr id="43" name="Google Shape;43;p8"/>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44" name="Google Shape;44;p8"/>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45" name="Google Shape;45;p8"/>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 name="Google Shape;46;p8"/>
          <p:cNvSpPr txBox="1"/>
          <p:nvPr>
            <p:ph idx="1" type="body"/>
          </p:nvPr>
        </p:nvSpPr>
        <p:spPr>
          <a:xfrm>
            <a:off x="841001" y="1578025"/>
            <a:ext cx="2671800" cy="24333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a:lvl1pPr>
            <a:lvl2pPr indent="-355600" lvl="1" marL="914400">
              <a:spcBef>
                <a:spcPts val="0"/>
              </a:spcBef>
              <a:spcAft>
                <a:spcPts val="0"/>
              </a:spcAft>
              <a:buSzPts val="2000"/>
              <a:buChar char="▹"/>
              <a:defRPr/>
            </a:lvl2pPr>
            <a:lvl3pPr indent="-355600" lvl="2" marL="1371600">
              <a:spcBef>
                <a:spcPts val="0"/>
              </a:spcBef>
              <a:spcAft>
                <a:spcPts val="0"/>
              </a:spcAft>
              <a:buSzPts val="2000"/>
              <a:buChar char="▹"/>
              <a:defRPr/>
            </a:lvl3pPr>
            <a:lvl4pPr indent="-355600" lvl="3" marL="1828800">
              <a:spcBef>
                <a:spcPts val="0"/>
              </a:spcBef>
              <a:spcAft>
                <a:spcPts val="0"/>
              </a:spcAft>
              <a:buSzPts val="2000"/>
              <a:buChar char="●"/>
              <a:defRPr/>
            </a:lvl4pPr>
            <a:lvl5pPr indent="-355600" lvl="4" marL="2286000">
              <a:spcBef>
                <a:spcPts val="0"/>
              </a:spcBef>
              <a:spcAft>
                <a:spcPts val="0"/>
              </a:spcAft>
              <a:buSzPts val="2000"/>
              <a:buChar char="○"/>
              <a:defRPr/>
            </a:lvl5pPr>
            <a:lvl6pPr indent="-355600" lvl="5" marL="2743200">
              <a:spcBef>
                <a:spcPts val="0"/>
              </a:spcBef>
              <a:spcAft>
                <a:spcPts val="0"/>
              </a:spcAft>
              <a:buSzPts val="2000"/>
              <a:buChar char="■"/>
              <a:defRPr/>
            </a:lvl6pPr>
            <a:lvl7pPr indent="-355600" lvl="6" marL="3200400">
              <a:spcBef>
                <a:spcPts val="0"/>
              </a:spcBef>
              <a:spcAft>
                <a:spcPts val="0"/>
              </a:spcAft>
              <a:buSzPts val="2000"/>
              <a:buChar char="●"/>
              <a:defRPr/>
            </a:lvl7pPr>
            <a:lvl8pPr indent="-355600" lvl="7" marL="3657600">
              <a:spcBef>
                <a:spcPts val="0"/>
              </a:spcBef>
              <a:spcAft>
                <a:spcPts val="0"/>
              </a:spcAft>
              <a:buSzPts val="2000"/>
              <a:buChar char="○"/>
              <a:defRPr/>
            </a:lvl8pPr>
            <a:lvl9pPr indent="-355600" lvl="8" marL="4114800">
              <a:spcBef>
                <a:spcPts val="0"/>
              </a:spcBef>
              <a:spcAft>
                <a:spcPts val="0"/>
              </a:spcAft>
              <a:buSzPts val="2000"/>
              <a:buChar char="■"/>
              <a:defRPr/>
            </a:lvl9pPr>
          </a:lstStyle>
          <a:p/>
        </p:txBody>
      </p:sp>
      <p:sp>
        <p:nvSpPr>
          <p:cNvPr id="47" name="Google Shape;47;p8"/>
          <p:cNvSpPr txBox="1"/>
          <p:nvPr>
            <p:ph idx="2" type="body"/>
          </p:nvPr>
        </p:nvSpPr>
        <p:spPr>
          <a:xfrm>
            <a:off x="3673842" y="1578025"/>
            <a:ext cx="2671800" cy="24333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a:lvl1pPr>
            <a:lvl2pPr indent="-355600" lvl="1" marL="914400">
              <a:spcBef>
                <a:spcPts val="0"/>
              </a:spcBef>
              <a:spcAft>
                <a:spcPts val="0"/>
              </a:spcAft>
              <a:buSzPts val="2000"/>
              <a:buChar char="▹"/>
              <a:defRPr/>
            </a:lvl2pPr>
            <a:lvl3pPr indent="-355600" lvl="2" marL="1371600">
              <a:spcBef>
                <a:spcPts val="0"/>
              </a:spcBef>
              <a:spcAft>
                <a:spcPts val="0"/>
              </a:spcAft>
              <a:buSzPts val="2000"/>
              <a:buChar char="▹"/>
              <a:defRPr/>
            </a:lvl3pPr>
            <a:lvl4pPr indent="-355600" lvl="3" marL="1828800">
              <a:spcBef>
                <a:spcPts val="0"/>
              </a:spcBef>
              <a:spcAft>
                <a:spcPts val="0"/>
              </a:spcAft>
              <a:buSzPts val="2000"/>
              <a:buChar char="●"/>
              <a:defRPr/>
            </a:lvl4pPr>
            <a:lvl5pPr indent="-355600" lvl="4" marL="2286000">
              <a:spcBef>
                <a:spcPts val="0"/>
              </a:spcBef>
              <a:spcAft>
                <a:spcPts val="0"/>
              </a:spcAft>
              <a:buSzPts val="2000"/>
              <a:buChar char="○"/>
              <a:defRPr/>
            </a:lvl5pPr>
            <a:lvl6pPr indent="-355600" lvl="5" marL="2743200">
              <a:spcBef>
                <a:spcPts val="0"/>
              </a:spcBef>
              <a:spcAft>
                <a:spcPts val="0"/>
              </a:spcAft>
              <a:buSzPts val="2000"/>
              <a:buChar char="■"/>
              <a:defRPr/>
            </a:lvl6pPr>
            <a:lvl7pPr indent="-355600" lvl="6" marL="3200400">
              <a:spcBef>
                <a:spcPts val="0"/>
              </a:spcBef>
              <a:spcAft>
                <a:spcPts val="0"/>
              </a:spcAft>
              <a:buSzPts val="2000"/>
              <a:buChar char="●"/>
              <a:defRPr/>
            </a:lvl7pPr>
            <a:lvl8pPr indent="-355600" lvl="7" marL="3657600">
              <a:spcBef>
                <a:spcPts val="0"/>
              </a:spcBef>
              <a:spcAft>
                <a:spcPts val="0"/>
              </a:spcAft>
              <a:buSzPts val="2000"/>
              <a:buChar char="○"/>
              <a:defRPr/>
            </a:lvl8pPr>
            <a:lvl9pPr indent="-355600" lvl="8" marL="4114800">
              <a:spcBef>
                <a:spcPts val="0"/>
              </a:spcBef>
              <a:spcAft>
                <a:spcPts val="0"/>
              </a:spcAft>
              <a:buSzPts val="2000"/>
              <a:buChar char="■"/>
              <a:defRPr/>
            </a:lvl9pPr>
          </a:lstStyle>
          <a:p/>
        </p:txBody>
      </p:sp>
      <p:sp>
        <p:nvSpPr>
          <p:cNvPr id="48" name="Google Shape;48;p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2 columns">
  <p:cSld name="TITLE_AND_TWO_COLUMNS_2">
    <p:spTree>
      <p:nvGrpSpPr>
        <p:cNvPr id="49" name="Shape 49"/>
        <p:cNvGrpSpPr/>
        <p:nvPr/>
      </p:nvGrpSpPr>
      <p:grpSpPr>
        <a:xfrm>
          <a:off x="0" y="0"/>
          <a:ext cx="0" cy="0"/>
          <a:chOff x="0" y="0"/>
          <a:chExt cx="0" cy="0"/>
        </a:xfrm>
      </p:grpSpPr>
      <p:sp>
        <p:nvSpPr>
          <p:cNvPr id="50" name="Google Shape;50;p9"/>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51" name="Google Shape;51;p9"/>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52" name="Google Shape;52;p9"/>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53" name="Google Shape;53;p9"/>
          <p:cNvSpPr txBox="1"/>
          <p:nvPr>
            <p:ph idx="1" type="body"/>
          </p:nvPr>
        </p:nvSpPr>
        <p:spPr>
          <a:xfrm>
            <a:off x="841000" y="2912023"/>
            <a:ext cx="2671800" cy="1837800"/>
          </a:xfrm>
          <a:prstGeom prst="rect">
            <a:avLst/>
          </a:prstGeom>
        </p:spPr>
        <p:txBody>
          <a:bodyPr anchorCtr="0" anchor="t" bIns="91425" lIns="91425" spcFirstLastPara="1" rIns="91425" wrap="square" tIns="91425">
            <a:noAutofit/>
          </a:bodyPr>
          <a:lstStyle>
            <a:lvl1pPr indent="-323850" lvl="0" marL="457200" rtl="0">
              <a:spcBef>
                <a:spcPts val="600"/>
              </a:spcBef>
              <a:spcAft>
                <a:spcPts val="0"/>
              </a:spcAft>
              <a:buSzPts val="1500"/>
              <a:buChar char="▸"/>
              <a:defRPr sz="15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54" name="Google Shape;54;p9"/>
          <p:cNvSpPr txBox="1"/>
          <p:nvPr>
            <p:ph idx="2" type="body"/>
          </p:nvPr>
        </p:nvSpPr>
        <p:spPr>
          <a:xfrm>
            <a:off x="3673850" y="2912023"/>
            <a:ext cx="2671800" cy="1837800"/>
          </a:xfrm>
          <a:prstGeom prst="rect">
            <a:avLst/>
          </a:prstGeom>
        </p:spPr>
        <p:txBody>
          <a:bodyPr anchorCtr="0" anchor="t" bIns="91425" lIns="91425" spcFirstLastPara="1" rIns="91425" wrap="square" tIns="91425">
            <a:noAutofit/>
          </a:bodyPr>
          <a:lstStyle>
            <a:lvl1pPr indent="-323850" lvl="0" marL="457200" rtl="0">
              <a:spcBef>
                <a:spcPts val="600"/>
              </a:spcBef>
              <a:spcAft>
                <a:spcPts val="0"/>
              </a:spcAft>
              <a:buSzPts val="1500"/>
              <a:buChar char="▸"/>
              <a:defRPr sz="15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55" name="Google Shape;55;p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9"/>
          <p:cNvSpPr txBox="1"/>
          <p:nvPr>
            <p:ph idx="3" type="body"/>
          </p:nvPr>
        </p:nvSpPr>
        <p:spPr>
          <a:xfrm>
            <a:off x="838250" y="1504950"/>
            <a:ext cx="5507400" cy="12360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57" name="Shape 57"/>
        <p:cNvGrpSpPr/>
        <p:nvPr/>
      </p:nvGrpSpPr>
      <p:grpSpPr>
        <a:xfrm>
          <a:off x="0" y="0"/>
          <a:ext cx="0" cy="0"/>
          <a:chOff x="0" y="0"/>
          <a:chExt cx="0" cy="0"/>
        </a:xfrm>
      </p:grpSpPr>
      <p:sp>
        <p:nvSpPr>
          <p:cNvPr id="58" name="Google Shape;58;p10"/>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59" name="Google Shape;59;p10"/>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60" name="Google Shape;60;p10"/>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61" name="Google Shape;61;p10"/>
          <p:cNvSpPr txBox="1"/>
          <p:nvPr>
            <p:ph idx="1" type="body"/>
          </p:nvPr>
        </p:nvSpPr>
        <p:spPr>
          <a:xfrm>
            <a:off x="841000" y="1600975"/>
            <a:ext cx="2094900" cy="24105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62" name="Google Shape;62;p10"/>
          <p:cNvSpPr txBox="1"/>
          <p:nvPr>
            <p:ph idx="2" type="body"/>
          </p:nvPr>
        </p:nvSpPr>
        <p:spPr>
          <a:xfrm>
            <a:off x="3043281" y="1600975"/>
            <a:ext cx="2094900" cy="24105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63" name="Google Shape;63;p10"/>
          <p:cNvSpPr txBox="1"/>
          <p:nvPr>
            <p:ph idx="3" type="body"/>
          </p:nvPr>
        </p:nvSpPr>
        <p:spPr>
          <a:xfrm>
            <a:off x="5245562" y="1600975"/>
            <a:ext cx="2094900" cy="24105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64" name="Google Shape;64;p1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11"/>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67" name="Google Shape;67;p11"/>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68" name="Google Shape;68;p11"/>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69" name="Google Shape;69;p1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2"/>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72" name="Google Shape;72;p12"/>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73" name="Google Shape;73;p12"/>
          <p:cNvSpPr txBox="1"/>
          <p:nvPr>
            <p:ph idx="1" type="body"/>
          </p:nvPr>
        </p:nvSpPr>
        <p:spPr>
          <a:xfrm>
            <a:off x="841000" y="4025300"/>
            <a:ext cx="7845900" cy="519600"/>
          </a:xfrm>
          <a:prstGeom prst="rect">
            <a:avLst/>
          </a:prstGeom>
        </p:spPr>
        <p:txBody>
          <a:bodyPr anchorCtr="0" anchor="b" bIns="91425" lIns="91425" spcFirstLastPara="1" rIns="91425" wrap="square" tIns="91425">
            <a:noAutofit/>
          </a:bodyPr>
          <a:lstStyle>
            <a:lvl1pPr indent="-228600" lvl="0" marL="457200">
              <a:spcBef>
                <a:spcPts val="360"/>
              </a:spcBef>
              <a:spcAft>
                <a:spcPts val="0"/>
              </a:spcAft>
              <a:buSzPts val="2000"/>
              <a:buNone/>
              <a:defRPr/>
            </a:lvl1pPr>
          </a:lstStyle>
          <a:p/>
        </p:txBody>
      </p:sp>
      <p:sp>
        <p:nvSpPr>
          <p:cNvPr id="74" name="Google Shape;74;p1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3"/>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77" name="Google Shape;77;p13"/>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78" name="Google Shape;78;p1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er">
  <p:cSld name="BLANK_1">
    <p:spTree>
      <p:nvGrpSpPr>
        <p:cNvPr id="79" name="Shape 79"/>
        <p:cNvGrpSpPr/>
        <p:nvPr/>
      </p:nvGrpSpPr>
      <p:grpSpPr>
        <a:xfrm>
          <a:off x="0" y="0"/>
          <a:ext cx="0" cy="0"/>
          <a:chOff x="0" y="0"/>
          <a:chExt cx="0" cy="0"/>
        </a:xfrm>
      </p:grpSpPr>
      <p:sp>
        <p:nvSpPr>
          <p:cNvPr id="80" name="Google Shape;80;p1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14"/>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txBox="1"/>
          <p:nvPr>
            <p:ph type="title"/>
          </p:nvPr>
        </p:nvSpPr>
        <p:spPr>
          <a:xfrm>
            <a:off x="529500" y="556000"/>
            <a:ext cx="8085000" cy="4857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2400"/>
              <a:buNone/>
              <a:defRPr>
                <a:solidFill>
                  <a:schemeClr val="dk1"/>
                </a:solidFill>
              </a:defRPr>
            </a:lvl1pPr>
            <a:lvl2pPr lvl="1" rtl="0" algn="ctr">
              <a:spcBef>
                <a:spcPts val="0"/>
              </a:spcBef>
              <a:spcAft>
                <a:spcPts val="0"/>
              </a:spcAft>
              <a:buSzPts val="2400"/>
              <a:buNone/>
              <a:defRPr/>
            </a:lvl2pPr>
            <a:lvl3pPr lvl="2" rtl="0" algn="ctr">
              <a:spcBef>
                <a:spcPts val="0"/>
              </a:spcBef>
              <a:spcAft>
                <a:spcPts val="0"/>
              </a:spcAft>
              <a:buSzPts val="2400"/>
              <a:buNone/>
              <a:defRPr/>
            </a:lvl3pPr>
            <a:lvl4pPr lvl="3" rtl="0" algn="ctr">
              <a:spcBef>
                <a:spcPts val="0"/>
              </a:spcBef>
              <a:spcAft>
                <a:spcPts val="0"/>
              </a:spcAft>
              <a:buSzPts val="2400"/>
              <a:buNone/>
              <a:defRPr/>
            </a:lvl4pPr>
            <a:lvl5pPr lvl="4" rtl="0" algn="ctr">
              <a:spcBef>
                <a:spcPts val="0"/>
              </a:spcBef>
              <a:spcAft>
                <a:spcPts val="0"/>
              </a:spcAft>
              <a:buSzPts val="2400"/>
              <a:buNone/>
              <a:defRPr/>
            </a:lvl5pPr>
            <a:lvl6pPr lvl="5" rtl="0" algn="ctr">
              <a:spcBef>
                <a:spcPts val="0"/>
              </a:spcBef>
              <a:spcAft>
                <a:spcPts val="0"/>
              </a:spcAft>
              <a:buSzPts val="2400"/>
              <a:buNone/>
              <a:defRPr/>
            </a:lvl6pPr>
            <a:lvl7pPr lvl="6" rtl="0" algn="ctr">
              <a:spcBef>
                <a:spcPts val="0"/>
              </a:spcBef>
              <a:spcAft>
                <a:spcPts val="0"/>
              </a:spcAft>
              <a:buSzPts val="2400"/>
              <a:buNone/>
              <a:defRPr/>
            </a:lvl7pPr>
            <a:lvl8pPr lvl="7" rtl="0" algn="ctr">
              <a:spcBef>
                <a:spcPts val="0"/>
              </a:spcBef>
              <a:spcAft>
                <a:spcPts val="0"/>
              </a:spcAft>
              <a:buSzPts val="2400"/>
              <a:buNone/>
              <a:defRPr/>
            </a:lvl8pPr>
            <a:lvl9pPr lvl="8" rtl="0" algn="ctr">
              <a:spcBef>
                <a:spcPts val="0"/>
              </a:spcBef>
              <a:spcAft>
                <a:spcPts val="0"/>
              </a:spcAft>
              <a:buSzPts val="2400"/>
              <a:buNone/>
              <a:defRPr/>
            </a:lvl9pPr>
          </a:lstStyle>
          <a:p/>
        </p:txBody>
      </p:sp>
      <p:sp>
        <p:nvSpPr>
          <p:cNvPr id="83" name="Google Shape;83;p14"/>
          <p:cNvSpPr txBox="1"/>
          <p:nvPr>
            <p:ph idx="1" type="body"/>
          </p:nvPr>
        </p:nvSpPr>
        <p:spPr>
          <a:xfrm>
            <a:off x="301525" y="1515201"/>
            <a:ext cx="3979200" cy="28419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84" name="Google Shape;84;p14"/>
          <p:cNvSpPr txBox="1"/>
          <p:nvPr>
            <p:ph idx="2" type="body"/>
          </p:nvPr>
        </p:nvSpPr>
        <p:spPr>
          <a:xfrm>
            <a:off x="4944100" y="1582226"/>
            <a:ext cx="3979200" cy="28419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Clr>
                <a:srgbClr val="FFFFFF"/>
              </a:buClr>
              <a:buSzPts val="1600"/>
              <a:buChar char="▸"/>
              <a:defRPr sz="1600">
                <a:solidFill>
                  <a:srgbClr val="FFFFFF"/>
                </a:solidFill>
              </a:defRPr>
            </a:lvl1pPr>
            <a:lvl2pPr indent="-330200" lvl="1" marL="914400" rtl="0">
              <a:spcBef>
                <a:spcPts val="0"/>
              </a:spcBef>
              <a:spcAft>
                <a:spcPts val="0"/>
              </a:spcAft>
              <a:buClr>
                <a:srgbClr val="FFFFFF"/>
              </a:buClr>
              <a:buSzPts val="1600"/>
              <a:buChar char="▹"/>
              <a:defRPr sz="1600">
                <a:solidFill>
                  <a:srgbClr val="FFFFFF"/>
                </a:solidFill>
              </a:defRPr>
            </a:lvl2pPr>
            <a:lvl3pPr indent="-330200" lvl="2" marL="1371600" rtl="0">
              <a:spcBef>
                <a:spcPts val="0"/>
              </a:spcBef>
              <a:spcAft>
                <a:spcPts val="0"/>
              </a:spcAft>
              <a:buClr>
                <a:srgbClr val="FFFFFF"/>
              </a:buClr>
              <a:buSzPts val="1600"/>
              <a:buChar char="▹"/>
              <a:defRPr sz="1600">
                <a:solidFill>
                  <a:srgbClr val="FFFFFF"/>
                </a:solidFill>
              </a:defRPr>
            </a:lvl3pPr>
            <a:lvl4pPr indent="-330200" lvl="3" marL="1828800" rtl="0">
              <a:spcBef>
                <a:spcPts val="0"/>
              </a:spcBef>
              <a:spcAft>
                <a:spcPts val="0"/>
              </a:spcAft>
              <a:buClr>
                <a:srgbClr val="FFFFFF"/>
              </a:buClr>
              <a:buSzPts val="1600"/>
              <a:buChar char="●"/>
              <a:defRPr sz="1600">
                <a:solidFill>
                  <a:srgbClr val="FFFFFF"/>
                </a:solidFill>
              </a:defRPr>
            </a:lvl4pPr>
            <a:lvl5pPr indent="-330200" lvl="4" marL="2286000" rtl="0">
              <a:spcBef>
                <a:spcPts val="0"/>
              </a:spcBef>
              <a:spcAft>
                <a:spcPts val="0"/>
              </a:spcAft>
              <a:buClr>
                <a:srgbClr val="FFFFFF"/>
              </a:buClr>
              <a:buSzPts val="1600"/>
              <a:buChar char="○"/>
              <a:defRPr sz="1600">
                <a:solidFill>
                  <a:srgbClr val="FFFFFF"/>
                </a:solidFill>
              </a:defRPr>
            </a:lvl5pPr>
            <a:lvl6pPr indent="-330200" lvl="5" marL="2743200" rtl="0">
              <a:spcBef>
                <a:spcPts val="0"/>
              </a:spcBef>
              <a:spcAft>
                <a:spcPts val="0"/>
              </a:spcAft>
              <a:buClr>
                <a:srgbClr val="FFFFFF"/>
              </a:buClr>
              <a:buSzPts val="1600"/>
              <a:buChar char="■"/>
              <a:defRPr sz="1600">
                <a:solidFill>
                  <a:srgbClr val="FFFFFF"/>
                </a:solidFill>
              </a:defRPr>
            </a:lvl6pPr>
            <a:lvl7pPr indent="-330200" lvl="6" marL="3200400" rtl="0">
              <a:spcBef>
                <a:spcPts val="0"/>
              </a:spcBef>
              <a:spcAft>
                <a:spcPts val="0"/>
              </a:spcAft>
              <a:buClr>
                <a:srgbClr val="FFFFFF"/>
              </a:buClr>
              <a:buSzPts val="1600"/>
              <a:buChar char="●"/>
              <a:defRPr sz="1600">
                <a:solidFill>
                  <a:srgbClr val="FFFFFF"/>
                </a:solidFill>
              </a:defRPr>
            </a:lvl7pPr>
            <a:lvl8pPr indent="-330200" lvl="7" marL="3657600" rtl="0">
              <a:spcBef>
                <a:spcPts val="0"/>
              </a:spcBef>
              <a:spcAft>
                <a:spcPts val="0"/>
              </a:spcAft>
              <a:buClr>
                <a:srgbClr val="FFFFFF"/>
              </a:buClr>
              <a:buSzPts val="1600"/>
              <a:buChar char="○"/>
              <a:defRPr sz="1600">
                <a:solidFill>
                  <a:srgbClr val="FFFFFF"/>
                </a:solidFill>
              </a:defRPr>
            </a:lvl8pPr>
            <a:lvl9pPr indent="-330200" lvl="8" marL="4114800" rtl="0">
              <a:spcBef>
                <a:spcPts val="0"/>
              </a:spcBef>
              <a:spcAft>
                <a:spcPts val="0"/>
              </a:spcAft>
              <a:buClr>
                <a:srgbClr val="FFFFFF"/>
              </a:buClr>
              <a:buSzPts val="1600"/>
              <a:buChar char="■"/>
              <a:defRPr sz="1600">
                <a:solidFill>
                  <a:srgbClr val="FFFFFF"/>
                </a:solidFill>
              </a:defRPr>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2">
  <p:cSld name="BLANK_1_3">
    <p:spTree>
      <p:nvGrpSpPr>
        <p:cNvPr id="85" name="Shape 85"/>
        <p:cNvGrpSpPr/>
        <p:nvPr/>
      </p:nvGrpSpPr>
      <p:grpSpPr>
        <a:xfrm>
          <a:off x="0" y="0"/>
          <a:ext cx="0" cy="0"/>
          <a:chOff x="0" y="0"/>
          <a:chExt cx="0" cy="0"/>
        </a:xfrm>
      </p:grpSpPr>
      <p:sp>
        <p:nvSpPr>
          <p:cNvPr id="86" name="Google Shape;86;p1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full">
  <p:cSld name="BLANK_1_2">
    <p:bg>
      <p:bgPr>
        <a:solidFill>
          <a:srgbClr val="333333"/>
        </a:solidFill>
      </p:bgPr>
    </p:bg>
    <p:spTree>
      <p:nvGrpSpPr>
        <p:cNvPr id="87" name="Shape 87"/>
        <p:cNvGrpSpPr/>
        <p:nvPr/>
      </p:nvGrpSpPr>
      <p:grpSpPr>
        <a:xfrm>
          <a:off x="0" y="0"/>
          <a:ext cx="0" cy="0"/>
          <a:chOff x="0" y="0"/>
          <a:chExt cx="0" cy="0"/>
        </a:xfrm>
      </p:grpSpPr>
      <p:sp>
        <p:nvSpPr>
          <p:cNvPr id="88" name="Google Shape;88;p1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6"/>
          <p:cNvSpPr txBox="1"/>
          <p:nvPr>
            <p:ph idx="1" type="body"/>
          </p:nvPr>
        </p:nvSpPr>
        <p:spPr>
          <a:xfrm>
            <a:off x="838200" y="255000"/>
            <a:ext cx="7467600" cy="46335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Clr>
                <a:srgbClr val="FFFFFF"/>
              </a:buClr>
              <a:buSzPts val="2000"/>
              <a:buChar char="▸"/>
              <a:defRPr>
                <a:solidFill>
                  <a:srgbClr val="FFFFFF"/>
                </a:solidFill>
              </a:defRPr>
            </a:lvl1pPr>
            <a:lvl2pPr indent="-355600" lvl="1" marL="914400" rtl="0">
              <a:spcBef>
                <a:spcPts val="0"/>
              </a:spcBef>
              <a:spcAft>
                <a:spcPts val="0"/>
              </a:spcAft>
              <a:buClr>
                <a:srgbClr val="FFFFFF"/>
              </a:buClr>
              <a:buSzPts val="2000"/>
              <a:buChar char="▹"/>
              <a:defRPr>
                <a:solidFill>
                  <a:srgbClr val="FFFFFF"/>
                </a:solidFill>
              </a:defRPr>
            </a:lvl2pPr>
            <a:lvl3pPr indent="-355600" lvl="2" marL="1371600" rtl="0">
              <a:spcBef>
                <a:spcPts val="0"/>
              </a:spcBef>
              <a:spcAft>
                <a:spcPts val="0"/>
              </a:spcAft>
              <a:buClr>
                <a:srgbClr val="FFFFFF"/>
              </a:buClr>
              <a:buSzPts val="2000"/>
              <a:buChar char="▹"/>
              <a:defRPr>
                <a:solidFill>
                  <a:srgbClr val="FFFFFF"/>
                </a:solidFill>
              </a:defRPr>
            </a:lvl3pPr>
            <a:lvl4pPr indent="-355600" lvl="3" marL="1828800" rtl="0">
              <a:spcBef>
                <a:spcPts val="0"/>
              </a:spcBef>
              <a:spcAft>
                <a:spcPts val="0"/>
              </a:spcAft>
              <a:buClr>
                <a:srgbClr val="FFFFFF"/>
              </a:buClr>
              <a:buSzPts val="2000"/>
              <a:buChar char="●"/>
              <a:defRPr>
                <a:solidFill>
                  <a:srgbClr val="FFFFFF"/>
                </a:solidFill>
              </a:defRPr>
            </a:lvl4pPr>
            <a:lvl5pPr indent="-355600" lvl="4" marL="2286000" rtl="0">
              <a:spcBef>
                <a:spcPts val="0"/>
              </a:spcBef>
              <a:spcAft>
                <a:spcPts val="0"/>
              </a:spcAft>
              <a:buClr>
                <a:srgbClr val="FFFFFF"/>
              </a:buClr>
              <a:buSzPts val="2000"/>
              <a:buChar char="○"/>
              <a:defRPr>
                <a:solidFill>
                  <a:srgbClr val="FFFFFF"/>
                </a:solidFill>
              </a:defRPr>
            </a:lvl5pPr>
            <a:lvl6pPr indent="-355600" lvl="5" marL="2743200" rtl="0">
              <a:spcBef>
                <a:spcPts val="0"/>
              </a:spcBef>
              <a:spcAft>
                <a:spcPts val="0"/>
              </a:spcAft>
              <a:buClr>
                <a:srgbClr val="FFFFFF"/>
              </a:buClr>
              <a:buSzPts val="2000"/>
              <a:buChar char="■"/>
              <a:defRPr>
                <a:solidFill>
                  <a:srgbClr val="FFFFFF"/>
                </a:solidFill>
              </a:defRPr>
            </a:lvl6pPr>
            <a:lvl7pPr indent="-355600" lvl="6" marL="3200400" rtl="0">
              <a:spcBef>
                <a:spcPts val="0"/>
              </a:spcBef>
              <a:spcAft>
                <a:spcPts val="0"/>
              </a:spcAft>
              <a:buClr>
                <a:srgbClr val="FFFFFF"/>
              </a:buClr>
              <a:buSzPts val="2000"/>
              <a:buChar char="●"/>
              <a:defRPr>
                <a:solidFill>
                  <a:srgbClr val="FFFFFF"/>
                </a:solidFill>
              </a:defRPr>
            </a:lvl7pPr>
            <a:lvl8pPr indent="-355600" lvl="7" marL="3657600" rtl="0">
              <a:spcBef>
                <a:spcPts val="0"/>
              </a:spcBef>
              <a:spcAft>
                <a:spcPts val="0"/>
              </a:spcAft>
              <a:buClr>
                <a:srgbClr val="FFFFFF"/>
              </a:buClr>
              <a:buSzPts val="2000"/>
              <a:buChar char="○"/>
              <a:defRPr>
                <a:solidFill>
                  <a:srgbClr val="FFFFFF"/>
                </a:solidFill>
              </a:defRPr>
            </a:lvl8pPr>
            <a:lvl9pPr indent="-355600" lvl="8" marL="4114800" rtl="0">
              <a:spcBef>
                <a:spcPts val="0"/>
              </a:spcBef>
              <a:spcAft>
                <a:spcPts val="0"/>
              </a:spcAft>
              <a:buClr>
                <a:srgbClr val="FFFFFF"/>
              </a:buClr>
              <a:buSzPts val="2000"/>
              <a:buChar char="■"/>
              <a:defRPr>
                <a:solidFill>
                  <a:srgbClr val="FFFFFF"/>
                </a:solidFill>
              </a:defRPr>
            </a:lvl9pPr>
          </a:lstStyle>
          <a:p/>
        </p:txBody>
      </p:sp>
    </p:spTree>
  </p:cSld>
  <p:clrMapOvr>
    <a:masterClrMapping/>
  </p:clrMapOvr>
  <p:extLst>
    <p:ext uri="{DCECCB84-F9BA-43D5-87BE-67443E8EF086}">
      <p15:sldGuideLst>
        <p15:guide id="1" pos="528">
          <p15:clr>
            <a:srgbClr val="FA7B17"/>
          </p15:clr>
        </p15:guide>
        <p15:guide id="2" pos="5232">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1">
  <p:cSld name="BLANK_1_1">
    <p:bg>
      <p:bgPr>
        <a:noFill/>
      </p:bgPr>
    </p:bg>
    <p:spTree>
      <p:nvGrpSpPr>
        <p:cNvPr id="90" name="Shape 90"/>
        <p:cNvGrpSpPr/>
        <p:nvPr/>
      </p:nvGrpSpPr>
      <p:grpSpPr>
        <a:xfrm>
          <a:off x="0" y="0"/>
          <a:ext cx="0" cy="0"/>
          <a:chOff x="0" y="0"/>
          <a:chExt cx="0" cy="0"/>
        </a:xfrm>
      </p:grpSpPr>
      <p:sp>
        <p:nvSpPr>
          <p:cNvPr id="91" name="Google Shape;91;p1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p:cSld name="BLANK_1_1_1">
    <p:spTree>
      <p:nvGrpSpPr>
        <p:cNvPr id="92" name="Shape 92"/>
        <p:cNvGrpSpPr/>
        <p:nvPr/>
      </p:nvGrpSpPr>
      <p:grpSpPr>
        <a:xfrm>
          <a:off x="0" y="0"/>
          <a:ext cx="0" cy="0"/>
          <a:chOff x="0" y="0"/>
          <a:chExt cx="0" cy="0"/>
        </a:xfrm>
      </p:grpSpPr>
      <p:sp>
        <p:nvSpPr>
          <p:cNvPr id="93" name="Google Shape;93;p18"/>
          <p:cNvSpPr/>
          <p:nvPr/>
        </p:nvSpPr>
        <p:spPr>
          <a:xfrm flipH="1">
            <a:off x="0" y="159275"/>
            <a:ext cx="9143546" cy="4997500"/>
          </a:xfrm>
          <a:custGeom>
            <a:rect b="b" l="l" r="r" t="t"/>
            <a:pathLst>
              <a:path extrusionOk="0" h="199900" w="364757">
                <a:moveTo>
                  <a:pt x="0" y="0"/>
                </a:moveTo>
                <a:lnTo>
                  <a:pt x="0" y="199900"/>
                </a:lnTo>
                <a:lnTo>
                  <a:pt x="364757" y="199900"/>
                </a:lnTo>
                <a:lnTo>
                  <a:pt x="364757" y="6637"/>
                </a:lnTo>
                <a:close/>
              </a:path>
            </a:pathLst>
          </a:custGeom>
          <a:solidFill>
            <a:srgbClr val="000000">
              <a:alpha val="7310"/>
            </a:srgbClr>
          </a:solidFill>
          <a:ln>
            <a:noFill/>
          </a:ln>
        </p:spPr>
      </p:sp>
      <p:sp>
        <p:nvSpPr>
          <p:cNvPr id="94" name="Google Shape;94;p18"/>
          <p:cNvSpPr/>
          <p:nvPr/>
        </p:nvSpPr>
        <p:spPr>
          <a:xfrm flipH="1">
            <a:off x="225" y="238925"/>
            <a:ext cx="9143546" cy="4918040"/>
          </a:xfrm>
          <a:custGeom>
            <a:rect b="b" l="l" r="r" t="t"/>
            <a:pathLst>
              <a:path extrusionOk="0" h="199900" w="364757">
                <a:moveTo>
                  <a:pt x="0" y="0"/>
                </a:moveTo>
                <a:lnTo>
                  <a:pt x="0" y="199900"/>
                </a:lnTo>
                <a:lnTo>
                  <a:pt x="364757" y="199900"/>
                </a:lnTo>
                <a:lnTo>
                  <a:pt x="364757" y="6637"/>
                </a:lnTo>
                <a:close/>
              </a:path>
            </a:pathLst>
          </a:custGeom>
          <a:solidFill>
            <a:schemeClr val="lt1"/>
          </a:solidFill>
          <a:ln>
            <a:noFill/>
          </a:ln>
        </p:spPr>
      </p:sp>
      <p:sp>
        <p:nvSpPr>
          <p:cNvPr id="95" name="Google Shape;95;p18"/>
          <p:cNvSpPr txBox="1"/>
          <p:nvPr>
            <p:ph type="title"/>
          </p:nvPr>
        </p:nvSpPr>
        <p:spPr>
          <a:xfrm>
            <a:off x="876375" y="893500"/>
            <a:ext cx="7405800" cy="48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96" name="Google Shape;96;p1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8"/>
          <p:cNvSpPr txBox="1"/>
          <p:nvPr>
            <p:ph idx="1" type="body"/>
          </p:nvPr>
        </p:nvSpPr>
        <p:spPr>
          <a:xfrm>
            <a:off x="861825" y="1455400"/>
            <a:ext cx="7405800" cy="22557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Clr>
                <a:schemeClr val="dk1"/>
              </a:buClr>
              <a:buSzPts val="1600"/>
              <a:buFont typeface="Karla"/>
              <a:buChar char="▸"/>
              <a:defRPr sz="1600">
                <a:solidFill>
                  <a:schemeClr val="dk1"/>
                </a:solidFill>
                <a:latin typeface="Karla"/>
                <a:ea typeface="Karla"/>
                <a:cs typeface="Karla"/>
                <a:sym typeface="Karla"/>
              </a:defRPr>
            </a:lvl1pPr>
            <a:lvl2pPr indent="-330200" lvl="1" marL="9144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2pPr>
            <a:lvl3pPr indent="-330200" lvl="2" marL="13716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3pPr>
            <a:lvl4pPr indent="-330200" lvl="3" marL="18288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4pPr>
            <a:lvl5pPr indent="-330200" lvl="4" marL="22860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5pPr>
            <a:lvl6pPr indent="-330200" lvl="5" marL="27432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6pPr>
            <a:lvl7pPr indent="-330200" lvl="6" marL="32004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7pPr>
            <a:lvl8pPr indent="-330200" lvl="7" marL="36576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8pPr>
            <a:lvl9pPr indent="-330200" lvl="8" marL="41148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9pPr>
          </a:lstStyle>
          <a:p/>
        </p:txBody>
      </p:sp>
    </p:spTree>
  </p:cSld>
  <p:clrMapOvr>
    <a:masterClrMapping/>
  </p:clrMapOvr>
  <p:extLst>
    <p:ext uri="{DCECCB84-F9BA-43D5-87BE-67443E8EF086}">
      <p15:sldGuideLst>
        <p15:guide id="1" pos="567">
          <p15:clr>
            <a:srgbClr val="FA7B17"/>
          </p15:clr>
        </p15:guide>
        <p15:guide id="2" pos="5193">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p:cSld name="BLANK_1_4">
    <p:spTree>
      <p:nvGrpSpPr>
        <p:cNvPr id="98" name="Shape 98"/>
        <p:cNvGrpSpPr/>
        <p:nvPr/>
      </p:nvGrpSpPr>
      <p:grpSpPr>
        <a:xfrm>
          <a:off x="0" y="0"/>
          <a:ext cx="0" cy="0"/>
          <a:chOff x="0" y="0"/>
          <a:chExt cx="0" cy="0"/>
        </a:xfrm>
      </p:grpSpPr>
      <p:sp>
        <p:nvSpPr>
          <p:cNvPr id="99" name="Google Shape;99;p1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g">
  <p:cSld name="BLANK_1_1_2">
    <p:bg>
      <p:bgPr>
        <a:solidFill>
          <a:srgbClr val="333333"/>
        </a:solidFill>
      </p:bgPr>
    </p:bg>
    <p:spTree>
      <p:nvGrpSpPr>
        <p:cNvPr id="100" name="Shape 100"/>
        <p:cNvGrpSpPr/>
        <p:nvPr/>
      </p:nvGrpSpPr>
      <p:grpSpPr>
        <a:xfrm>
          <a:off x="0" y="0"/>
          <a:ext cx="0" cy="0"/>
          <a:chOff x="0" y="0"/>
          <a:chExt cx="0" cy="0"/>
        </a:xfrm>
      </p:grpSpPr>
      <p:grpSp>
        <p:nvGrpSpPr>
          <p:cNvPr id="101" name="Google Shape;101;p20"/>
          <p:cNvGrpSpPr/>
          <p:nvPr/>
        </p:nvGrpSpPr>
        <p:grpSpPr>
          <a:xfrm>
            <a:off x="1227210" y="-10450"/>
            <a:ext cx="7915701" cy="5164387"/>
            <a:chOff x="1113125" y="-10450"/>
            <a:chExt cx="8443415" cy="5164387"/>
          </a:xfrm>
        </p:grpSpPr>
        <p:sp>
          <p:nvSpPr>
            <p:cNvPr id="102" name="Google Shape;102;p20"/>
            <p:cNvSpPr/>
            <p:nvPr/>
          </p:nvSpPr>
          <p:spPr>
            <a:xfrm rot="10800000">
              <a:off x="1113125" y="-10450"/>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103" name="Google Shape;103;p20"/>
            <p:cNvSpPr/>
            <p:nvPr/>
          </p:nvSpPr>
          <p:spPr>
            <a:xfrm rot="10800000">
              <a:off x="1327225" y="-10450"/>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grpSp>
      <p:sp>
        <p:nvSpPr>
          <p:cNvPr id="104" name="Google Shape;104;p2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106" name="Google Shape;106;p20"/>
          <p:cNvSpPr txBox="1"/>
          <p:nvPr>
            <p:ph idx="1" type="subTitle"/>
          </p:nvPr>
        </p:nvSpPr>
        <p:spPr>
          <a:xfrm>
            <a:off x="336375" y="1989650"/>
            <a:ext cx="1483200" cy="2793900"/>
          </a:xfrm>
          <a:prstGeom prst="rect">
            <a:avLst/>
          </a:prstGeom>
        </p:spPr>
        <p:txBody>
          <a:bodyPr anchorCtr="0" anchor="b" bIns="91425" lIns="91425" spcFirstLastPara="1" rIns="91425" wrap="square" tIns="91425">
            <a:noAutofit/>
          </a:bodyPr>
          <a:lstStyle>
            <a:lvl1pPr lvl="0">
              <a:spcBef>
                <a:spcPts val="600"/>
              </a:spcBef>
              <a:spcAft>
                <a:spcPts val="0"/>
              </a:spcAft>
              <a:buSzPts val="2000"/>
              <a:buFont typeface="Fira Code"/>
              <a:buNone/>
              <a:defRPr>
                <a:latin typeface="Fira Code"/>
                <a:ea typeface="Fira Code"/>
                <a:cs typeface="Fira Code"/>
                <a:sym typeface="Fira Code"/>
              </a:defRPr>
            </a:lvl1pPr>
            <a:lvl2pPr lvl="1">
              <a:spcBef>
                <a:spcPts val="0"/>
              </a:spcBef>
              <a:spcAft>
                <a:spcPts val="0"/>
              </a:spcAft>
              <a:buSzPts val="1500"/>
              <a:buFont typeface="Fira Code"/>
              <a:buNone/>
              <a:defRPr sz="1500">
                <a:latin typeface="Fira Code"/>
                <a:ea typeface="Fira Code"/>
                <a:cs typeface="Fira Code"/>
                <a:sym typeface="Fira Code"/>
              </a:defRPr>
            </a:lvl2pPr>
            <a:lvl3pPr lvl="2">
              <a:spcBef>
                <a:spcPts val="0"/>
              </a:spcBef>
              <a:spcAft>
                <a:spcPts val="0"/>
              </a:spcAft>
              <a:buSzPts val="1500"/>
              <a:buFont typeface="Fira Code"/>
              <a:buNone/>
              <a:defRPr sz="1500">
                <a:latin typeface="Fira Code"/>
                <a:ea typeface="Fira Code"/>
                <a:cs typeface="Fira Code"/>
                <a:sym typeface="Fira Code"/>
              </a:defRPr>
            </a:lvl3pPr>
            <a:lvl4pPr lvl="3">
              <a:spcBef>
                <a:spcPts val="0"/>
              </a:spcBef>
              <a:spcAft>
                <a:spcPts val="0"/>
              </a:spcAft>
              <a:buSzPts val="1500"/>
              <a:buFont typeface="Fira Code"/>
              <a:buNone/>
              <a:defRPr sz="1500">
                <a:latin typeface="Fira Code"/>
                <a:ea typeface="Fira Code"/>
                <a:cs typeface="Fira Code"/>
                <a:sym typeface="Fira Code"/>
              </a:defRPr>
            </a:lvl4pPr>
            <a:lvl5pPr lvl="4">
              <a:spcBef>
                <a:spcPts val="0"/>
              </a:spcBef>
              <a:spcAft>
                <a:spcPts val="0"/>
              </a:spcAft>
              <a:buSzPts val="1500"/>
              <a:buFont typeface="Fira Code"/>
              <a:buNone/>
              <a:defRPr sz="1500">
                <a:latin typeface="Fira Code"/>
                <a:ea typeface="Fira Code"/>
                <a:cs typeface="Fira Code"/>
                <a:sym typeface="Fira Code"/>
              </a:defRPr>
            </a:lvl5pPr>
            <a:lvl6pPr lvl="5">
              <a:spcBef>
                <a:spcPts val="0"/>
              </a:spcBef>
              <a:spcAft>
                <a:spcPts val="0"/>
              </a:spcAft>
              <a:buSzPts val="1500"/>
              <a:buFont typeface="Fira Code"/>
              <a:buNone/>
              <a:defRPr sz="1500">
                <a:latin typeface="Fira Code"/>
                <a:ea typeface="Fira Code"/>
                <a:cs typeface="Fira Code"/>
                <a:sym typeface="Fira Code"/>
              </a:defRPr>
            </a:lvl6pPr>
            <a:lvl7pPr lvl="6">
              <a:spcBef>
                <a:spcPts val="0"/>
              </a:spcBef>
              <a:spcAft>
                <a:spcPts val="0"/>
              </a:spcAft>
              <a:buSzPts val="1500"/>
              <a:buFont typeface="Fira Code"/>
              <a:buNone/>
              <a:defRPr sz="1500">
                <a:latin typeface="Fira Code"/>
                <a:ea typeface="Fira Code"/>
                <a:cs typeface="Fira Code"/>
                <a:sym typeface="Fira Code"/>
              </a:defRPr>
            </a:lvl7pPr>
            <a:lvl8pPr lvl="7">
              <a:spcBef>
                <a:spcPts val="0"/>
              </a:spcBef>
              <a:spcAft>
                <a:spcPts val="0"/>
              </a:spcAft>
              <a:buSzPts val="1500"/>
              <a:buFont typeface="Fira Code"/>
              <a:buNone/>
              <a:defRPr sz="1500">
                <a:latin typeface="Fira Code"/>
                <a:ea typeface="Fira Code"/>
                <a:cs typeface="Fira Code"/>
                <a:sym typeface="Fira Code"/>
              </a:defRPr>
            </a:lvl8pPr>
            <a:lvl9pPr lvl="8">
              <a:spcBef>
                <a:spcPts val="0"/>
              </a:spcBef>
              <a:spcAft>
                <a:spcPts val="0"/>
              </a:spcAft>
              <a:buSzPts val="1500"/>
              <a:buFont typeface="Fira Code"/>
              <a:buNone/>
              <a:defRPr sz="1500">
                <a:latin typeface="Fira Code"/>
                <a:ea typeface="Fira Code"/>
                <a:cs typeface="Fira Code"/>
                <a:sym typeface="Fira Code"/>
              </a:defRPr>
            </a:lvl9pPr>
          </a:lstStyle>
          <a:p/>
        </p:txBody>
      </p:sp>
      <p:sp>
        <p:nvSpPr>
          <p:cNvPr id="107" name="Google Shape;107;p20"/>
          <p:cNvSpPr txBox="1"/>
          <p:nvPr>
            <p:ph idx="2" type="body"/>
          </p:nvPr>
        </p:nvSpPr>
        <p:spPr>
          <a:xfrm>
            <a:off x="2692125" y="1504950"/>
            <a:ext cx="5324100" cy="2255700"/>
          </a:xfrm>
          <a:prstGeom prst="rect">
            <a:avLst/>
          </a:prstGeom>
        </p:spPr>
        <p:txBody>
          <a:bodyPr anchorCtr="0" anchor="t" bIns="91425" lIns="91425" spcFirstLastPara="1" rIns="91425" wrap="square" tIns="91425">
            <a:sp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g 1">
  <p:cSld name="BLANK_1_1_2_1">
    <p:bg>
      <p:bgPr>
        <a:noFill/>
      </p:bgPr>
    </p:bg>
    <p:spTree>
      <p:nvGrpSpPr>
        <p:cNvPr id="108" name="Shape 108"/>
        <p:cNvGrpSpPr/>
        <p:nvPr/>
      </p:nvGrpSpPr>
      <p:grpSpPr>
        <a:xfrm>
          <a:off x="0" y="0"/>
          <a:ext cx="0" cy="0"/>
          <a:chOff x="0" y="0"/>
          <a:chExt cx="0" cy="0"/>
        </a:xfrm>
      </p:grpSpPr>
      <p:sp>
        <p:nvSpPr>
          <p:cNvPr id="109" name="Google Shape;109;p2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1"/>
          <p:cNvSpPr/>
          <p:nvPr/>
        </p:nvSpPr>
        <p:spPr>
          <a:xfrm>
            <a:off x="0" y="0"/>
            <a:ext cx="2379000" cy="5156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1"/>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112" name="Google Shape;112;p21"/>
          <p:cNvSpPr txBox="1"/>
          <p:nvPr>
            <p:ph idx="1" type="body"/>
          </p:nvPr>
        </p:nvSpPr>
        <p:spPr>
          <a:xfrm>
            <a:off x="2819450" y="1504950"/>
            <a:ext cx="5823300" cy="22557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
        <p:nvSpPr>
          <p:cNvPr id="113" name="Google Shape;113;p21"/>
          <p:cNvSpPr/>
          <p:nvPr/>
        </p:nvSpPr>
        <p:spPr>
          <a:xfrm>
            <a:off x="2377450" y="0"/>
            <a:ext cx="54300" cy="5143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ample">
  <p:cSld name="TITLE_AND_BODY_1">
    <p:bg>
      <p:bgPr>
        <a:noFill/>
      </p:bgPr>
    </p:bg>
    <p:spTree>
      <p:nvGrpSpPr>
        <p:cNvPr id="114" name="Shape 114"/>
        <p:cNvGrpSpPr/>
        <p:nvPr/>
      </p:nvGrpSpPr>
      <p:grpSpPr>
        <a:xfrm>
          <a:off x="0" y="0"/>
          <a:ext cx="0" cy="0"/>
          <a:chOff x="0" y="0"/>
          <a:chExt cx="0" cy="0"/>
        </a:xfrm>
      </p:grpSpPr>
      <p:sp>
        <p:nvSpPr>
          <p:cNvPr id="115" name="Google Shape;115;p22"/>
          <p:cNvSpPr txBox="1"/>
          <p:nvPr>
            <p:ph type="title"/>
          </p:nvPr>
        </p:nvSpPr>
        <p:spPr>
          <a:xfrm>
            <a:off x="838350" y="893500"/>
            <a:ext cx="7188000" cy="48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116" name="Google Shape;116;p22"/>
          <p:cNvSpPr txBox="1"/>
          <p:nvPr>
            <p:ph idx="1" type="body"/>
          </p:nvPr>
        </p:nvSpPr>
        <p:spPr>
          <a:xfrm>
            <a:off x="838250" y="1504950"/>
            <a:ext cx="7540500" cy="22557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
        <p:nvSpPr>
          <p:cNvPr id="117" name="Google Shape;117;p2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3">
  <p:cSld name="BLANK_1_5">
    <p:spTree>
      <p:nvGrpSpPr>
        <p:cNvPr id="118" name="Shape 118"/>
        <p:cNvGrpSpPr/>
        <p:nvPr/>
      </p:nvGrpSpPr>
      <p:grpSpPr>
        <a:xfrm>
          <a:off x="0" y="0"/>
          <a:ext cx="0" cy="0"/>
          <a:chOff x="0" y="0"/>
          <a:chExt cx="0" cy="0"/>
        </a:xfrm>
      </p:grpSpPr>
      <p:sp>
        <p:nvSpPr>
          <p:cNvPr id="119" name="Google Shape;119;p2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33333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741100"/>
            <a:ext cx="5185200" cy="4746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1pPr>
            <a:lvl2pPr lvl="1">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2pPr>
            <a:lvl3pPr lvl="2">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3pPr>
            <a:lvl4pPr lvl="3">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4pPr>
            <a:lvl5pPr lvl="4">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5pPr>
            <a:lvl6pPr lvl="5">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6pPr>
            <a:lvl7pPr lvl="6">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7pPr>
            <a:lvl8pPr lvl="7">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8pPr>
            <a:lvl9pPr lvl="8">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9pPr>
          </a:lstStyle>
          <a:p/>
        </p:txBody>
      </p:sp>
      <p:sp>
        <p:nvSpPr>
          <p:cNvPr id="7" name="Google Shape;7;p1"/>
          <p:cNvSpPr txBox="1"/>
          <p:nvPr>
            <p:ph idx="1" type="body"/>
          </p:nvPr>
        </p:nvSpPr>
        <p:spPr>
          <a:xfrm>
            <a:off x="457200" y="1352550"/>
            <a:ext cx="5185200" cy="2255700"/>
          </a:xfrm>
          <a:prstGeom prst="rect">
            <a:avLst/>
          </a:prstGeom>
          <a:noFill/>
          <a:ln>
            <a:noFill/>
          </a:ln>
        </p:spPr>
        <p:txBody>
          <a:bodyPr anchorCtr="0" anchor="t" bIns="91425" lIns="91425" spcFirstLastPara="1" rIns="91425" wrap="square" tIns="91425">
            <a:noAutofit/>
          </a:bodyPr>
          <a:lstStyle>
            <a:lvl1pPr indent="-355600" lvl="0" marL="457200">
              <a:spcBef>
                <a:spcPts val="600"/>
              </a:spcBef>
              <a:spcAft>
                <a:spcPts val="0"/>
              </a:spcAft>
              <a:buClr>
                <a:schemeClr val="dk1"/>
              </a:buClr>
              <a:buSzPts val="2000"/>
              <a:buFont typeface="Karla"/>
              <a:buChar char="▸"/>
              <a:defRPr sz="2000">
                <a:solidFill>
                  <a:schemeClr val="dk1"/>
                </a:solidFill>
                <a:latin typeface="Karla"/>
                <a:ea typeface="Karla"/>
                <a:cs typeface="Karla"/>
                <a:sym typeface="Karla"/>
              </a:defRPr>
            </a:lvl1pPr>
            <a:lvl2pPr indent="-355600" lvl="1" marL="9144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2pPr>
            <a:lvl3pPr indent="-355600" lvl="2" marL="13716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3pPr>
            <a:lvl4pPr indent="-355600" lvl="3" marL="18288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4pPr>
            <a:lvl5pPr indent="-355600" lvl="4" marL="22860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5pPr>
            <a:lvl6pPr indent="-355600" lvl="5" marL="27432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6pPr>
            <a:lvl7pPr indent="-355600" lvl="6" marL="32004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7pPr>
            <a:lvl8pPr indent="-355600" lvl="7" marL="36576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8pPr>
            <a:lvl9pPr indent="-355600" lvl="8" marL="41148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9pPr>
          </a:lstStyle>
          <a:p/>
        </p:txBody>
      </p:sp>
      <p:sp>
        <p:nvSpPr>
          <p:cNvPr id="8" name="Google Shape;8;p1"/>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lvl1pPr lvl="0" algn="r">
              <a:buNone/>
              <a:defRPr b="1" sz="1300">
                <a:solidFill>
                  <a:schemeClr val="lt1"/>
                </a:solidFill>
                <a:latin typeface="Montserrat"/>
                <a:ea typeface="Montserrat"/>
                <a:cs typeface="Montserrat"/>
                <a:sym typeface="Montserrat"/>
              </a:defRPr>
            </a:lvl1pPr>
            <a:lvl2pPr lvl="1" algn="r">
              <a:buNone/>
              <a:defRPr b="1" sz="1300">
                <a:solidFill>
                  <a:schemeClr val="lt1"/>
                </a:solidFill>
                <a:latin typeface="Montserrat"/>
                <a:ea typeface="Montserrat"/>
                <a:cs typeface="Montserrat"/>
                <a:sym typeface="Montserrat"/>
              </a:defRPr>
            </a:lvl2pPr>
            <a:lvl3pPr lvl="2" algn="r">
              <a:buNone/>
              <a:defRPr b="1" sz="1300">
                <a:solidFill>
                  <a:schemeClr val="lt1"/>
                </a:solidFill>
                <a:latin typeface="Montserrat"/>
                <a:ea typeface="Montserrat"/>
                <a:cs typeface="Montserrat"/>
                <a:sym typeface="Montserrat"/>
              </a:defRPr>
            </a:lvl3pPr>
            <a:lvl4pPr lvl="3" algn="r">
              <a:buNone/>
              <a:defRPr b="1" sz="1300">
                <a:solidFill>
                  <a:schemeClr val="lt1"/>
                </a:solidFill>
                <a:latin typeface="Montserrat"/>
                <a:ea typeface="Montserrat"/>
                <a:cs typeface="Montserrat"/>
                <a:sym typeface="Montserrat"/>
              </a:defRPr>
            </a:lvl4pPr>
            <a:lvl5pPr lvl="4" algn="r">
              <a:buNone/>
              <a:defRPr b="1" sz="1300">
                <a:solidFill>
                  <a:schemeClr val="lt1"/>
                </a:solidFill>
                <a:latin typeface="Montserrat"/>
                <a:ea typeface="Montserrat"/>
                <a:cs typeface="Montserrat"/>
                <a:sym typeface="Montserrat"/>
              </a:defRPr>
            </a:lvl5pPr>
            <a:lvl6pPr lvl="5" algn="r">
              <a:buNone/>
              <a:defRPr b="1" sz="1300">
                <a:solidFill>
                  <a:schemeClr val="lt1"/>
                </a:solidFill>
                <a:latin typeface="Montserrat"/>
                <a:ea typeface="Montserrat"/>
                <a:cs typeface="Montserrat"/>
                <a:sym typeface="Montserrat"/>
              </a:defRPr>
            </a:lvl6pPr>
            <a:lvl7pPr lvl="6" algn="r">
              <a:buNone/>
              <a:defRPr b="1" sz="1300">
                <a:solidFill>
                  <a:schemeClr val="lt1"/>
                </a:solidFill>
                <a:latin typeface="Montserrat"/>
                <a:ea typeface="Montserrat"/>
                <a:cs typeface="Montserrat"/>
                <a:sym typeface="Montserrat"/>
              </a:defRPr>
            </a:lvl7pPr>
            <a:lvl8pPr lvl="7" algn="r">
              <a:buNone/>
              <a:defRPr b="1" sz="1300">
                <a:solidFill>
                  <a:schemeClr val="lt1"/>
                </a:solidFill>
                <a:latin typeface="Montserrat"/>
                <a:ea typeface="Montserrat"/>
                <a:cs typeface="Montserrat"/>
                <a:sym typeface="Montserrat"/>
              </a:defRPr>
            </a:lvl8pPr>
            <a:lvl9pPr lvl="8" algn="r">
              <a:buNone/>
              <a:defRPr b="1" sz="13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PROGRESS_BAR_I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PROGRESS_BAR_I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hyperlink" Target="https://stackblitz.com/edit/js-detye4?file=index.js" TargetMode="External"/><Relationship Id="rId4" Type="http://schemas.openxmlformats.org/officeDocument/2006/relationships/hyperlink" Target="#PROGRESS_BAR_I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hyperlink" Target="https://stackblitz.com/edit/js-ykrvdr?file=index.js" TargetMode="External"/><Relationship Id="rId4" Type="http://schemas.openxmlformats.org/officeDocument/2006/relationships/hyperlink" Target="#PROGRESS_BAR_I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hyperlink" Target="https://developer.mozilla.org/it/docs/Web/JavaScript/Reference/Operators" TargetMode="External"/><Relationship Id="rId4" Type="http://schemas.openxmlformats.org/officeDocument/2006/relationships/hyperlink" Target="https://stackblitz.com/edit/js-fk2shy?file=index.js" TargetMode="External"/><Relationship Id="rId5" Type="http://schemas.openxmlformats.org/officeDocument/2006/relationships/hyperlink" Target="#PROGRESS_BAR_I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hyperlink" Target="https://stackblitz.com/edit/js-334txo?file=index.js" TargetMode="External"/><Relationship Id="rId4" Type="http://schemas.openxmlformats.org/officeDocument/2006/relationships/hyperlink" Target="#PROGRESS_BAR_ID"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stackblitz.com/edit/js-wnvxpb?file=index.js,index.html" TargetMode="External"/><Relationship Id="rId4" Type="http://schemas.openxmlformats.org/officeDocument/2006/relationships/hyperlink" Target="#PROGRESS_BAR_I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PROGRESS_BAR_I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jquery.com/" TargetMode="External"/><Relationship Id="rId4" Type="http://schemas.openxmlformats.org/officeDocument/2006/relationships/hyperlink" Target="#PROGRESS_BAR_I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hyperlink" Target="https://code.jquery.com/" TargetMode="External"/><Relationship Id="rId4" Type="http://schemas.openxmlformats.org/officeDocument/2006/relationships/hyperlink" Target="https://code.jquery.com/" TargetMode="External"/><Relationship Id="rId5" Type="http://schemas.openxmlformats.org/officeDocument/2006/relationships/hyperlink" Target="#PROGRESS_BAR_I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PROGRESS_BAR_I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PROGRESS_BAR_I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hyperlink" Target="#PROGRESS_BAR_I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hyperlink" Target="https://api.jquery.com/category/selectors/" TargetMode="External"/><Relationship Id="rId4" Type="http://schemas.openxmlformats.org/officeDocument/2006/relationships/hyperlink" Target="#PROGRESS_BAR_ID"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hyperlink" Target="#PROGRESS_BAR_I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hyperlink" Target="#PROGRESS_BAR_I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hyperlink" Target="#PROGRESS_BAR_ID"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hyperlink" Target="https://stackblitz.com/edit/web-platform-6dmlsy?file=index.html,script.js,styles.css" TargetMode="External"/><Relationship Id="rId4" Type="http://schemas.openxmlformats.org/officeDocument/2006/relationships/hyperlink" Target="#PROGRESS_BAR_I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hyperlink" Target="#PROGRESS_BAR_I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hyperlink" Target="#PROGRESS_BAR_I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hyperlink" Target="#PROGRESS_BAR_I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hyperlink" Target="#PROGRESS_BAR_ID"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hyperlink" Target="#PROGRESS_BAR_ID"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hyperlink" Target="#PROGRESS_BAR_ID"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hyperlink" Target="https://stackblitz.com/edit/web-platform-esdze5?file=index.html,script.js,styles.css" TargetMode="External"/><Relationship Id="rId4" Type="http://schemas.openxmlformats.org/officeDocument/2006/relationships/hyperlink" Target="#PROGRESS_BAR_ID"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hyperlink" Target="#PROGRESS_BAR_ID"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hyperlink" Target="#PROGRESS_BAR_ID"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hyperlink" Target="#PROGRESS_BAR_ID"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hyperlink" Target="#PROGRESS_BAR_I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hyperlink" Target="#PROGRESS_BAR_ID"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hyperlink" Target="https://stackblitz.com/edit/web-platform-btucem?file=index.html,script.js,styles.css" TargetMode="External"/><Relationship Id="rId4" Type="http://schemas.openxmlformats.org/officeDocument/2006/relationships/hyperlink" Target="#PROGRESS_BAR_ID"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hyperlink" Target="#PROGRESS_BAR_ID"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hyperlink" Target="#PROGRESS_BAR_ID"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hyperlink" Target="https://stackblitz.com/edit/web-platform-fvwhco?file=index.html,script.js,styles.css" TargetMode="External"/><Relationship Id="rId4" Type="http://schemas.openxmlformats.org/officeDocument/2006/relationships/hyperlink" Target="#PROGRESS_BAR_ID"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6.xml"/><Relationship Id="rId3" Type="http://schemas.openxmlformats.org/officeDocument/2006/relationships/hyperlink" Target="#PROGRESS_BAR_ID"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hyperlink" Target="https://api.jquery.com/category/manipulation/" TargetMode="External"/><Relationship Id="rId4" Type="http://schemas.openxmlformats.org/officeDocument/2006/relationships/hyperlink" Target="#PROGRESS_BAR_ID" TargetMode="External"/><Relationship Id="rId5" Type="http://schemas.openxmlformats.org/officeDocument/2006/relationships/hyperlink" Target="https://api.jquery.com/category/traversing/" TargetMode="External"/><Relationship Id="rId6" Type="http://schemas.openxmlformats.org/officeDocument/2006/relationships/hyperlink" Target="https://api.jquery.com/category/events/" TargetMode="External"/><Relationship Id="rId7" Type="http://schemas.openxmlformats.org/officeDocument/2006/relationships/hyperlink" Target="https://api.jquery.com/category/effects/"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hyperlink" Target="#PROGRESS_BAR_I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23" name="Shape 123"/>
        <p:cNvGrpSpPr/>
        <p:nvPr/>
      </p:nvGrpSpPr>
      <p:grpSpPr>
        <a:xfrm>
          <a:off x="0" y="0"/>
          <a:ext cx="0" cy="0"/>
          <a:chOff x="0" y="0"/>
          <a:chExt cx="0" cy="0"/>
        </a:xfrm>
      </p:grpSpPr>
      <p:sp>
        <p:nvSpPr>
          <p:cNvPr id="124" name="Google Shape;124;p24"/>
          <p:cNvSpPr txBox="1"/>
          <p:nvPr>
            <p:ph type="ctrTitle"/>
          </p:nvPr>
        </p:nvSpPr>
        <p:spPr>
          <a:xfrm>
            <a:off x="648300" y="3175950"/>
            <a:ext cx="4229100" cy="118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Corso di</a:t>
            </a:r>
            <a:endParaRPr/>
          </a:p>
          <a:p>
            <a:pPr indent="0" lvl="0" marL="0" rtl="0" algn="l">
              <a:spcBef>
                <a:spcPts val="0"/>
              </a:spcBef>
              <a:spcAft>
                <a:spcPts val="0"/>
              </a:spcAft>
              <a:buNone/>
            </a:pPr>
            <a:r>
              <a:rPr lang="en">
                <a:solidFill>
                  <a:srgbClr val="333333"/>
                </a:solidFill>
              </a:rPr>
              <a:t>CVeDI (8 CFU)</a:t>
            </a:r>
            <a:r>
              <a:rPr lang="en"/>
              <a:t> </a:t>
            </a:r>
            <a:endParaRPr/>
          </a:p>
        </p:txBody>
      </p:sp>
      <p:grpSp>
        <p:nvGrpSpPr>
          <p:cNvPr id="125" name="Google Shape;125;p24"/>
          <p:cNvGrpSpPr/>
          <p:nvPr/>
        </p:nvGrpSpPr>
        <p:grpSpPr>
          <a:xfrm>
            <a:off x="770812" y="2018590"/>
            <a:ext cx="387933" cy="367467"/>
            <a:chOff x="2583100" y="2973775"/>
            <a:chExt cx="461550" cy="437200"/>
          </a:xfrm>
        </p:grpSpPr>
        <p:sp>
          <p:nvSpPr>
            <p:cNvPr id="126" name="Google Shape;126;p24"/>
            <p:cNvSpPr/>
            <p:nvPr/>
          </p:nvSpPr>
          <p:spPr>
            <a:xfrm>
              <a:off x="2701225" y="3315975"/>
              <a:ext cx="225300" cy="95000"/>
            </a:xfrm>
            <a:custGeom>
              <a:rect b="b" l="l" r="r" t="t"/>
              <a:pathLst>
                <a:path extrusionOk="0" fill="none" h="3800" w="9012">
                  <a:moveTo>
                    <a:pt x="2947" y="0"/>
                  </a:moveTo>
                  <a:lnTo>
                    <a:pt x="2947" y="2947"/>
                  </a:lnTo>
                  <a:lnTo>
                    <a:pt x="853" y="2947"/>
                  </a:lnTo>
                  <a:lnTo>
                    <a:pt x="853" y="2947"/>
                  </a:lnTo>
                  <a:lnTo>
                    <a:pt x="682" y="2947"/>
                  </a:lnTo>
                  <a:lnTo>
                    <a:pt x="512" y="2996"/>
                  </a:lnTo>
                  <a:lnTo>
                    <a:pt x="365" y="3093"/>
                  </a:lnTo>
                  <a:lnTo>
                    <a:pt x="244" y="3191"/>
                  </a:lnTo>
                  <a:lnTo>
                    <a:pt x="146" y="3313"/>
                  </a:lnTo>
                  <a:lnTo>
                    <a:pt x="49" y="3459"/>
                  </a:lnTo>
                  <a:lnTo>
                    <a:pt x="0" y="3629"/>
                  </a:lnTo>
                  <a:lnTo>
                    <a:pt x="0" y="3800"/>
                  </a:lnTo>
                  <a:lnTo>
                    <a:pt x="9011" y="3800"/>
                  </a:lnTo>
                  <a:lnTo>
                    <a:pt x="9011" y="3800"/>
                  </a:lnTo>
                  <a:lnTo>
                    <a:pt x="9011" y="3629"/>
                  </a:lnTo>
                  <a:lnTo>
                    <a:pt x="8963" y="3459"/>
                  </a:lnTo>
                  <a:lnTo>
                    <a:pt x="8865" y="3313"/>
                  </a:lnTo>
                  <a:lnTo>
                    <a:pt x="8768" y="3191"/>
                  </a:lnTo>
                  <a:lnTo>
                    <a:pt x="8646" y="3093"/>
                  </a:lnTo>
                  <a:lnTo>
                    <a:pt x="8500" y="2996"/>
                  </a:lnTo>
                  <a:lnTo>
                    <a:pt x="8330" y="2947"/>
                  </a:lnTo>
                  <a:lnTo>
                    <a:pt x="8159" y="2947"/>
                  </a:lnTo>
                  <a:lnTo>
                    <a:pt x="6065" y="2947"/>
                  </a:lnTo>
                  <a:lnTo>
                    <a:pt x="6065" y="0"/>
                  </a:lnTo>
                </a:path>
              </a:pathLst>
            </a:custGeom>
            <a:noFill/>
            <a:ln cap="rnd" cmpd="sng" w="1217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4"/>
            <p:cNvSpPr/>
            <p:nvPr/>
          </p:nvSpPr>
          <p:spPr>
            <a:xfrm>
              <a:off x="2583100" y="2973775"/>
              <a:ext cx="461550" cy="336125"/>
            </a:xfrm>
            <a:custGeom>
              <a:rect b="b" l="l" r="r" t="t"/>
              <a:pathLst>
                <a:path extrusionOk="0" fill="none" h="13445" w="18462">
                  <a:moveTo>
                    <a:pt x="17974" y="1"/>
                  </a:moveTo>
                  <a:lnTo>
                    <a:pt x="487" y="1"/>
                  </a:lnTo>
                  <a:lnTo>
                    <a:pt x="487" y="1"/>
                  </a:lnTo>
                  <a:lnTo>
                    <a:pt x="390" y="1"/>
                  </a:lnTo>
                  <a:lnTo>
                    <a:pt x="317" y="50"/>
                  </a:lnTo>
                  <a:lnTo>
                    <a:pt x="220" y="74"/>
                  </a:lnTo>
                  <a:lnTo>
                    <a:pt x="146" y="147"/>
                  </a:lnTo>
                  <a:lnTo>
                    <a:pt x="98" y="220"/>
                  </a:lnTo>
                  <a:lnTo>
                    <a:pt x="49" y="293"/>
                  </a:lnTo>
                  <a:lnTo>
                    <a:pt x="25" y="390"/>
                  </a:lnTo>
                  <a:lnTo>
                    <a:pt x="0" y="488"/>
                  </a:lnTo>
                  <a:lnTo>
                    <a:pt x="0" y="12958"/>
                  </a:lnTo>
                  <a:lnTo>
                    <a:pt x="0" y="12958"/>
                  </a:lnTo>
                  <a:lnTo>
                    <a:pt x="25" y="13055"/>
                  </a:lnTo>
                  <a:lnTo>
                    <a:pt x="49" y="13152"/>
                  </a:lnTo>
                  <a:lnTo>
                    <a:pt x="98" y="13226"/>
                  </a:lnTo>
                  <a:lnTo>
                    <a:pt x="146" y="13299"/>
                  </a:lnTo>
                  <a:lnTo>
                    <a:pt x="220" y="13372"/>
                  </a:lnTo>
                  <a:lnTo>
                    <a:pt x="317" y="13396"/>
                  </a:lnTo>
                  <a:lnTo>
                    <a:pt x="390" y="13445"/>
                  </a:lnTo>
                  <a:lnTo>
                    <a:pt x="487" y="13445"/>
                  </a:lnTo>
                  <a:lnTo>
                    <a:pt x="17974" y="13445"/>
                  </a:lnTo>
                  <a:lnTo>
                    <a:pt x="17974" y="13445"/>
                  </a:lnTo>
                  <a:lnTo>
                    <a:pt x="18072" y="13445"/>
                  </a:lnTo>
                  <a:lnTo>
                    <a:pt x="18145" y="13396"/>
                  </a:lnTo>
                  <a:lnTo>
                    <a:pt x="18242" y="13372"/>
                  </a:lnTo>
                  <a:lnTo>
                    <a:pt x="18315" y="13299"/>
                  </a:lnTo>
                  <a:lnTo>
                    <a:pt x="18364" y="13226"/>
                  </a:lnTo>
                  <a:lnTo>
                    <a:pt x="18413" y="13152"/>
                  </a:lnTo>
                  <a:lnTo>
                    <a:pt x="18437" y="13055"/>
                  </a:lnTo>
                  <a:lnTo>
                    <a:pt x="18461" y="12958"/>
                  </a:lnTo>
                  <a:lnTo>
                    <a:pt x="18461" y="488"/>
                  </a:lnTo>
                  <a:lnTo>
                    <a:pt x="18461" y="488"/>
                  </a:lnTo>
                  <a:lnTo>
                    <a:pt x="18437" y="390"/>
                  </a:lnTo>
                  <a:lnTo>
                    <a:pt x="18413" y="293"/>
                  </a:lnTo>
                  <a:lnTo>
                    <a:pt x="18364" y="220"/>
                  </a:lnTo>
                  <a:lnTo>
                    <a:pt x="18315" y="147"/>
                  </a:lnTo>
                  <a:lnTo>
                    <a:pt x="18242" y="74"/>
                  </a:lnTo>
                  <a:lnTo>
                    <a:pt x="18145" y="50"/>
                  </a:lnTo>
                  <a:lnTo>
                    <a:pt x="18072" y="1"/>
                  </a:lnTo>
                  <a:lnTo>
                    <a:pt x="17974" y="1"/>
                  </a:lnTo>
                  <a:lnTo>
                    <a:pt x="17974" y="1"/>
                  </a:lnTo>
                  <a:close/>
                  <a:moveTo>
                    <a:pt x="17000" y="11983"/>
                  </a:moveTo>
                  <a:lnTo>
                    <a:pt x="1462" y="11983"/>
                  </a:lnTo>
                  <a:lnTo>
                    <a:pt x="1462" y="1462"/>
                  </a:lnTo>
                  <a:lnTo>
                    <a:pt x="17000" y="1462"/>
                  </a:lnTo>
                  <a:lnTo>
                    <a:pt x="17000" y="11983"/>
                  </a:lnTo>
                  <a:close/>
                </a:path>
              </a:pathLst>
            </a:custGeom>
            <a:noFill/>
            <a:ln cap="rnd" cmpd="sng" w="1217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8" name="Google Shape;128;p24"/>
          <p:cNvCxnSpPr/>
          <p:nvPr/>
        </p:nvCxnSpPr>
        <p:spPr>
          <a:xfrm>
            <a:off x="754150" y="2784125"/>
            <a:ext cx="1516800" cy="0"/>
          </a:xfrm>
          <a:prstGeom prst="straightConnector1">
            <a:avLst/>
          </a:prstGeom>
          <a:noFill/>
          <a:ln cap="flat" cmpd="sng" w="19050">
            <a:solidFill>
              <a:srgbClr val="999999"/>
            </a:solidFill>
            <a:prstDash val="solid"/>
            <a:round/>
            <a:headEnd len="med" w="med" type="none"/>
            <a:tailEnd len="med" w="med" type="none"/>
          </a:ln>
        </p:spPr>
      </p:cxnSp>
      <p:sp>
        <p:nvSpPr>
          <p:cNvPr id="129" name="Google Shape;129;p24"/>
          <p:cNvSpPr txBox="1"/>
          <p:nvPr/>
        </p:nvSpPr>
        <p:spPr>
          <a:xfrm>
            <a:off x="682250" y="2416625"/>
            <a:ext cx="2870100" cy="367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200">
                <a:solidFill>
                  <a:srgbClr val="999999"/>
                </a:solidFill>
                <a:latin typeface="Montserrat"/>
                <a:ea typeface="Montserrat"/>
                <a:cs typeface="Montserrat"/>
                <a:sym typeface="Montserrat"/>
              </a:rPr>
              <a:t>ESERCITAZIONE 9</a:t>
            </a:r>
            <a:endParaRPr b="1" sz="1200">
              <a:solidFill>
                <a:srgbClr val="999999"/>
              </a:solidFill>
              <a:latin typeface="Montserrat"/>
              <a:ea typeface="Montserrat"/>
              <a:cs typeface="Montserrat"/>
              <a:sym typeface="Montserrat"/>
            </a:endParaRPr>
          </a:p>
        </p:txBody>
      </p:sp>
      <p:pic>
        <p:nvPicPr>
          <p:cNvPr id="130" name="Google Shape;130;p24"/>
          <p:cNvPicPr preferRelativeResize="0"/>
          <p:nvPr/>
        </p:nvPicPr>
        <p:blipFill>
          <a:blip r:embed="rId3">
            <a:alphaModFix/>
          </a:blip>
          <a:stretch>
            <a:fillRect/>
          </a:stretch>
        </p:blipFill>
        <p:spPr>
          <a:xfrm>
            <a:off x="8052459" y="209475"/>
            <a:ext cx="885366" cy="965400"/>
          </a:xfrm>
          <a:prstGeom prst="rect">
            <a:avLst/>
          </a:prstGeom>
          <a:noFill/>
          <a:ln>
            <a:noFill/>
          </a:ln>
        </p:spPr>
      </p:pic>
      <p:grpSp>
        <p:nvGrpSpPr>
          <p:cNvPr id="131" name="Google Shape;131;p24"/>
          <p:cNvGrpSpPr/>
          <p:nvPr/>
        </p:nvGrpSpPr>
        <p:grpSpPr>
          <a:xfrm>
            <a:off x="7075525" y="209475"/>
            <a:ext cx="935100" cy="965400"/>
            <a:chOff x="2211650" y="411500"/>
            <a:chExt cx="935100" cy="965400"/>
          </a:xfrm>
        </p:grpSpPr>
        <p:sp>
          <p:nvSpPr>
            <p:cNvPr id="132" name="Google Shape;132;p24"/>
            <p:cNvSpPr/>
            <p:nvPr/>
          </p:nvSpPr>
          <p:spPr>
            <a:xfrm>
              <a:off x="2211650" y="411500"/>
              <a:ext cx="935100" cy="965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3" name="Google Shape;133;p24"/>
            <p:cNvPicPr preferRelativeResize="0"/>
            <p:nvPr/>
          </p:nvPicPr>
          <p:blipFill>
            <a:blip r:embed="rId4">
              <a:alphaModFix/>
            </a:blip>
            <a:stretch>
              <a:fillRect/>
            </a:stretch>
          </p:blipFill>
          <p:spPr>
            <a:xfrm>
              <a:off x="2241325" y="456337"/>
              <a:ext cx="875725" cy="875725"/>
            </a:xfrm>
            <a:prstGeom prst="rect">
              <a:avLst/>
            </a:prstGeom>
            <a:noFill/>
            <a:ln>
              <a:noFill/>
            </a:ln>
          </p:spPr>
        </p:pic>
      </p:grpSp>
      <p:sp>
        <p:nvSpPr>
          <p:cNvPr id="134" name="Google Shape;134;p24"/>
          <p:cNvSpPr txBox="1"/>
          <p:nvPr/>
        </p:nvSpPr>
        <p:spPr>
          <a:xfrm>
            <a:off x="5802725" y="3214950"/>
            <a:ext cx="2948700" cy="1693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Verdana"/>
                <a:ea typeface="Verdana"/>
                <a:cs typeface="Verdana"/>
                <a:sym typeface="Verdana"/>
              </a:rPr>
              <a:t>Elia Guarnieri</a:t>
            </a:r>
            <a:endParaRPr b="1" sz="1300">
              <a:solidFill>
                <a:srgbClr val="FFFFFF"/>
              </a:solidFill>
              <a:latin typeface="Verdana"/>
              <a:ea typeface="Verdana"/>
              <a:cs typeface="Verdana"/>
              <a:sym typeface="Verdana"/>
            </a:endParaRPr>
          </a:p>
          <a:p>
            <a:pPr indent="0" lvl="0" marL="0" rtl="0" algn="ctr">
              <a:spcBef>
                <a:spcPts val="0"/>
              </a:spcBef>
              <a:spcAft>
                <a:spcPts val="0"/>
              </a:spcAft>
              <a:buNone/>
            </a:pPr>
            <a:r>
              <a:rPr b="1" i="1" lang="en" sz="1100">
                <a:solidFill>
                  <a:srgbClr val="FFFFFF"/>
                </a:solidFill>
                <a:latin typeface="Verdana"/>
                <a:ea typeface="Verdana"/>
                <a:cs typeface="Verdana"/>
                <a:sym typeface="Verdana"/>
              </a:rPr>
              <a:t>elia.guarnieri@unimib.it</a:t>
            </a:r>
            <a:endParaRPr b="1" i="1" sz="1100">
              <a:solidFill>
                <a:srgbClr val="FFFFF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38" name="Shape 138"/>
        <p:cNvGrpSpPr/>
        <p:nvPr/>
      </p:nvGrpSpPr>
      <p:grpSpPr>
        <a:xfrm>
          <a:off x="0" y="0"/>
          <a:ext cx="0" cy="0"/>
          <a:chOff x="0" y="0"/>
          <a:chExt cx="0" cy="0"/>
        </a:xfrm>
      </p:grpSpPr>
      <p:sp>
        <p:nvSpPr>
          <p:cNvPr id="139" name="Google Shape;139;p25"/>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JavaScript e jQuery</a:t>
            </a:r>
            <a:endParaRPr/>
          </a:p>
        </p:txBody>
      </p:sp>
      <p:sp>
        <p:nvSpPr>
          <p:cNvPr id="140" name="Google Shape;140;p25"/>
          <p:cNvSpPr txBox="1"/>
          <p:nvPr>
            <p:ph idx="1" type="body"/>
          </p:nvPr>
        </p:nvSpPr>
        <p:spPr>
          <a:xfrm>
            <a:off x="838250" y="1504950"/>
            <a:ext cx="5324100" cy="2255700"/>
          </a:xfrm>
          <a:prstGeom prst="rect">
            <a:avLst/>
          </a:prstGeom>
        </p:spPr>
        <p:txBody>
          <a:bodyPr anchorCtr="0" anchor="t" bIns="91425" lIns="91425" spcFirstLastPara="1" rIns="91425" wrap="square" tIns="91425">
            <a:noAutofit/>
          </a:bodyPr>
          <a:lstStyle/>
          <a:p>
            <a:pPr indent="-355600" lvl="0" marL="457200" rtl="0" algn="l">
              <a:spcBef>
                <a:spcPts val="600"/>
              </a:spcBef>
              <a:spcAft>
                <a:spcPts val="0"/>
              </a:spcAft>
              <a:buSzPts val="2000"/>
              <a:buAutoNum type="arabicPeriod"/>
            </a:pPr>
            <a:r>
              <a:rPr lang="en"/>
              <a:t>Javascript</a:t>
            </a:r>
            <a:endParaRPr/>
          </a:p>
          <a:p>
            <a:pPr indent="-355600" lvl="0" marL="457200" rtl="0" algn="l">
              <a:spcBef>
                <a:spcPts val="0"/>
              </a:spcBef>
              <a:spcAft>
                <a:spcPts val="0"/>
              </a:spcAft>
              <a:buSzPts val="2000"/>
              <a:buAutoNum type="arabicPeriod"/>
            </a:pPr>
            <a:r>
              <a:rPr lang="en"/>
              <a:t>JQuery</a:t>
            </a:r>
            <a:endParaRPr/>
          </a:p>
        </p:txBody>
      </p:sp>
      <p:sp>
        <p:nvSpPr>
          <p:cNvPr id="141" name="Google Shape;141;p2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2" name="Google Shape;142;p25">
            <a:hlinkClick r:id="rId3"/>
          </p:cNvPr>
          <p:cNvSpPr/>
          <p:nvPr/>
        </p:nvSpPr>
        <p:spPr>
          <a:xfrm>
            <a:off x="0" y="5092700"/>
            <a:ext cx="2613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46" name="Shape 146"/>
        <p:cNvGrpSpPr/>
        <p:nvPr/>
      </p:nvGrpSpPr>
      <p:grpSpPr>
        <a:xfrm>
          <a:off x="0" y="0"/>
          <a:ext cx="0" cy="0"/>
          <a:chOff x="0" y="0"/>
          <a:chExt cx="0" cy="0"/>
        </a:xfrm>
      </p:grpSpPr>
      <p:sp>
        <p:nvSpPr>
          <p:cNvPr id="147" name="Google Shape;147;p26"/>
          <p:cNvSpPr txBox="1"/>
          <p:nvPr>
            <p:ph type="ctrTitle"/>
          </p:nvPr>
        </p:nvSpPr>
        <p:spPr>
          <a:xfrm>
            <a:off x="648300" y="1354750"/>
            <a:ext cx="4008600" cy="298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7200">
              <a:solidFill>
                <a:srgbClr val="FFC107"/>
              </a:solidFill>
            </a:endParaRPr>
          </a:p>
          <a:p>
            <a:pPr indent="0" lvl="0" marL="0" rtl="0" algn="l">
              <a:spcBef>
                <a:spcPts val="0"/>
              </a:spcBef>
              <a:spcAft>
                <a:spcPts val="0"/>
              </a:spcAft>
              <a:buNone/>
            </a:pPr>
            <a:r>
              <a:rPr lang="en"/>
              <a:t>JAVASCRIPT</a:t>
            </a:r>
            <a:endParaRPr/>
          </a:p>
        </p:txBody>
      </p:sp>
      <p:sp>
        <p:nvSpPr>
          <p:cNvPr id="148" name="Google Shape;148;p2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49" name="Google Shape;149;p26">
            <a:hlinkClick r:id="rId3"/>
          </p:cNvPr>
          <p:cNvSpPr/>
          <p:nvPr/>
        </p:nvSpPr>
        <p:spPr>
          <a:xfrm>
            <a:off x="0" y="5092700"/>
            <a:ext cx="522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53" name="Shape 153"/>
        <p:cNvGrpSpPr/>
        <p:nvPr/>
      </p:nvGrpSpPr>
      <p:grpSpPr>
        <a:xfrm>
          <a:off x="0" y="0"/>
          <a:ext cx="0" cy="0"/>
          <a:chOff x="0" y="0"/>
          <a:chExt cx="0" cy="0"/>
        </a:xfrm>
      </p:grpSpPr>
      <p:sp>
        <p:nvSpPr>
          <p:cNvPr id="154" name="Google Shape;154;p2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7"/>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Cos’è JavaScript e cosa può fare</a:t>
            </a:r>
            <a:endParaRPr>
              <a:solidFill>
                <a:srgbClr val="999999"/>
              </a:solidFill>
            </a:endParaRPr>
          </a:p>
        </p:txBody>
      </p:sp>
      <p:sp>
        <p:nvSpPr>
          <p:cNvPr id="156" name="Google Shape;156;p27"/>
          <p:cNvSpPr txBox="1"/>
          <p:nvPr>
            <p:ph idx="1" type="body"/>
          </p:nvPr>
        </p:nvSpPr>
        <p:spPr>
          <a:xfrm>
            <a:off x="838250" y="1504950"/>
            <a:ext cx="5324100" cy="27501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0"/>
              </a:spcAft>
              <a:buNone/>
            </a:pPr>
            <a:r>
              <a:rPr b="1" lang="en" sz="1500"/>
              <a:t>JavaScript </a:t>
            </a:r>
            <a:r>
              <a:rPr lang="en" sz="1500"/>
              <a:t>è un linguaggio di programmazione utilizzato comunemente nella programmazione Web lato client per la creazione di effetti dinamici interattivi tramite funzioni che possono essere invocate da eventi su una determinata pagina web</a:t>
            </a:r>
            <a:endParaRPr sz="1500"/>
          </a:p>
          <a:p>
            <a:pPr indent="0" lvl="0" marL="0" rtl="0" algn="l">
              <a:lnSpc>
                <a:spcPct val="100000"/>
              </a:lnSpc>
              <a:spcBef>
                <a:spcPts val="1000"/>
              </a:spcBef>
              <a:spcAft>
                <a:spcPts val="0"/>
              </a:spcAft>
              <a:buNone/>
            </a:pPr>
            <a:r>
              <a:rPr lang="en" sz="1500"/>
              <a:t>Il codice JavaScript viene eseguito da un interprete contenuto all’interno di ogni browser</a:t>
            </a:r>
            <a:endParaRPr sz="1500"/>
          </a:p>
          <a:p>
            <a:pPr indent="0" lvl="0" marL="0" rtl="0" algn="l">
              <a:lnSpc>
                <a:spcPct val="100000"/>
              </a:lnSpc>
              <a:spcBef>
                <a:spcPts val="1000"/>
              </a:spcBef>
              <a:spcAft>
                <a:spcPts val="1000"/>
              </a:spcAft>
              <a:buNone/>
            </a:pPr>
            <a:r>
              <a:rPr lang="en" sz="1500"/>
              <a:t>Tra le altre cose, permette di accedere e modificare elementi della pagina HTML e di reagire a eventi generati dall’interazione con l’utente</a:t>
            </a:r>
            <a:endParaRPr sz="1500"/>
          </a:p>
        </p:txBody>
      </p:sp>
      <p:sp>
        <p:nvSpPr>
          <p:cNvPr id="157" name="Google Shape;157;p27"/>
          <p:cNvSpPr txBox="1"/>
          <p:nvPr>
            <p:ph idx="1" type="body"/>
          </p:nvPr>
        </p:nvSpPr>
        <p:spPr>
          <a:xfrm>
            <a:off x="7994525" y="943900"/>
            <a:ext cx="548700" cy="3849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n" sz="1300" u="sng">
                <a:solidFill>
                  <a:schemeClr val="hlink"/>
                </a:solidFill>
                <a:hlinkClick r:id="rId3"/>
              </a:rPr>
              <a:t>Try it</a:t>
            </a:r>
            <a:endParaRPr sz="1300"/>
          </a:p>
        </p:txBody>
      </p:sp>
      <p:sp>
        <p:nvSpPr>
          <p:cNvPr id="158" name="Google Shape;158;p27">
            <a:hlinkClick r:id="rId4"/>
          </p:cNvPr>
          <p:cNvSpPr/>
          <p:nvPr/>
        </p:nvSpPr>
        <p:spPr>
          <a:xfrm>
            <a:off x="0" y="5092700"/>
            <a:ext cx="7839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62" name="Shape 162"/>
        <p:cNvGrpSpPr/>
        <p:nvPr/>
      </p:nvGrpSpPr>
      <p:grpSpPr>
        <a:xfrm>
          <a:off x="0" y="0"/>
          <a:ext cx="0" cy="0"/>
          <a:chOff x="0" y="0"/>
          <a:chExt cx="0" cy="0"/>
        </a:xfrm>
      </p:grpSpPr>
      <p:sp>
        <p:nvSpPr>
          <p:cNvPr id="163" name="Google Shape;163;p2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4" name="Google Shape;164;p28"/>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Sintassi e variabili</a:t>
            </a:r>
            <a:endParaRPr>
              <a:solidFill>
                <a:srgbClr val="999999"/>
              </a:solidFill>
            </a:endParaRPr>
          </a:p>
        </p:txBody>
      </p:sp>
      <p:sp>
        <p:nvSpPr>
          <p:cNvPr id="165" name="Google Shape;165;p28"/>
          <p:cNvSpPr txBox="1"/>
          <p:nvPr>
            <p:ph idx="1" type="body"/>
          </p:nvPr>
        </p:nvSpPr>
        <p:spPr>
          <a:xfrm>
            <a:off x="838250" y="1504950"/>
            <a:ext cx="5324100" cy="6465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lang="en" sz="1500"/>
              <a:t>Così come negli altri linguaggi di programmazione, un programma JavaScript comprende una lista di enunciati </a:t>
            </a:r>
            <a:endParaRPr sz="1500"/>
          </a:p>
        </p:txBody>
      </p:sp>
      <p:sp>
        <p:nvSpPr>
          <p:cNvPr id="166" name="Google Shape;166;p28"/>
          <p:cNvSpPr txBox="1"/>
          <p:nvPr>
            <p:ph idx="1" type="body"/>
          </p:nvPr>
        </p:nvSpPr>
        <p:spPr>
          <a:xfrm>
            <a:off x="7994525" y="943900"/>
            <a:ext cx="548700" cy="3849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n" sz="1300" u="sng">
                <a:solidFill>
                  <a:schemeClr val="hlink"/>
                </a:solidFill>
                <a:hlinkClick r:id="rId3"/>
              </a:rPr>
              <a:t>Try it</a:t>
            </a:r>
            <a:endParaRPr sz="1300"/>
          </a:p>
        </p:txBody>
      </p:sp>
      <p:sp>
        <p:nvSpPr>
          <p:cNvPr id="167" name="Google Shape;167;p28"/>
          <p:cNvSpPr txBox="1"/>
          <p:nvPr/>
        </p:nvSpPr>
        <p:spPr>
          <a:xfrm>
            <a:off x="940725" y="2151450"/>
            <a:ext cx="53241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C678DD"/>
                </a:solidFill>
                <a:highlight>
                  <a:srgbClr val="333333"/>
                </a:highlight>
                <a:latin typeface="Fira Code"/>
                <a:ea typeface="Fira Code"/>
                <a:cs typeface="Fira Code"/>
                <a:sym typeface="Fira Code"/>
              </a:rPr>
              <a:t>var</a:t>
            </a:r>
            <a:r>
              <a:rPr lang="en" sz="1050">
                <a:solidFill>
                  <a:srgbClr val="ABB2BF"/>
                </a:solidFill>
                <a:highlight>
                  <a:srgbClr val="333333"/>
                </a:highlight>
                <a:latin typeface="Fira Code"/>
                <a:ea typeface="Fira Code"/>
                <a:cs typeface="Fira Code"/>
                <a:sym typeface="Fira Code"/>
              </a:rPr>
              <a:t> x </a:t>
            </a:r>
            <a:r>
              <a:rPr lang="en" sz="1050">
                <a:solidFill>
                  <a:srgbClr val="56B6C2"/>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 </a:t>
            </a:r>
            <a:r>
              <a:rPr lang="en" sz="1050">
                <a:solidFill>
                  <a:srgbClr val="D19A66"/>
                </a:solidFill>
                <a:highlight>
                  <a:srgbClr val="333333"/>
                </a:highlight>
                <a:latin typeface="Fira Code"/>
                <a:ea typeface="Fira Code"/>
                <a:cs typeface="Fira Code"/>
                <a:sym typeface="Fira Code"/>
              </a:rPr>
              <a:t>5</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Dichiaro la variabile x e le assegno il valore 5</a:t>
            </a:r>
            <a:endParaRPr sz="1050">
              <a:solidFill>
                <a:srgbClr val="E06C75"/>
              </a:solidFill>
              <a:highlight>
                <a:srgbClr val="333333"/>
              </a:highlight>
              <a:latin typeface="Fira Code"/>
              <a:ea typeface="Fira Code"/>
              <a:cs typeface="Fira Code"/>
              <a:sym typeface="Fira Code"/>
            </a:endParaRPr>
          </a:p>
        </p:txBody>
      </p:sp>
      <p:sp>
        <p:nvSpPr>
          <p:cNvPr id="168" name="Google Shape;168;p28"/>
          <p:cNvSpPr txBox="1"/>
          <p:nvPr/>
        </p:nvSpPr>
        <p:spPr>
          <a:xfrm>
            <a:off x="889550" y="2497650"/>
            <a:ext cx="5221500" cy="22884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500">
                <a:solidFill>
                  <a:schemeClr val="dk1"/>
                </a:solidFill>
                <a:latin typeface="Karla"/>
                <a:ea typeface="Karla"/>
                <a:cs typeface="Karla"/>
                <a:sym typeface="Karla"/>
              </a:rPr>
              <a:t>Gli enunciati sono composti da valori, operatori, funzioni. Ogni enunciato è separato dagli altri con il carattere “;” (semicolon)</a:t>
            </a:r>
            <a:endParaRPr sz="1500">
              <a:solidFill>
                <a:schemeClr val="dk1"/>
              </a:solidFill>
              <a:latin typeface="Karla"/>
              <a:ea typeface="Karla"/>
              <a:cs typeface="Karla"/>
              <a:sym typeface="Karla"/>
            </a:endParaRPr>
          </a:p>
          <a:p>
            <a:pPr indent="0" lvl="0" marL="0" rtl="0" algn="l">
              <a:spcBef>
                <a:spcPts val="1000"/>
              </a:spcBef>
              <a:spcAft>
                <a:spcPts val="0"/>
              </a:spcAft>
              <a:buNone/>
            </a:pPr>
            <a:r>
              <a:rPr lang="en" sz="1500">
                <a:solidFill>
                  <a:schemeClr val="dk1"/>
                </a:solidFill>
                <a:latin typeface="Karla"/>
                <a:ea typeface="Karla"/>
                <a:cs typeface="Karla"/>
                <a:sym typeface="Karla"/>
              </a:rPr>
              <a:t>Le variabili permettono di immagazzinare valori. Prima di assegnare un valore a una variabile occorre dichiararla (ad esempio con “var”)</a:t>
            </a:r>
            <a:endParaRPr sz="1500">
              <a:solidFill>
                <a:schemeClr val="dk1"/>
              </a:solidFill>
              <a:latin typeface="Karla"/>
              <a:ea typeface="Karla"/>
              <a:cs typeface="Karla"/>
              <a:sym typeface="Karla"/>
            </a:endParaRPr>
          </a:p>
          <a:p>
            <a:pPr indent="0" lvl="0" marL="0" rtl="0" algn="l">
              <a:spcBef>
                <a:spcPts val="1000"/>
              </a:spcBef>
              <a:spcAft>
                <a:spcPts val="1000"/>
              </a:spcAft>
              <a:buNone/>
            </a:pPr>
            <a:r>
              <a:rPr lang="en" sz="1500">
                <a:solidFill>
                  <a:schemeClr val="dk1"/>
                </a:solidFill>
                <a:latin typeface="Karla"/>
                <a:ea typeface="Karla"/>
                <a:cs typeface="Karla"/>
                <a:sym typeface="Karla"/>
              </a:rPr>
              <a:t>Dal 2015, oltre a </a:t>
            </a:r>
            <a:r>
              <a:rPr b="1" lang="en" sz="1500">
                <a:solidFill>
                  <a:schemeClr val="dk1"/>
                </a:solidFill>
                <a:latin typeface="Karla"/>
                <a:ea typeface="Karla"/>
                <a:cs typeface="Karla"/>
                <a:sym typeface="Karla"/>
              </a:rPr>
              <a:t>var </a:t>
            </a:r>
            <a:r>
              <a:rPr lang="en" sz="1500">
                <a:solidFill>
                  <a:schemeClr val="dk1"/>
                </a:solidFill>
                <a:latin typeface="Karla"/>
                <a:ea typeface="Karla"/>
                <a:cs typeface="Karla"/>
                <a:sym typeface="Karla"/>
              </a:rPr>
              <a:t>sono stati introdotti due altri tipi di variabile: </a:t>
            </a:r>
            <a:r>
              <a:rPr b="1" lang="en" sz="1500">
                <a:solidFill>
                  <a:schemeClr val="dk1"/>
                </a:solidFill>
                <a:latin typeface="Karla"/>
                <a:ea typeface="Karla"/>
                <a:cs typeface="Karla"/>
                <a:sym typeface="Karla"/>
              </a:rPr>
              <a:t>let </a:t>
            </a:r>
            <a:r>
              <a:rPr lang="en" sz="1500">
                <a:solidFill>
                  <a:schemeClr val="dk1"/>
                </a:solidFill>
                <a:latin typeface="Karla"/>
                <a:ea typeface="Karla"/>
                <a:cs typeface="Karla"/>
                <a:sym typeface="Karla"/>
              </a:rPr>
              <a:t>e </a:t>
            </a:r>
            <a:r>
              <a:rPr b="1" lang="en" sz="1500">
                <a:solidFill>
                  <a:schemeClr val="dk1"/>
                </a:solidFill>
                <a:latin typeface="Karla"/>
                <a:ea typeface="Karla"/>
                <a:cs typeface="Karla"/>
                <a:sym typeface="Karla"/>
              </a:rPr>
              <a:t>const</a:t>
            </a:r>
            <a:endParaRPr b="1" sz="1500">
              <a:solidFill>
                <a:schemeClr val="dk1"/>
              </a:solidFill>
              <a:latin typeface="Karla"/>
              <a:ea typeface="Karla"/>
              <a:cs typeface="Karla"/>
              <a:sym typeface="Karla"/>
            </a:endParaRPr>
          </a:p>
        </p:txBody>
      </p:sp>
      <p:sp>
        <p:nvSpPr>
          <p:cNvPr id="169" name="Google Shape;169;p28">
            <a:hlinkClick r:id="rId4"/>
          </p:cNvPr>
          <p:cNvSpPr/>
          <p:nvPr/>
        </p:nvSpPr>
        <p:spPr>
          <a:xfrm>
            <a:off x="0" y="5092700"/>
            <a:ext cx="10449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73" name="Shape 173"/>
        <p:cNvGrpSpPr/>
        <p:nvPr/>
      </p:nvGrpSpPr>
      <p:grpSpPr>
        <a:xfrm>
          <a:off x="0" y="0"/>
          <a:ext cx="0" cy="0"/>
          <a:chOff x="0" y="0"/>
          <a:chExt cx="0" cy="0"/>
        </a:xfrm>
      </p:grpSpPr>
      <p:sp>
        <p:nvSpPr>
          <p:cNvPr id="174" name="Google Shape;174;p2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9"/>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Gli operatori</a:t>
            </a:r>
            <a:endParaRPr>
              <a:solidFill>
                <a:srgbClr val="999999"/>
              </a:solidFill>
            </a:endParaRPr>
          </a:p>
        </p:txBody>
      </p:sp>
      <p:sp>
        <p:nvSpPr>
          <p:cNvPr id="176" name="Google Shape;176;p29"/>
          <p:cNvSpPr txBox="1"/>
          <p:nvPr>
            <p:ph idx="1" type="body"/>
          </p:nvPr>
        </p:nvSpPr>
        <p:spPr>
          <a:xfrm>
            <a:off x="838250" y="1504950"/>
            <a:ext cx="5324100" cy="8772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lang="en" sz="1500"/>
              <a:t>JavaScript include diversi </a:t>
            </a:r>
            <a:r>
              <a:rPr lang="en" sz="1500" u="sng">
                <a:solidFill>
                  <a:schemeClr val="hlink"/>
                </a:solidFill>
                <a:hlinkClick r:id="rId3"/>
              </a:rPr>
              <a:t>operatori </a:t>
            </a:r>
            <a:r>
              <a:rPr lang="en" sz="1500"/>
              <a:t>che, come suggerisce il nome, permettono di eseguire operazioni su un determinato numero di operandi, per produrre un risultato </a:t>
            </a:r>
            <a:endParaRPr sz="1500"/>
          </a:p>
        </p:txBody>
      </p:sp>
      <p:sp>
        <p:nvSpPr>
          <p:cNvPr id="177" name="Google Shape;177;p29"/>
          <p:cNvSpPr txBox="1"/>
          <p:nvPr>
            <p:ph idx="1" type="body"/>
          </p:nvPr>
        </p:nvSpPr>
        <p:spPr>
          <a:xfrm>
            <a:off x="7994525" y="943900"/>
            <a:ext cx="548700" cy="3849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n" sz="1300" u="sng">
                <a:solidFill>
                  <a:schemeClr val="hlink"/>
                </a:solidFill>
                <a:hlinkClick r:id="rId4"/>
              </a:rPr>
              <a:t>Try it</a:t>
            </a:r>
            <a:endParaRPr sz="1300"/>
          </a:p>
        </p:txBody>
      </p:sp>
      <p:sp>
        <p:nvSpPr>
          <p:cNvPr id="178" name="Google Shape;178;p29"/>
          <p:cNvSpPr txBox="1"/>
          <p:nvPr/>
        </p:nvSpPr>
        <p:spPr>
          <a:xfrm>
            <a:off x="838350" y="2298775"/>
            <a:ext cx="6045000" cy="14160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500">
                <a:solidFill>
                  <a:srgbClr val="666666"/>
                </a:solidFill>
                <a:latin typeface="Karla"/>
                <a:ea typeface="Karla"/>
                <a:cs typeface="Karla"/>
                <a:sym typeface="Karla"/>
              </a:rPr>
              <a:t>Esistono tanti tipi di operatori. Ad esempio:</a:t>
            </a:r>
            <a:endParaRPr sz="1500">
              <a:solidFill>
                <a:srgbClr val="666666"/>
              </a:solidFill>
              <a:latin typeface="Karla"/>
              <a:ea typeface="Karla"/>
              <a:cs typeface="Karla"/>
              <a:sym typeface="Karla"/>
            </a:endParaRPr>
          </a:p>
          <a:p>
            <a:pPr indent="-323850" lvl="0" marL="457200" rtl="0" algn="l">
              <a:spcBef>
                <a:spcPts val="600"/>
              </a:spcBef>
              <a:spcAft>
                <a:spcPts val="0"/>
              </a:spcAft>
              <a:buClr>
                <a:srgbClr val="666666"/>
              </a:buClr>
              <a:buSzPts val="1500"/>
              <a:buFont typeface="Karla"/>
              <a:buChar char="▸"/>
            </a:pPr>
            <a:r>
              <a:rPr lang="en" sz="1500">
                <a:solidFill>
                  <a:srgbClr val="666666"/>
                </a:solidFill>
                <a:latin typeface="Karla"/>
                <a:ea typeface="Karla"/>
                <a:cs typeface="Karla"/>
                <a:sym typeface="Karla"/>
              </a:rPr>
              <a:t>aritmetici o di incremento/decremento (</a:t>
            </a:r>
            <a:r>
              <a:rPr lang="en" sz="1500">
                <a:solidFill>
                  <a:srgbClr val="C53929"/>
                </a:solidFill>
                <a:latin typeface="Karla"/>
                <a:ea typeface="Karla"/>
                <a:cs typeface="Karla"/>
                <a:sym typeface="Karla"/>
              </a:rPr>
              <a:t>+</a:t>
            </a:r>
            <a:r>
              <a:rPr lang="en" sz="1500">
                <a:solidFill>
                  <a:srgbClr val="666666"/>
                </a:solidFill>
                <a:latin typeface="Karla"/>
                <a:ea typeface="Karla"/>
                <a:cs typeface="Karla"/>
                <a:sym typeface="Karla"/>
              </a:rPr>
              <a:t>,</a:t>
            </a:r>
            <a:r>
              <a:rPr lang="en" sz="1500">
                <a:solidFill>
                  <a:srgbClr val="C53929"/>
                </a:solidFill>
                <a:latin typeface="Karla"/>
                <a:ea typeface="Karla"/>
                <a:cs typeface="Karla"/>
                <a:sym typeface="Karla"/>
              </a:rPr>
              <a:t> -</a:t>
            </a:r>
            <a:r>
              <a:rPr lang="en" sz="1500">
                <a:solidFill>
                  <a:srgbClr val="666666"/>
                </a:solidFill>
                <a:latin typeface="Karla"/>
                <a:ea typeface="Karla"/>
                <a:cs typeface="Karla"/>
                <a:sym typeface="Karla"/>
              </a:rPr>
              <a:t>,</a:t>
            </a:r>
            <a:r>
              <a:rPr lang="en" sz="1500">
                <a:solidFill>
                  <a:srgbClr val="C53929"/>
                </a:solidFill>
                <a:latin typeface="Karla"/>
                <a:ea typeface="Karla"/>
                <a:cs typeface="Karla"/>
                <a:sym typeface="Karla"/>
              </a:rPr>
              <a:t> *</a:t>
            </a:r>
            <a:r>
              <a:rPr lang="en" sz="1500">
                <a:solidFill>
                  <a:srgbClr val="666666"/>
                </a:solidFill>
                <a:latin typeface="Karla"/>
                <a:ea typeface="Karla"/>
                <a:cs typeface="Karla"/>
                <a:sym typeface="Karla"/>
              </a:rPr>
              <a:t>, </a:t>
            </a:r>
            <a:r>
              <a:rPr lang="en" sz="1500">
                <a:solidFill>
                  <a:srgbClr val="C53929"/>
                </a:solidFill>
                <a:latin typeface="Karla"/>
                <a:ea typeface="Karla"/>
                <a:cs typeface="Karla"/>
                <a:sym typeface="Karla"/>
              </a:rPr>
              <a:t>/</a:t>
            </a:r>
            <a:r>
              <a:rPr lang="en" sz="1500">
                <a:solidFill>
                  <a:srgbClr val="666666"/>
                </a:solidFill>
                <a:latin typeface="Karla"/>
                <a:ea typeface="Karla"/>
                <a:cs typeface="Karla"/>
                <a:sym typeface="Karla"/>
              </a:rPr>
              <a:t>, </a:t>
            </a:r>
            <a:r>
              <a:rPr lang="en" sz="1500">
                <a:solidFill>
                  <a:srgbClr val="C53929"/>
                </a:solidFill>
                <a:latin typeface="Karla"/>
                <a:ea typeface="Karla"/>
                <a:cs typeface="Karla"/>
                <a:sym typeface="Karla"/>
              </a:rPr>
              <a:t>++</a:t>
            </a:r>
            <a:r>
              <a:rPr lang="en" sz="1500">
                <a:solidFill>
                  <a:srgbClr val="666666"/>
                </a:solidFill>
                <a:latin typeface="Karla"/>
                <a:ea typeface="Karla"/>
                <a:cs typeface="Karla"/>
                <a:sym typeface="Karla"/>
              </a:rPr>
              <a:t>, </a:t>
            </a:r>
            <a:r>
              <a:rPr lang="en" sz="1500">
                <a:solidFill>
                  <a:srgbClr val="C53929"/>
                </a:solidFill>
                <a:latin typeface="Karla"/>
                <a:ea typeface="Karla"/>
                <a:cs typeface="Karla"/>
                <a:sym typeface="Karla"/>
              </a:rPr>
              <a:t>--</a:t>
            </a:r>
            <a:r>
              <a:rPr lang="en" sz="1500">
                <a:solidFill>
                  <a:srgbClr val="666666"/>
                </a:solidFill>
                <a:latin typeface="Karla"/>
                <a:ea typeface="Karla"/>
                <a:cs typeface="Karla"/>
                <a:sym typeface="Karla"/>
              </a:rPr>
              <a:t>, etc)</a:t>
            </a:r>
            <a:endParaRPr sz="1500">
              <a:solidFill>
                <a:srgbClr val="666666"/>
              </a:solidFill>
              <a:latin typeface="Karla"/>
              <a:ea typeface="Karla"/>
              <a:cs typeface="Karla"/>
              <a:sym typeface="Karla"/>
            </a:endParaRPr>
          </a:p>
          <a:p>
            <a:pPr indent="-323850" lvl="0" marL="457200" rtl="0" algn="l">
              <a:spcBef>
                <a:spcPts val="0"/>
              </a:spcBef>
              <a:spcAft>
                <a:spcPts val="0"/>
              </a:spcAft>
              <a:buClr>
                <a:srgbClr val="666666"/>
              </a:buClr>
              <a:buSzPts val="1500"/>
              <a:buFont typeface="Karla"/>
              <a:buChar char="▸"/>
            </a:pPr>
            <a:r>
              <a:rPr lang="en" sz="1500">
                <a:solidFill>
                  <a:srgbClr val="666666"/>
                </a:solidFill>
                <a:latin typeface="Karla"/>
                <a:ea typeface="Karla"/>
                <a:cs typeface="Karla"/>
                <a:sym typeface="Karla"/>
              </a:rPr>
              <a:t>di assegnamento ( </a:t>
            </a:r>
            <a:r>
              <a:rPr lang="en" sz="1500">
                <a:solidFill>
                  <a:srgbClr val="C53929"/>
                </a:solidFill>
                <a:latin typeface="Karla"/>
                <a:ea typeface="Karla"/>
                <a:cs typeface="Karla"/>
                <a:sym typeface="Karla"/>
              </a:rPr>
              <a:t>=</a:t>
            </a:r>
            <a:r>
              <a:rPr lang="en" sz="1500">
                <a:solidFill>
                  <a:srgbClr val="666666"/>
                </a:solidFill>
                <a:latin typeface="Karla"/>
                <a:ea typeface="Karla"/>
                <a:cs typeface="Karla"/>
                <a:sym typeface="Karla"/>
              </a:rPr>
              <a:t> )</a:t>
            </a:r>
            <a:endParaRPr sz="1500">
              <a:solidFill>
                <a:srgbClr val="666666"/>
              </a:solidFill>
              <a:latin typeface="Karla"/>
              <a:ea typeface="Karla"/>
              <a:cs typeface="Karla"/>
              <a:sym typeface="Karla"/>
            </a:endParaRPr>
          </a:p>
          <a:p>
            <a:pPr indent="-323850" lvl="0" marL="457200" rtl="0" algn="l">
              <a:spcBef>
                <a:spcPts val="0"/>
              </a:spcBef>
              <a:spcAft>
                <a:spcPts val="0"/>
              </a:spcAft>
              <a:buClr>
                <a:srgbClr val="666666"/>
              </a:buClr>
              <a:buSzPts val="1500"/>
              <a:buFont typeface="Karla"/>
              <a:buChar char="▸"/>
            </a:pPr>
            <a:r>
              <a:rPr lang="en" sz="1500">
                <a:solidFill>
                  <a:srgbClr val="666666"/>
                </a:solidFill>
                <a:latin typeface="Karla"/>
                <a:ea typeface="Karla"/>
                <a:cs typeface="Karla"/>
                <a:sym typeface="Karla"/>
              </a:rPr>
              <a:t>di relazione o confronto (</a:t>
            </a:r>
            <a:r>
              <a:rPr lang="en" sz="1500">
                <a:solidFill>
                  <a:srgbClr val="C53929"/>
                </a:solidFill>
                <a:latin typeface="Karla"/>
                <a:ea typeface="Karla"/>
                <a:cs typeface="Karla"/>
                <a:sym typeface="Karla"/>
              </a:rPr>
              <a:t>==</a:t>
            </a:r>
            <a:r>
              <a:rPr lang="en" sz="1500">
                <a:solidFill>
                  <a:srgbClr val="666666"/>
                </a:solidFill>
                <a:latin typeface="Karla"/>
                <a:ea typeface="Karla"/>
                <a:cs typeface="Karla"/>
                <a:sym typeface="Karla"/>
              </a:rPr>
              <a:t>, </a:t>
            </a:r>
            <a:r>
              <a:rPr lang="en" sz="1500">
                <a:solidFill>
                  <a:srgbClr val="C53929"/>
                </a:solidFill>
                <a:latin typeface="Karla"/>
                <a:ea typeface="Karla"/>
                <a:cs typeface="Karla"/>
                <a:sym typeface="Karla"/>
              </a:rPr>
              <a:t>&gt;</a:t>
            </a:r>
            <a:r>
              <a:rPr lang="en" sz="1500">
                <a:solidFill>
                  <a:srgbClr val="666666"/>
                </a:solidFill>
                <a:latin typeface="Karla"/>
                <a:ea typeface="Karla"/>
                <a:cs typeface="Karla"/>
                <a:sym typeface="Karla"/>
              </a:rPr>
              <a:t>, </a:t>
            </a:r>
            <a:r>
              <a:rPr lang="en" sz="1500">
                <a:solidFill>
                  <a:srgbClr val="C53929"/>
                </a:solidFill>
                <a:latin typeface="Karla"/>
                <a:ea typeface="Karla"/>
                <a:cs typeface="Karla"/>
                <a:sym typeface="Karla"/>
              </a:rPr>
              <a:t>!=</a:t>
            </a:r>
            <a:r>
              <a:rPr lang="en" sz="1500">
                <a:solidFill>
                  <a:srgbClr val="666666"/>
                </a:solidFill>
                <a:latin typeface="Karla"/>
                <a:ea typeface="Karla"/>
                <a:cs typeface="Karla"/>
                <a:sym typeface="Karla"/>
              </a:rPr>
              <a:t>)</a:t>
            </a:r>
            <a:endParaRPr sz="1500">
              <a:solidFill>
                <a:srgbClr val="666666"/>
              </a:solidFill>
              <a:latin typeface="Karla"/>
              <a:ea typeface="Karla"/>
              <a:cs typeface="Karla"/>
              <a:sym typeface="Karla"/>
            </a:endParaRPr>
          </a:p>
          <a:p>
            <a:pPr indent="-323850" lvl="0" marL="457200" rtl="0" algn="l">
              <a:spcBef>
                <a:spcPts val="0"/>
              </a:spcBef>
              <a:spcAft>
                <a:spcPts val="0"/>
              </a:spcAft>
              <a:buClr>
                <a:srgbClr val="666666"/>
              </a:buClr>
              <a:buSzPts val="1500"/>
              <a:buFont typeface="Karla"/>
              <a:buChar char="▸"/>
            </a:pPr>
            <a:r>
              <a:rPr lang="en" sz="1500">
                <a:solidFill>
                  <a:srgbClr val="666666"/>
                </a:solidFill>
                <a:latin typeface="Karla"/>
                <a:ea typeface="Karla"/>
                <a:cs typeface="Karla"/>
                <a:sym typeface="Karla"/>
              </a:rPr>
              <a:t>logici (and: </a:t>
            </a:r>
            <a:r>
              <a:rPr lang="en" sz="1500">
                <a:solidFill>
                  <a:srgbClr val="C53929"/>
                </a:solidFill>
                <a:latin typeface="Karla"/>
                <a:ea typeface="Karla"/>
                <a:cs typeface="Karla"/>
                <a:sym typeface="Karla"/>
              </a:rPr>
              <a:t>&amp;&amp;</a:t>
            </a:r>
            <a:r>
              <a:rPr lang="en" sz="1500">
                <a:solidFill>
                  <a:srgbClr val="666666"/>
                </a:solidFill>
                <a:latin typeface="Karla"/>
                <a:ea typeface="Karla"/>
                <a:cs typeface="Karla"/>
                <a:sym typeface="Karla"/>
              </a:rPr>
              <a:t>, or: </a:t>
            </a:r>
            <a:r>
              <a:rPr lang="en" sz="1500">
                <a:solidFill>
                  <a:srgbClr val="C53929"/>
                </a:solidFill>
                <a:latin typeface="Karla"/>
                <a:ea typeface="Karla"/>
                <a:cs typeface="Karla"/>
                <a:sym typeface="Karla"/>
              </a:rPr>
              <a:t>||</a:t>
            </a:r>
            <a:r>
              <a:rPr lang="en" sz="1500">
                <a:solidFill>
                  <a:srgbClr val="666666"/>
                </a:solidFill>
                <a:latin typeface="Karla"/>
                <a:ea typeface="Karla"/>
                <a:cs typeface="Karla"/>
                <a:sym typeface="Karla"/>
              </a:rPr>
              <a:t>, not: </a:t>
            </a:r>
            <a:r>
              <a:rPr lang="en" sz="1500">
                <a:solidFill>
                  <a:srgbClr val="C53929"/>
                </a:solidFill>
                <a:latin typeface="Karla"/>
                <a:ea typeface="Karla"/>
                <a:cs typeface="Karla"/>
                <a:sym typeface="Karla"/>
              </a:rPr>
              <a:t>!</a:t>
            </a:r>
            <a:r>
              <a:rPr lang="en" sz="1500">
                <a:solidFill>
                  <a:srgbClr val="666666"/>
                </a:solidFill>
                <a:latin typeface="Karla"/>
                <a:ea typeface="Karla"/>
                <a:cs typeface="Karla"/>
                <a:sym typeface="Karla"/>
              </a:rPr>
              <a:t>)</a:t>
            </a:r>
            <a:endParaRPr sz="1500">
              <a:solidFill>
                <a:schemeClr val="dk1"/>
              </a:solidFill>
              <a:latin typeface="Karla"/>
              <a:ea typeface="Karla"/>
              <a:cs typeface="Karla"/>
              <a:sym typeface="Karla"/>
            </a:endParaRPr>
          </a:p>
        </p:txBody>
      </p:sp>
      <p:sp>
        <p:nvSpPr>
          <p:cNvPr id="179" name="Google Shape;179;p29">
            <a:hlinkClick r:id="rId5"/>
          </p:cNvPr>
          <p:cNvSpPr/>
          <p:nvPr/>
        </p:nvSpPr>
        <p:spPr>
          <a:xfrm>
            <a:off x="0" y="5092700"/>
            <a:ext cx="1306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83" name="Shape 183"/>
        <p:cNvGrpSpPr/>
        <p:nvPr/>
      </p:nvGrpSpPr>
      <p:grpSpPr>
        <a:xfrm>
          <a:off x="0" y="0"/>
          <a:ext cx="0" cy="0"/>
          <a:chOff x="0" y="0"/>
          <a:chExt cx="0" cy="0"/>
        </a:xfrm>
      </p:grpSpPr>
      <p:sp>
        <p:nvSpPr>
          <p:cNvPr id="184" name="Google Shape;184;p3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5" name="Google Shape;185;p30"/>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Funzioni</a:t>
            </a:r>
            <a:endParaRPr>
              <a:solidFill>
                <a:srgbClr val="999999"/>
              </a:solidFill>
            </a:endParaRPr>
          </a:p>
        </p:txBody>
      </p:sp>
      <p:sp>
        <p:nvSpPr>
          <p:cNvPr id="186" name="Google Shape;186;p30"/>
          <p:cNvSpPr txBox="1"/>
          <p:nvPr>
            <p:ph idx="1" type="body"/>
          </p:nvPr>
        </p:nvSpPr>
        <p:spPr>
          <a:xfrm>
            <a:off x="838250" y="1504950"/>
            <a:ext cx="5324100" cy="23703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0"/>
              </a:spcAft>
              <a:buNone/>
            </a:pPr>
            <a:r>
              <a:rPr lang="en" sz="1300"/>
              <a:t>Una funzione è un blocco di codice ideato per eseguire un compito particolare</a:t>
            </a:r>
            <a:endParaRPr sz="1300"/>
          </a:p>
          <a:p>
            <a:pPr indent="0" lvl="0" marL="0" rtl="0" algn="l">
              <a:lnSpc>
                <a:spcPct val="100000"/>
              </a:lnSpc>
              <a:spcBef>
                <a:spcPts val="1000"/>
              </a:spcBef>
              <a:spcAft>
                <a:spcPts val="0"/>
              </a:spcAft>
              <a:buNone/>
            </a:pPr>
            <a:r>
              <a:rPr lang="en" sz="1300"/>
              <a:t>Una funzione viene eseguita quando un evento la invoca</a:t>
            </a:r>
            <a:endParaRPr sz="1300"/>
          </a:p>
          <a:p>
            <a:pPr indent="0" lvl="0" marL="0" rtl="0" algn="l">
              <a:lnSpc>
                <a:spcPct val="100000"/>
              </a:lnSpc>
              <a:spcBef>
                <a:spcPts val="1000"/>
              </a:spcBef>
              <a:spcAft>
                <a:spcPts val="0"/>
              </a:spcAft>
              <a:buNone/>
            </a:pPr>
            <a:r>
              <a:rPr lang="en" sz="1300"/>
              <a:t>Le funzioni prevedono diversi </a:t>
            </a:r>
            <a:r>
              <a:rPr b="1" lang="en" sz="1300"/>
              <a:t>parametri </a:t>
            </a:r>
            <a:r>
              <a:rPr lang="en" sz="1300"/>
              <a:t>che definiscono i determinati </a:t>
            </a:r>
            <a:r>
              <a:rPr b="1" lang="en" sz="1300"/>
              <a:t>argomenti </a:t>
            </a:r>
            <a:r>
              <a:rPr lang="en" sz="1300"/>
              <a:t>che la funzione può accettare quando invocata. Dentro la funzione, i parametri si comportano come variabili locali e assumono il valore passato come argomento</a:t>
            </a:r>
            <a:endParaRPr sz="1300"/>
          </a:p>
          <a:p>
            <a:pPr indent="0" lvl="0" marL="0" rtl="0" algn="l">
              <a:lnSpc>
                <a:spcPct val="100000"/>
              </a:lnSpc>
              <a:spcBef>
                <a:spcPts val="1000"/>
              </a:spcBef>
              <a:spcAft>
                <a:spcPts val="1000"/>
              </a:spcAft>
              <a:buNone/>
            </a:pPr>
            <a:r>
              <a:rPr lang="en" sz="1300"/>
              <a:t>Le funzioni restituiscono determinati valori attraverso l’enunciato </a:t>
            </a:r>
            <a:r>
              <a:rPr b="1" lang="en" sz="1300"/>
              <a:t>return</a:t>
            </a:r>
            <a:endParaRPr b="1" sz="1300"/>
          </a:p>
        </p:txBody>
      </p:sp>
      <p:sp>
        <p:nvSpPr>
          <p:cNvPr id="187" name="Google Shape;187;p30"/>
          <p:cNvSpPr txBox="1"/>
          <p:nvPr>
            <p:ph idx="1" type="body"/>
          </p:nvPr>
        </p:nvSpPr>
        <p:spPr>
          <a:xfrm>
            <a:off x="7994525" y="943900"/>
            <a:ext cx="548700" cy="3849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n" sz="1300" u="sng">
                <a:solidFill>
                  <a:schemeClr val="hlink"/>
                </a:solidFill>
                <a:hlinkClick r:id="rId3"/>
              </a:rPr>
              <a:t>Try it</a:t>
            </a:r>
            <a:endParaRPr sz="1300"/>
          </a:p>
        </p:txBody>
      </p:sp>
      <p:sp>
        <p:nvSpPr>
          <p:cNvPr id="188" name="Google Shape;188;p30"/>
          <p:cNvSpPr txBox="1"/>
          <p:nvPr/>
        </p:nvSpPr>
        <p:spPr>
          <a:xfrm>
            <a:off x="940725" y="3875250"/>
            <a:ext cx="5324100" cy="7851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C678DD"/>
                </a:solidFill>
                <a:highlight>
                  <a:srgbClr val="333333"/>
                </a:highlight>
                <a:latin typeface="Fira Code"/>
                <a:ea typeface="Fira Code"/>
                <a:cs typeface="Fira Code"/>
                <a:sym typeface="Fira Code"/>
              </a:rPr>
              <a:t>function</a:t>
            </a:r>
            <a:r>
              <a:rPr lang="en" sz="1050">
                <a:solidFill>
                  <a:srgbClr val="ABB2BF"/>
                </a:solidFill>
                <a:highlight>
                  <a:srgbClr val="333333"/>
                </a:highlight>
                <a:latin typeface="Fira Code"/>
                <a:ea typeface="Fira Code"/>
                <a:cs typeface="Fira Code"/>
                <a:sym typeface="Fira Code"/>
              </a:rPr>
              <a:t> </a:t>
            </a:r>
            <a:r>
              <a:rPr lang="en" sz="1050">
                <a:solidFill>
                  <a:srgbClr val="61AFEF"/>
                </a:solidFill>
                <a:highlight>
                  <a:srgbClr val="333333"/>
                </a:highlight>
                <a:latin typeface="Fira Code"/>
                <a:ea typeface="Fira Code"/>
                <a:cs typeface="Fira Code"/>
                <a:sym typeface="Fira Code"/>
              </a:rPr>
              <a:t>myFunction</a:t>
            </a:r>
            <a:r>
              <a:rPr lang="en" sz="1050">
                <a:solidFill>
                  <a:srgbClr val="ABB2BF"/>
                </a:solidFill>
                <a:highlight>
                  <a:srgbClr val="333333"/>
                </a:highlight>
                <a:latin typeface="Fira Code"/>
                <a:ea typeface="Fira Code"/>
                <a:cs typeface="Fira Code"/>
                <a:sym typeface="Fira Code"/>
              </a:rPr>
              <a:t>(x, y)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C678DD"/>
                </a:solidFill>
                <a:highlight>
                  <a:srgbClr val="333333"/>
                </a:highlight>
                <a:latin typeface="Fira Code"/>
                <a:ea typeface="Fira Code"/>
                <a:cs typeface="Fira Code"/>
                <a:sym typeface="Fira Code"/>
              </a:rPr>
              <a:t>return</a:t>
            </a:r>
            <a:r>
              <a:rPr lang="en" sz="1050">
                <a:solidFill>
                  <a:srgbClr val="ABB2BF"/>
                </a:solidFill>
                <a:highlight>
                  <a:srgbClr val="333333"/>
                </a:highlight>
                <a:latin typeface="Fira Code"/>
                <a:ea typeface="Fira Code"/>
                <a:cs typeface="Fira Code"/>
                <a:sym typeface="Fira Code"/>
              </a:rPr>
              <a:t> x </a:t>
            </a:r>
            <a:r>
              <a:rPr lang="en" sz="1050">
                <a:solidFill>
                  <a:srgbClr val="56B6C2"/>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 y;</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a:t>
            </a:r>
            <a:endParaRPr sz="1050">
              <a:solidFill>
                <a:srgbClr val="C678DD"/>
              </a:solidFill>
              <a:highlight>
                <a:srgbClr val="333333"/>
              </a:highlight>
              <a:latin typeface="Fira Code"/>
              <a:ea typeface="Fira Code"/>
              <a:cs typeface="Fira Code"/>
              <a:sym typeface="Fira Code"/>
            </a:endParaRPr>
          </a:p>
        </p:txBody>
      </p:sp>
      <p:sp>
        <p:nvSpPr>
          <p:cNvPr id="189" name="Google Shape;189;p30">
            <a:hlinkClick r:id="rId4"/>
          </p:cNvPr>
          <p:cNvSpPr/>
          <p:nvPr/>
        </p:nvSpPr>
        <p:spPr>
          <a:xfrm>
            <a:off x="0" y="5092700"/>
            <a:ext cx="15675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93" name="Shape 193"/>
        <p:cNvGrpSpPr/>
        <p:nvPr/>
      </p:nvGrpSpPr>
      <p:grpSpPr>
        <a:xfrm>
          <a:off x="0" y="0"/>
          <a:ext cx="0" cy="0"/>
          <a:chOff x="0" y="0"/>
          <a:chExt cx="0" cy="0"/>
        </a:xfrm>
      </p:grpSpPr>
      <p:sp>
        <p:nvSpPr>
          <p:cNvPr id="194" name="Google Shape;194;p3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5" name="Google Shape;195;p31"/>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Condizioni</a:t>
            </a:r>
            <a:endParaRPr>
              <a:solidFill>
                <a:srgbClr val="999999"/>
              </a:solidFill>
            </a:endParaRPr>
          </a:p>
        </p:txBody>
      </p:sp>
      <p:sp>
        <p:nvSpPr>
          <p:cNvPr id="196" name="Google Shape;196;p31"/>
          <p:cNvSpPr txBox="1"/>
          <p:nvPr>
            <p:ph idx="1" type="body"/>
          </p:nvPr>
        </p:nvSpPr>
        <p:spPr>
          <a:xfrm>
            <a:off x="838250" y="1504950"/>
            <a:ext cx="5324100" cy="11133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0"/>
              </a:spcAft>
              <a:buNone/>
            </a:pPr>
            <a:r>
              <a:rPr lang="en" sz="1300"/>
              <a:t>Scrivendo il codice di un programma capita spesso che si voglia effettuare azioni differenti in base a condizioni differenti</a:t>
            </a:r>
            <a:endParaRPr sz="1300"/>
          </a:p>
          <a:p>
            <a:pPr indent="0" lvl="0" marL="0" rtl="0" algn="l">
              <a:lnSpc>
                <a:spcPct val="100000"/>
              </a:lnSpc>
              <a:spcBef>
                <a:spcPts val="1000"/>
              </a:spcBef>
              <a:spcAft>
                <a:spcPts val="1000"/>
              </a:spcAft>
              <a:buNone/>
            </a:pPr>
            <a:r>
              <a:rPr lang="en" sz="1300"/>
              <a:t>Gli enunciati </a:t>
            </a:r>
            <a:r>
              <a:rPr b="1" lang="en" sz="1300"/>
              <a:t>if</a:t>
            </a:r>
            <a:r>
              <a:rPr lang="en" sz="1300"/>
              <a:t>, </a:t>
            </a:r>
            <a:r>
              <a:rPr b="1" lang="en" sz="1300"/>
              <a:t>else</a:t>
            </a:r>
            <a:r>
              <a:rPr lang="en" sz="1300"/>
              <a:t>, </a:t>
            </a:r>
            <a:r>
              <a:rPr b="1" lang="en" sz="1300"/>
              <a:t>elseif </a:t>
            </a:r>
            <a:r>
              <a:rPr lang="en" sz="1300"/>
              <a:t>aiutano il programmatore a gestire questa necessità</a:t>
            </a:r>
            <a:endParaRPr sz="1300"/>
          </a:p>
        </p:txBody>
      </p:sp>
      <p:sp>
        <p:nvSpPr>
          <p:cNvPr id="197" name="Google Shape;197;p31"/>
          <p:cNvSpPr txBox="1"/>
          <p:nvPr>
            <p:ph idx="1" type="body"/>
          </p:nvPr>
        </p:nvSpPr>
        <p:spPr>
          <a:xfrm>
            <a:off x="7994525" y="943900"/>
            <a:ext cx="548700" cy="3849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000"/>
              </a:spcAft>
              <a:buNone/>
            </a:pPr>
            <a:r>
              <a:rPr lang="en" sz="1300" u="sng">
                <a:solidFill>
                  <a:schemeClr val="hlink"/>
                </a:solidFill>
                <a:hlinkClick r:id="rId3"/>
              </a:rPr>
              <a:t>Try it</a:t>
            </a:r>
            <a:endParaRPr sz="1300"/>
          </a:p>
        </p:txBody>
      </p:sp>
      <p:sp>
        <p:nvSpPr>
          <p:cNvPr id="198" name="Google Shape;198;p31"/>
          <p:cNvSpPr txBox="1"/>
          <p:nvPr/>
        </p:nvSpPr>
        <p:spPr>
          <a:xfrm>
            <a:off x="940725" y="2744000"/>
            <a:ext cx="5324100" cy="12237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C678DD"/>
                </a:solidFill>
                <a:highlight>
                  <a:srgbClr val="333333"/>
                </a:highlight>
                <a:latin typeface="Fira Code"/>
                <a:ea typeface="Fira Code"/>
                <a:cs typeface="Fira Code"/>
                <a:sym typeface="Fira Code"/>
              </a:rPr>
              <a:t>if</a:t>
            </a:r>
            <a:r>
              <a:rPr lang="en" sz="1050">
                <a:solidFill>
                  <a:srgbClr val="ABB2BF"/>
                </a:solidFill>
                <a:highlight>
                  <a:srgbClr val="333333"/>
                </a:highlight>
                <a:latin typeface="Fira Code"/>
                <a:ea typeface="Fira Code"/>
                <a:cs typeface="Fira Code"/>
                <a:sym typeface="Fira Code"/>
              </a:rPr>
              <a:t> (</a:t>
            </a:r>
            <a:r>
              <a:rPr lang="en" sz="1050">
                <a:solidFill>
                  <a:srgbClr val="C678DD"/>
                </a:solidFill>
                <a:highlight>
                  <a:srgbClr val="333333"/>
                </a:highlight>
                <a:latin typeface="Fira Code"/>
                <a:ea typeface="Fira Code"/>
                <a:cs typeface="Fira Code"/>
                <a:sym typeface="Fira Code"/>
              </a:rPr>
              <a:t>new</a:t>
            </a:r>
            <a:r>
              <a:rPr lang="en" sz="1050">
                <a:solidFill>
                  <a:srgbClr val="ABB2BF"/>
                </a:solidFill>
                <a:highlight>
                  <a:srgbClr val="333333"/>
                </a:highlight>
                <a:latin typeface="Fira Code"/>
                <a:ea typeface="Fira Code"/>
                <a:cs typeface="Fira Code"/>
                <a:sym typeface="Fira Code"/>
              </a:rPr>
              <a:t> </a:t>
            </a:r>
            <a:r>
              <a:rPr lang="en" sz="1050">
                <a:solidFill>
                  <a:srgbClr val="61AFEF"/>
                </a:solidFill>
                <a:highlight>
                  <a:srgbClr val="333333"/>
                </a:highlight>
                <a:latin typeface="Fira Code"/>
                <a:ea typeface="Fira Code"/>
                <a:cs typeface="Fira Code"/>
                <a:sym typeface="Fira Code"/>
              </a:rPr>
              <a:t>Date</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getHours</a:t>
            </a:r>
            <a:r>
              <a:rPr lang="en" sz="1050">
                <a:solidFill>
                  <a:srgbClr val="ABB2BF"/>
                </a:solidFill>
                <a:highlight>
                  <a:srgbClr val="333333"/>
                </a:highlight>
                <a:latin typeface="Fira Code"/>
                <a:ea typeface="Fira Code"/>
                <a:cs typeface="Fira Code"/>
                <a:sym typeface="Fira Code"/>
              </a:rPr>
              <a:t>() </a:t>
            </a:r>
            <a:r>
              <a:rPr lang="en" sz="1050">
                <a:solidFill>
                  <a:srgbClr val="56B6C2"/>
                </a:solidFill>
                <a:highlight>
                  <a:srgbClr val="333333"/>
                </a:highlight>
                <a:latin typeface="Fira Code"/>
                <a:ea typeface="Fira Code"/>
                <a:cs typeface="Fira Code"/>
                <a:sym typeface="Fira Code"/>
              </a:rPr>
              <a:t>&lt;</a:t>
            </a:r>
            <a:r>
              <a:rPr lang="en" sz="1050">
                <a:solidFill>
                  <a:srgbClr val="ABB2BF"/>
                </a:solidFill>
                <a:highlight>
                  <a:srgbClr val="333333"/>
                </a:highlight>
                <a:latin typeface="Fira Code"/>
                <a:ea typeface="Fira Code"/>
                <a:cs typeface="Fira Code"/>
                <a:sym typeface="Fira Code"/>
              </a:rPr>
              <a:t> </a:t>
            </a:r>
            <a:r>
              <a:rPr lang="en" sz="1050">
                <a:solidFill>
                  <a:srgbClr val="D19A66"/>
                </a:solidFill>
                <a:highlight>
                  <a:srgbClr val="333333"/>
                </a:highlight>
                <a:latin typeface="Fira Code"/>
                <a:ea typeface="Fira Code"/>
                <a:cs typeface="Fira Code"/>
                <a:sym typeface="Fira Code"/>
              </a:rPr>
              <a:t>18</a:t>
            </a:r>
            <a:r>
              <a:rPr lang="en" sz="1050">
                <a:solidFill>
                  <a:srgbClr val="ABB2BF"/>
                </a:solidFill>
                <a:highlight>
                  <a:srgbClr val="333333"/>
                </a:highlight>
                <a:latin typeface="Fira Code"/>
                <a:ea typeface="Fira Code"/>
                <a:cs typeface="Fira Code"/>
                <a:sym typeface="Fira Code"/>
              </a:rPr>
              <a:t>)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document.</a:t>
            </a:r>
            <a:r>
              <a:rPr lang="en" sz="1050">
                <a:solidFill>
                  <a:srgbClr val="61AFEF"/>
                </a:solidFill>
                <a:highlight>
                  <a:srgbClr val="333333"/>
                </a:highlight>
                <a:latin typeface="Fira Code"/>
                <a:ea typeface="Fira Code"/>
                <a:cs typeface="Fira Code"/>
                <a:sym typeface="Fira Code"/>
              </a:rPr>
              <a:t>getElementById</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"result"</a:t>
            </a:r>
            <a:r>
              <a:rPr lang="en" sz="1050">
                <a:solidFill>
                  <a:srgbClr val="ABB2BF"/>
                </a:solidFill>
                <a:highlight>
                  <a:srgbClr val="333333"/>
                </a:highlight>
                <a:latin typeface="Fira Code"/>
                <a:ea typeface="Fira Code"/>
                <a:cs typeface="Fira Code"/>
                <a:sym typeface="Fira Code"/>
              </a:rPr>
              <a:t>).</a:t>
            </a:r>
            <a:r>
              <a:rPr lang="en" sz="1050">
                <a:solidFill>
                  <a:srgbClr val="E06C75"/>
                </a:solidFill>
                <a:highlight>
                  <a:srgbClr val="333333"/>
                </a:highlight>
                <a:latin typeface="Fira Code"/>
                <a:ea typeface="Fira Code"/>
                <a:cs typeface="Fira Code"/>
                <a:sym typeface="Fira Code"/>
              </a:rPr>
              <a:t>innerHTML</a:t>
            </a:r>
            <a:r>
              <a:rPr lang="en" sz="1050">
                <a:solidFill>
                  <a:srgbClr val="ABB2BF"/>
                </a:solidFill>
                <a:highlight>
                  <a:srgbClr val="333333"/>
                </a:highlight>
                <a:latin typeface="Fira Code"/>
                <a:ea typeface="Fira Code"/>
                <a:cs typeface="Fira Code"/>
                <a:sym typeface="Fira Code"/>
              </a:rPr>
              <a:t> </a:t>
            </a:r>
            <a:r>
              <a:rPr lang="en" sz="1050">
                <a:solidFill>
                  <a:srgbClr val="56B6C2"/>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 </a:t>
            </a:r>
            <a:r>
              <a:rPr lang="en" sz="1050">
                <a:solidFill>
                  <a:srgbClr val="98C379"/>
                </a:solidFill>
                <a:highlight>
                  <a:srgbClr val="333333"/>
                </a:highlight>
                <a:latin typeface="Fira Code"/>
                <a:ea typeface="Fira Code"/>
                <a:cs typeface="Fira Code"/>
                <a:sym typeface="Fira Code"/>
              </a:rPr>
              <a:t>"Buongiorno!"</a:t>
            </a:r>
            <a:endParaRPr sz="1050">
              <a:solidFill>
                <a:srgbClr val="98C379"/>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C678DD"/>
                </a:solidFill>
                <a:highlight>
                  <a:srgbClr val="333333"/>
                </a:highlight>
                <a:latin typeface="Fira Code"/>
                <a:ea typeface="Fira Code"/>
                <a:cs typeface="Fira Code"/>
                <a:sym typeface="Fira Code"/>
              </a:rPr>
              <a:t>else</a:t>
            </a:r>
            <a:r>
              <a:rPr lang="en" sz="1050">
                <a:solidFill>
                  <a:srgbClr val="ABB2BF"/>
                </a:solidFill>
                <a:highlight>
                  <a:srgbClr val="333333"/>
                </a:highlight>
                <a:latin typeface="Fira Code"/>
                <a:ea typeface="Fira Code"/>
                <a:cs typeface="Fira Code"/>
                <a:sym typeface="Fira Code"/>
              </a:rPr>
              <a:t>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document.</a:t>
            </a:r>
            <a:r>
              <a:rPr lang="en" sz="1050">
                <a:solidFill>
                  <a:srgbClr val="61AFEF"/>
                </a:solidFill>
                <a:highlight>
                  <a:srgbClr val="333333"/>
                </a:highlight>
                <a:latin typeface="Fira Code"/>
                <a:ea typeface="Fira Code"/>
                <a:cs typeface="Fira Code"/>
                <a:sym typeface="Fira Code"/>
              </a:rPr>
              <a:t>getElementById</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"result"</a:t>
            </a:r>
            <a:r>
              <a:rPr lang="en" sz="1050">
                <a:solidFill>
                  <a:srgbClr val="ABB2BF"/>
                </a:solidFill>
                <a:highlight>
                  <a:srgbClr val="333333"/>
                </a:highlight>
                <a:latin typeface="Fira Code"/>
                <a:ea typeface="Fira Code"/>
                <a:cs typeface="Fira Code"/>
                <a:sym typeface="Fira Code"/>
              </a:rPr>
              <a:t>).</a:t>
            </a:r>
            <a:r>
              <a:rPr lang="en" sz="1050">
                <a:solidFill>
                  <a:srgbClr val="E06C75"/>
                </a:solidFill>
                <a:highlight>
                  <a:srgbClr val="333333"/>
                </a:highlight>
                <a:latin typeface="Fira Code"/>
                <a:ea typeface="Fira Code"/>
                <a:cs typeface="Fira Code"/>
                <a:sym typeface="Fira Code"/>
              </a:rPr>
              <a:t>innerHTML</a:t>
            </a:r>
            <a:r>
              <a:rPr lang="en" sz="1050">
                <a:solidFill>
                  <a:srgbClr val="ABB2BF"/>
                </a:solidFill>
                <a:highlight>
                  <a:srgbClr val="333333"/>
                </a:highlight>
                <a:latin typeface="Fira Code"/>
                <a:ea typeface="Fira Code"/>
                <a:cs typeface="Fira Code"/>
                <a:sym typeface="Fira Code"/>
              </a:rPr>
              <a:t> </a:t>
            </a:r>
            <a:r>
              <a:rPr lang="en" sz="1050">
                <a:solidFill>
                  <a:srgbClr val="56B6C2"/>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 </a:t>
            </a:r>
            <a:r>
              <a:rPr lang="en" sz="1050">
                <a:solidFill>
                  <a:srgbClr val="98C379"/>
                </a:solidFill>
                <a:highlight>
                  <a:srgbClr val="333333"/>
                </a:highlight>
                <a:latin typeface="Fira Code"/>
                <a:ea typeface="Fira Code"/>
                <a:cs typeface="Fira Code"/>
                <a:sym typeface="Fira Code"/>
              </a:rPr>
              <a:t>"Buonasera!"</a:t>
            </a:r>
            <a:endParaRPr sz="1050">
              <a:solidFill>
                <a:srgbClr val="98C379"/>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a:t>
            </a:r>
            <a:endParaRPr sz="1050">
              <a:solidFill>
                <a:srgbClr val="C678DD"/>
              </a:solidFill>
              <a:highlight>
                <a:srgbClr val="333333"/>
              </a:highlight>
              <a:latin typeface="Fira Code"/>
              <a:ea typeface="Fira Code"/>
              <a:cs typeface="Fira Code"/>
              <a:sym typeface="Fira Code"/>
            </a:endParaRPr>
          </a:p>
        </p:txBody>
      </p:sp>
      <p:sp>
        <p:nvSpPr>
          <p:cNvPr id="199" name="Google Shape;199;p31">
            <a:hlinkClick r:id="rId4"/>
          </p:cNvPr>
          <p:cNvSpPr/>
          <p:nvPr/>
        </p:nvSpPr>
        <p:spPr>
          <a:xfrm>
            <a:off x="0" y="5092700"/>
            <a:ext cx="1828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03" name="Shape 203"/>
        <p:cNvGrpSpPr/>
        <p:nvPr/>
      </p:nvGrpSpPr>
      <p:grpSpPr>
        <a:xfrm>
          <a:off x="0" y="0"/>
          <a:ext cx="0" cy="0"/>
          <a:chOff x="0" y="0"/>
          <a:chExt cx="0" cy="0"/>
        </a:xfrm>
      </p:grpSpPr>
      <p:sp>
        <p:nvSpPr>
          <p:cNvPr id="204" name="Google Shape;204;p32"/>
          <p:cNvSpPr txBox="1"/>
          <p:nvPr>
            <p:ph type="ctrTitle"/>
          </p:nvPr>
        </p:nvSpPr>
        <p:spPr>
          <a:xfrm>
            <a:off x="648300" y="1354750"/>
            <a:ext cx="4008600" cy="298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7200">
              <a:solidFill>
                <a:srgbClr val="FFC107"/>
              </a:solidFill>
            </a:endParaRPr>
          </a:p>
          <a:p>
            <a:pPr indent="0" lvl="0" marL="0" rtl="0" algn="l">
              <a:spcBef>
                <a:spcPts val="0"/>
              </a:spcBef>
              <a:spcAft>
                <a:spcPts val="0"/>
              </a:spcAft>
              <a:buNone/>
            </a:pPr>
            <a:r>
              <a:rPr lang="en"/>
              <a:t>JQUERY</a:t>
            </a:r>
            <a:endParaRPr/>
          </a:p>
        </p:txBody>
      </p:sp>
      <p:sp>
        <p:nvSpPr>
          <p:cNvPr id="205" name="Google Shape;205;p3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206" name="Google Shape;206;p32">
            <a:hlinkClick r:id="rId3"/>
          </p:cNvPr>
          <p:cNvSpPr/>
          <p:nvPr/>
        </p:nvSpPr>
        <p:spPr>
          <a:xfrm>
            <a:off x="0" y="5092700"/>
            <a:ext cx="20901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10" name="Shape 210"/>
        <p:cNvGrpSpPr/>
        <p:nvPr/>
      </p:nvGrpSpPr>
      <p:grpSpPr>
        <a:xfrm>
          <a:off x="0" y="0"/>
          <a:ext cx="0" cy="0"/>
          <a:chOff x="0" y="0"/>
          <a:chExt cx="0" cy="0"/>
        </a:xfrm>
      </p:grpSpPr>
      <p:sp>
        <p:nvSpPr>
          <p:cNvPr id="211" name="Google Shape;211;p3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2" name="Google Shape;212;p33"/>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jQuery</a:t>
            </a:r>
            <a:endParaRPr>
              <a:solidFill>
                <a:srgbClr val="999999"/>
              </a:solidFill>
            </a:endParaRPr>
          </a:p>
        </p:txBody>
      </p:sp>
      <p:sp>
        <p:nvSpPr>
          <p:cNvPr id="213" name="Google Shape;213;p33"/>
          <p:cNvSpPr txBox="1"/>
          <p:nvPr>
            <p:ph idx="1" type="body"/>
          </p:nvPr>
        </p:nvSpPr>
        <p:spPr>
          <a:xfrm>
            <a:off x="838250" y="1504950"/>
            <a:ext cx="5324100" cy="19293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0"/>
              </a:spcAft>
              <a:buNone/>
            </a:pPr>
            <a:r>
              <a:rPr lang="en" sz="1500" u="sng">
                <a:solidFill>
                  <a:schemeClr val="hlink"/>
                </a:solidFill>
                <a:hlinkClick r:id="rId3"/>
              </a:rPr>
              <a:t>jQuery </a:t>
            </a:r>
            <a:r>
              <a:rPr lang="en" sz="1500"/>
              <a:t>è una libreria JavaScript che rende molto semplice la scrittura di applicazioni web offrendo funzionalità quali</a:t>
            </a:r>
            <a:endParaRPr sz="1500"/>
          </a:p>
          <a:p>
            <a:pPr indent="-323850" lvl="0" marL="457200" rtl="0" algn="l">
              <a:lnSpc>
                <a:spcPct val="100000"/>
              </a:lnSpc>
              <a:spcBef>
                <a:spcPts val="1000"/>
              </a:spcBef>
              <a:spcAft>
                <a:spcPts val="0"/>
              </a:spcAft>
              <a:buSzPts val="1500"/>
              <a:buChar char="▸"/>
            </a:pPr>
            <a:r>
              <a:rPr lang="en" sz="1500"/>
              <a:t>manipolazione di HTML/DOM e CSS</a:t>
            </a:r>
            <a:endParaRPr sz="1500"/>
          </a:p>
          <a:p>
            <a:pPr indent="-323850" lvl="0" marL="457200" rtl="0" algn="l">
              <a:lnSpc>
                <a:spcPct val="100000"/>
              </a:lnSpc>
              <a:spcBef>
                <a:spcPts val="0"/>
              </a:spcBef>
              <a:spcAft>
                <a:spcPts val="0"/>
              </a:spcAft>
              <a:buSzPts val="1500"/>
              <a:buChar char="▸"/>
            </a:pPr>
            <a:r>
              <a:rPr lang="en" sz="1500"/>
              <a:t>metodi per eventi HTML</a:t>
            </a:r>
            <a:endParaRPr sz="1500"/>
          </a:p>
          <a:p>
            <a:pPr indent="-323850" lvl="0" marL="457200" rtl="0" algn="l">
              <a:lnSpc>
                <a:spcPct val="100000"/>
              </a:lnSpc>
              <a:spcBef>
                <a:spcPts val="0"/>
              </a:spcBef>
              <a:spcAft>
                <a:spcPts val="0"/>
              </a:spcAft>
              <a:buSzPts val="1500"/>
              <a:buChar char="▸"/>
            </a:pPr>
            <a:r>
              <a:rPr lang="en" sz="1500"/>
              <a:t>effetti e animazioni</a:t>
            </a:r>
            <a:endParaRPr sz="1500"/>
          </a:p>
          <a:p>
            <a:pPr indent="-323850" lvl="0" marL="457200" rtl="0" algn="l">
              <a:lnSpc>
                <a:spcPct val="100000"/>
              </a:lnSpc>
              <a:spcBef>
                <a:spcPts val="0"/>
              </a:spcBef>
              <a:spcAft>
                <a:spcPts val="0"/>
              </a:spcAft>
              <a:buSzPts val="1500"/>
              <a:buChar char="▸"/>
            </a:pPr>
            <a:r>
              <a:rPr lang="en" sz="1500"/>
              <a:t>supporto a programmazione AJAX</a:t>
            </a:r>
            <a:endParaRPr sz="1500"/>
          </a:p>
          <a:p>
            <a:pPr indent="-323850" lvl="0" marL="457200" rtl="0" algn="l">
              <a:lnSpc>
                <a:spcPct val="100000"/>
              </a:lnSpc>
              <a:spcBef>
                <a:spcPts val="0"/>
              </a:spcBef>
              <a:spcAft>
                <a:spcPts val="0"/>
              </a:spcAft>
              <a:buSzPts val="1500"/>
              <a:buChar char="▸"/>
            </a:pPr>
            <a:r>
              <a:rPr lang="en" sz="1500"/>
              <a:t>varie altre utilità (anche tramite plugin)</a:t>
            </a:r>
            <a:endParaRPr sz="1500"/>
          </a:p>
        </p:txBody>
      </p:sp>
      <p:sp>
        <p:nvSpPr>
          <p:cNvPr id="214" name="Google Shape;214;p33">
            <a:hlinkClick r:id="rId4"/>
          </p:cNvPr>
          <p:cNvSpPr/>
          <p:nvPr/>
        </p:nvSpPr>
        <p:spPr>
          <a:xfrm>
            <a:off x="0" y="5092700"/>
            <a:ext cx="2351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18" name="Shape 218"/>
        <p:cNvGrpSpPr/>
        <p:nvPr/>
      </p:nvGrpSpPr>
      <p:grpSpPr>
        <a:xfrm>
          <a:off x="0" y="0"/>
          <a:ext cx="0" cy="0"/>
          <a:chOff x="0" y="0"/>
          <a:chExt cx="0" cy="0"/>
        </a:xfrm>
      </p:grpSpPr>
      <p:sp>
        <p:nvSpPr>
          <p:cNvPr id="219" name="Google Shape;219;p3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0" name="Google Shape;220;p34"/>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Importare jQuery</a:t>
            </a:r>
            <a:endParaRPr>
              <a:solidFill>
                <a:srgbClr val="999999"/>
              </a:solidFill>
            </a:endParaRPr>
          </a:p>
        </p:txBody>
      </p:sp>
      <p:sp>
        <p:nvSpPr>
          <p:cNvPr id="221" name="Google Shape;221;p34"/>
          <p:cNvSpPr txBox="1"/>
          <p:nvPr>
            <p:ph idx="1" type="body"/>
          </p:nvPr>
        </p:nvSpPr>
        <p:spPr>
          <a:xfrm>
            <a:off x="838250" y="1504950"/>
            <a:ext cx="5324100" cy="13749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0"/>
              </a:spcAft>
              <a:buNone/>
            </a:pPr>
            <a:r>
              <a:rPr lang="en" sz="1300"/>
              <a:t>È possibile importare jQuery nella propria pagina web attraverso il seguente codice da inserire nella pagina html prima della chiusura del tag body (e prima di qualsiasi altro script che faccia uso di jQuery)</a:t>
            </a:r>
            <a:endParaRPr sz="1500"/>
          </a:p>
          <a:p>
            <a:pPr indent="0" lvl="0" marL="0" rtl="0" algn="l">
              <a:spcBef>
                <a:spcPts val="1000"/>
              </a:spcBef>
              <a:spcAft>
                <a:spcPts val="0"/>
              </a:spcAft>
              <a:buClr>
                <a:srgbClr val="999999"/>
              </a:buClr>
              <a:buFont typeface="Source Code Pro"/>
              <a:buNone/>
            </a:pPr>
            <a:r>
              <a:rPr lang="en" sz="1500">
                <a:solidFill>
                  <a:srgbClr val="666666"/>
                </a:solidFill>
              </a:rPr>
              <a:t>(per le versioni più recenti: </a:t>
            </a:r>
            <a:r>
              <a:rPr lang="en" sz="1500" u="sng">
                <a:solidFill>
                  <a:schemeClr val="hlink"/>
                </a:solidFill>
                <a:hlinkClick r:id="rId3"/>
              </a:rPr>
              <a:t>https://code.jquer</a:t>
            </a:r>
            <a:r>
              <a:rPr lang="en" sz="1700" u="sng">
                <a:solidFill>
                  <a:schemeClr val="hlink"/>
                </a:solidFill>
                <a:hlinkClick r:id="rId4"/>
              </a:rPr>
              <a:t>y.com/</a:t>
            </a:r>
            <a:r>
              <a:rPr lang="en" sz="1700">
                <a:solidFill>
                  <a:srgbClr val="666666"/>
                </a:solidFill>
              </a:rPr>
              <a:t>)</a:t>
            </a:r>
            <a:endParaRPr sz="1300"/>
          </a:p>
        </p:txBody>
      </p:sp>
      <p:sp>
        <p:nvSpPr>
          <p:cNvPr id="222" name="Google Shape;222;p34"/>
          <p:cNvSpPr txBox="1"/>
          <p:nvPr/>
        </p:nvSpPr>
        <p:spPr>
          <a:xfrm>
            <a:off x="940725" y="2879850"/>
            <a:ext cx="5688000" cy="14430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&lt;</a:t>
            </a:r>
            <a:r>
              <a:rPr lang="en" sz="1050">
                <a:solidFill>
                  <a:srgbClr val="E06C75"/>
                </a:solidFill>
                <a:highlight>
                  <a:srgbClr val="333333"/>
                </a:highlight>
                <a:latin typeface="Fira Code"/>
                <a:ea typeface="Fira Code"/>
                <a:cs typeface="Fira Code"/>
                <a:sym typeface="Fira Code"/>
              </a:rPr>
              <a:t>script</a:t>
            </a:r>
            <a:endParaRPr sz="1050">
              <a:solidFill>
                <a:srgbClr val="E06C75"/>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D19A66"/>
                </a:solidFill>
                <a:highlight>
                  <a:srgbClr val="333333"/>
                </a:highlight>
                <a:latin typeface="Fira Code"/>
                <a:ea typeface="Fira Code"/>
                <a:cs typeface="Fira Code"/>
                <a:sym typeface="Fira Code"/>
              </a:rPr>
              <a:t>src</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"https://code.jquery.com/jquery-3.6.1.min.js"</a:t>
            </a:r>
            <a:endParaRPr sz="1050">
              <a:solidFill>
                <a:srgbClr val="98C379"/>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ABB2BF"/>
                </a:solidFill>
                <a:highlight>
                  <a:srgbClr val="333333"/>
                </a:highlight>
                <a:latin typeface="Fira Code"/>
                <a:ea typeface="Fira Code"/>
                <a:cs typeface="Fira Code"/>
                <a:sym typeface="Fira Code"/>
              </a:rPr>
              <a:t>   </a:t>
            </a:r>
            <a:r>
              <a:rPr lang="en" sz="1050">
                <a:solidFill>
                  <a:srgbClr val="D19A66"/>
                </a:solidFill>
                <a:highlight>
                  <a:srgbClr val="333333"/>
                </a:highlight>
                <a:latin typeface="Fira Code"/>
                <a:ea typeface="Fira Code"/>
                <a:cs typeface="Fira Code"/>
                <a:sym typeface="Fira Code"/>
              </a:rPr>
              <a:t>integrity</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"sha256-o88AwQnZB+VDvE9tvIXrMQaPlFFSUTR+nldQm1LuPXQ="</a:t>
            </a:r>
            <a:endParaRPr sz="1050">
              <a:solidFill>
                <a:srgbClr val="98C379"/>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D19A66"/>
                </a:solidFill>
                <a:highlight>
                  <a:srgbClr val="333333"/>
                </a:highlight>
                <a:latin typeface="Fira Code"/>
                <a:ea typeface="Fira Code"/>
                <a:cs typeface="Fira Code"/>
                <a:sym typeface="Fira Code"/>
              </a:rPr>
              <a:t>crossorigin</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"anonymous"</a:t>
            </a:r>
            <a:r>
              <a:rPr lang="en" sz="1050">
                <a:solidFill>
                  <a:srgbClr val="ABB2BF"/>
                </a:solidFill>
                <a:highlight>
                  <a:srgbClr val="333333"/>
                </a:highlight>
                <a:latin typeface="Fira Code"/>
                <a:ea typeface="Fira Code"/>
                <a:cs typeface="Fira Code"/>
                <a:sym typeface="Fira Code"/>
              </a:rPr>
              <a:t>&gt;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&lt;/</a:t>
            </a:r>
            <a:r>
              <a:rPr lang="en" sz="1050">
                <a:solidFill>
                  <a:srgbClr val="E06C75"/>
                </a:solidFill>
                <a:highlight>
                  <a:srgbClr val="333333"/>
                </a:highlight>
                <a:latin typeface="Fira Code"/>
                <a:ea typeface="Fira Code"/>
                <a:cs typeface="Fira Code"/>
                <a:sym typeface="Fira Code"/>
              </a:rPr>
              <a:t>script</a:t>
            </a:r>
            <a:r>
              <a:rPr lang="en" sz="1050">
                <a:solidFill>
                  <a:srgbClr val="ABB2BF"/>
                </a:solidFill>
                <a:highlight>
                  <a:srgbClr val="333333"/>
                </a:highlight>
                <a:latin typeface="Fira Code"/>
                <a:ea typeface="Fira Code"/>
                <a:cs typeface="Fira Code"/>
                <a:sym typeface="Fira Code"/>
              </a:rPr>
              <a:t>&gt;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C678DD"/>
              </a:solidFill>
              <a:highlight>
                <a:srgbClr val="333333"/>
              </a:highlight>
              <a:latin typeface="Fira Code"/>
              <a:ea typeface="Fira Code"/>
              <a:cs typeface="Fira Code"/>
              <a:sym typeface="Fira Code"/>
            </a:endParaRPr>
          </a:p>
        </p:txBody>
      </p:sp>
      <p:sp>
        <p:nvSpPr>
          <p:cNvPr id="223" name="Google Shape;223;p34">
            <a:hlinkClick r:id="rId5"/>
          </p:cNvPr>
          <p:cNvSpPr/>
          <p:nvPr/>
        </p:nvSpPr>
        <p:spPr>
          <a:xfrm>
            <a:off x="0" y="5092700"/>
            <a:ext cx="26127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27" name="Shape 227"/>
        <p:cNvGrpSpPr/>
        <p:nvPr/>
      </p:nvGrpSpPr>
      <p:grpSpPr>
        <a:xfrm>
          <a:off x="0" y="0"/>
          <a:ext cx="0" cy="0"/>
          <a:chOff x="0" y="0"/>
          <a:chExt cx="0" cy="0"/>
        </a:xfrm>
      </p:grpSpPr>
      <p:sp>
        <p:nvSpPr>
          <p:cNvPr id="228" name="Google Shape;228;p3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9" name="Google Shape;229;p35"/>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Sintassi di base</a:t>
            </a:r>
            <a:endParaRPr>
              <a:solidFill>
                <a:srgbClr val="999999"/>
              </a:solidFill>
            </a:endParaRPr>
          </a:p>
        </p:txBody>
      </p:sp>
      <p:sp>
        <p:nvSpPr>
          <p:cNvPr id="230" name="Google Shape;230;p35"/>
          <p:cNvSpPr txBox="1"/>
          <p:nvPr>
            <p:ph idx="1" type="body"/>
          </p:nvPr>
        </p:nvSpPr>
        <p:spPr>
          <a:xfrm>
            <a:off x="838250" y="1504950"/>
            <a:ext cx="5324100" cy="8772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lang="en" sz="1500"/>
              <a:t>La sintassi di jQuery è specificamente orientata a permettere una rapida e semplice selezione di elementi del documento HTML. La sintassi base di un comando jQuery è</a:t>
            </a:r>
            <a:endParaRPr sz="1500"/>
          </a:p>
        </p:txBody>
      </p:sp>
      <p:sp>
        <p:nvSpPr>
          <p:cNvPr id="231" name="Google Shape;231;p35"/>
          <p:cNvSpPr txBox="1"/>
          <p:nvPr/>
        </p:nvSpPr>
        <p:spPr>
          <a:xfrm>
            <a:off x="979800" y="2382150"/>
            <a:ext cx="51825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(selector).</a:t>
            </a:r>
            <a:r>
              <a:rPr lang="en" sz="1050">
                <a:solidFill>
                  <a:srgbClr val="61AFEF"/>
                </a:solidFill>
                <a:highlight>
                  <a:srgbClr val="333333"/>
                </a:highlight>
                <a:latin typeface="Fira Code"/>
                <a:ea typeface="Fira Code"/>
                <a:cs typeface="Fira Code"/>
                <a:sym typeface="Fira Code"/>
              </a:rPr>
              <a:t>action</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p:txBody>
      </p:sp>
      <p:sp>
        <p:nvSpPr>
          <p:cNvPr id="232" name="Google Shape;232;p35"/>
          <p:cNvSpPr txBox="1"/>
          <p:nvPr/>
        </p:nvSpPr>
        <p:spPr>
          <a:xfrm>
            <a:off x="838250" y="2728350"/>
            <a:ext cx="5324100" cy="1569900"/>
          </a:xfrm>
          <a:prstGeom prst="rect">
            <a:avLst/>
          </a:prstGeom>
          <a:noFill/>
          <a:ln>
            <a:noFill/>
          </a:ln>
        </p:spPr>
        <p:txBody>
          <a:bodyPr anchorCtr="0" anchor="t" bIns="91425" lIns="91425" spcFirstLastPara="1" rIns="91425" wrap="square" tIns="91425">
            <a:spAutoFit/>
          </a:bodyPr>
          <a:lstStyle/>
          <a:p>
            <a:pPr indent="-323850" lvl="0" marL="457200" rtl="0" algn="l">
              <a:spcBef>
                <a:spcPts val="600"/>
              </a:spcBef>
              <a:spcAft>
                <a:spcPts val="0"/>
              </a:spcAft>
              <a:buClr>
                <a:schemeClr val="dk1"/>
              </a:buClr>
              <a:buSzPts val="1500"/>
              <a:buFont typeface="Karla"/>
              <a:buChar char="▸"/>
            </a:pPr>
            <a:r>
              <a:rPr lang="en" sz="1500">
                <a:solidFill>
                  <a:schemeClr val="dk1"/>
                </a:solidFill>
                <a:latin typeface="Karla"/>
                <a:ea typeface="Karla"/>
                <a:cs typeface="Karla"/>
                <a:sym typeface="Karla"/>
              </a:rPr>
              <a:t>Il </a:t>
            </a:r>
            <a:r>
              <a:rPr b="1" lang="en" sz="1500">
                <a:solidFill>
                  <a:schemeClr val="dk1"/>
                </a:solidFill>
                <a:latin typeface="Karla"/>
                <a:ea typeface="Karla"/>
                <a:cs typeface="Karla"/>
                <a:sym typeface="Karla"/>
              </a:rPr>
              <a:t>$</a:t>
            </a:r>
            <a:r>
              <a:rPr lang="en" sz="1500">
                <a:solidFill>
                  <a:schemeClr val="dk1"/>
                </a:solidFill>
                <a:latin typeface="Karla"/>
                <a:ea typeface="Karla"/>
                <a:cs typeface="Karla"/>
                <a:sym typeface="Karla"/>
              </a:rPr>
              <a:t> definisce l’accesso a funzionalità offerte da jQuery </a:t>
            </a:r>
            <a:endParaRPr sz="1500">
              <a:solidFill>
                <a:schemeClr val="dk1"/>
              </a:solidFill>
              <a:latin typeface="Karla"/>
              <a:ea typeface="Karla"/>
              <a:cs typeface="Karla"/>
              <a:sym typeface="Karla"/>
            </a:endParaRPr>
          </a:p>
          <a:p>
            <a:pPr indent="-323850" lvl="0" marL="457200" rtl="0" algn="l">
              <a:spcBef>
                <a:spcPts val="0"/>
              </a:spcBef>
              <a:spcAft>
                <a:spcPts val="0"/>
              </a:spcAft>
              <a:buClr>
                <a:schemeClr val="dk1"/>
              </a:buClr>
              <a:buSzPts val="1500"/>
              <a:buFont typeface="Karla"/>
              <a:buChar char="▸"/>
            </a:pPr>
            <a:r>
              <a:rPr b="1" lang="en" sz="1500">
                <a:solidFill>
                  <a:schemeClr val="dk1"/>
                </a:solidFill>
                <a:latin typeface="Karla"/>
                <a:ea typeface="Karla"/>
                <a:cs typeface="Karla"/>
                <a:sym typeface="Karla"/>
              </a:rPr>
              <a:t>selector </a:t>
            </a:r>
            <a:r>
              <a:rPr lang="en" sz="1500">
                <a:solidFill>
                  <a:schemeClr val="dk1"/>
                </a:solidFill>
                <a:latin typeface="Karla"/>
                <a:ea typeface="Karla"/>
                <a:cs typeface="Karla"/>
                <a:sym typeface="Karla"/>
              </a:rPr>
              <a:t>viene utilizzato per specificare una query per selezionare una parte del documento HTML</a:t>
            </a:r>
            <a:endParaRPr sz="1500">
              <a:solidFill>
                <a:schemeClr val="dk1"/>
              </a:solidFill>
              <a:latin typeface="Karla"/>
              <a:ea typeface="Karla"/>
              <a:cs typeface="Karla"/>
              <a:sym typeface="Karla"/>
            </a:endParaRPr>
          </a:p>
          <a:p>
            <a:pPr indent="-323850" lvl="0" marL="457200" rtl="0" algn="l">
              <a:spcBef>
                <a:spcPts val="0"/>
              </a:spcBef>
              <a:spcAft>
                <a:spcPts val="0"/>
              </a:spcAft>
              <a:buClr>
                <a:schemeClr val="dk1"/>
              </a:buClr>
              <a:buSzPts val="1500"/>
              <a:buFont typeface="Karla"/>
              <a:buChar char="▸"/>
            </a:pPr>
            <a:r>
              <a:rPr b="1" lang="en" sz="1500">
                <a:solidFill>
                  <a:schemeClr val="dk1"/>
                </a:solidFill>
                <a:latin typeface="Karla"/>
                <a:ea typeface="Karla"/>
                <a:cs typeface="Karla"/>
                <a:sym typeface="Karla"/>
              </a:rPr>
              <a:t>action </a:t>
            </a:r>
            <a:r>
              <a:rPr lang="en" sz="1500">
                <a:solidFill>
                  <a:schemeClr val="dk1"/>
                </a:solidFill>
                <a:latin typeface="Karla"/>
                <a:ea typeface="Karla"/>
                <a:cs typeface="Karla"/>
                <a:sym typeface="Karla"/>
              </a:rPr>
              <a:t>specifica l'azione da effettuare sull’elemento stesso</a:t>
            </a:r>
            <a:endParaRPr/>
          </a:p>
        </p:txBody>
      </p:sp>
      <p:sp>
        <p:nvSpPr>
          <p:cNvPr id="233" name="Google Shape;233;p35">
            <a:hlinkClick r:id="rId3"/>
          </p:cNvPr>
          <p:cNvSpPr/>
          <p:nvPr/>
        </p:nvSpPr>
        <p:spPr>
          <a:xfrm>
            <a:off x="0" y="5092700"/>
            <a:ext cx="28737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37" name="Shape 237"/>
        <p:cNvGrpSpPr/>
        <p:nvPr/>
      </p:nvGrpSpPr>
      <p:grpSpPr>
        <a:xfrm>
          <a:off x="0" y="0"/>
          <a:ext cx="0" cy="0"/>
          <a:chOff x="0" y="0"/>
          <a:chExt cx="0" cy="0"/>
        </a:xfrm>
      </p:grpSpPr>
      <p:sp>
        <p:nvSpPr>
          <p:cNvPr id="238" name="Google Shape;238;p3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36"/>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Document Ready</a:t>
            </a:r>
            <a:endParaRPr>
              <a:solidFill>
                <a:srgbClr val="999999"/>
              </a:solidFill>
            </a:endParaRPr>
          </a:p>
        </p:txBody>
      </p:sp>
      <p:sp>
        <p:nvSpPr>
          <p:cNvPr id="240" name="Google Shape;240;p36"/>
          <p:cNvSpPr txBox="1"/>
          <p:nvPr>
            <p:ph idx="1" type="body"/>
          </p:nvPr>
        </p:nvSpPr>
        <p:spPr>
          <a:xfrm>
            <a:off x="838250" y="1504950"/>
            <a:ext cx="5324100" cy="14673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0"/>
              </a:spcAft>
              <a:buNone/>
            </a:pPr>
            <a:r>
              <a:rPr lang="en" sz="1500"/>
              <a:t>Una pagina non può essere manipolata in modo sicuro finché il documento non è "pronto"</a:t>
            </a:r>
            <a:endParaRPr sz="1500"/>
          </a:p>
          <a:p>
            <a:pPr indent="0" lvl="0" marL="0" rtl="0" algn="l">
              <a:lnSpc>
                <a:spcPct val="100000"/>
              </a:lnSpc>
              <a:spcBef>
                <a:spcPts val="1000"/>
              </a:spcBef>
              <a:spcAft>
                <a:spcPts val="1000"/>
              </a:spcAft>
              <a:buNone/>
            </a:pPr>
            <a:r>
              <a:rPr lang="en" sz="1500"/>
              <a:t>Il codice incluso in $(document).ready() verrà eseguito solo quando la pagina DOM sarà pronta per l'esecuzione del codice JavaScript</a:t>
            </a:r>
            <a:endParaRPr sz="1500"/>
          </a:p>
        </p:txBody>
      </p:sp>
      <p:sp>
        <p:nvSpPr>
          <p:cNvPr id="241" name="Google Shape;241;p36"/>
          <p:cNvSpPr txBox="1"/>
          <p:nvPr/>
        </p:nvSpPr>
        <p:spPr>
          <a:xfrm>
            <a:off x="979800" y="2972250"/>
            <a:ext cx="5182500" cy="18816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(document).</a:t>
            </a:r>
            <a:r>
              <a:rPr lang="en" sz="1050">
                <a:solidFill>
                  <a:srgbClr val="61AFEF"/>
                </a:solidFill>
                <a:highlight>
                  <a:srgbClr val="333333"/>
                </a:highlight>
                <a:latin typeface="Fira Code"/>
                <a:ea typeface="Fira Code"/>
                <a:cs typeface="Fira Code"/>
                <a:sym typeface="Fira Code"/>
              </a:rPr>
              <a:t>ready</a:t>
            </a:r>
            <a:r>
              <a:rPr lang="en" sz="1050">
                <a:solidFill>
                  <a:srgbClr val="ABB2BF"/>
                </a:solidFill>
                <a:highlight>
                  <a:srgbClr val="333333"/>
                </a:highlight>
                <a:latin typeface="Fira Code"/>
                <a:ea typeface="Fira Code"/>
                <a:cs typeface="Fira Code"/>
                <a:sym typeface="Fira Code"/>
              </a:rPr>
              <a:t>(</a:t>
            </a:r>
            <a:r>
              <a:rPr lang="en" sz="1050">
                <a:solidFill>
                  <a:srgbClr val="C678DD"/>
                </a:solidFill>
                <a:highlight>
                  <a:srgbClr val="333333"/>
                </a:highlight>
                <a:latin typeface="Fira Code"/>
                <a:ea typeface="Fira Code"/>
                <a:cs typeface="Fira Code"/>
                <a:sym typeface="Fira Code"/>
              </a:rPr>
              <a:t>function</a:t>
            </a:r>
            <a:r>
              <a:rPr lang="en" sz="1050">
                <a:solidFill>
                  <a:srgbClr val="ABB2BF"/>
                </a:solidFill>
                <a:highlight>
                  <a:srgbClr val="333333"/>
                </a:highlight>
                <a:latin typeface="Fira Code"/>
                <a:ea typeface="Fira Code"/>
                <a:cs typeface="Fira Code"/>
                <a:sym typeface="Fira Code"/>
              </a:rPr>
              <a:t>()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console.</a:t>
            </a:r>
            <a:r>
              <a:rPr lang="en" sz="1050">
                <a:solidFill>
                  <a:srgbClr val="61AFEF"/>
                </a:solidFill>
                <a:highlight>
                  <a:srgbClr val="333333"/>
                </a:highlight>
                <a:latin typeface="Fira Code"/>
                <a:ea typeface="Fira Code"/>
                <a:cs typeface="Fira Code"/>
                <a:sym typeface="Fira Code"/>
              </a:rPr>
              <a:t>log</a:t>
            </a:r>
            <a:r>
              <a:rPr lang="en" sz="1050">
                <a:solidFill>
                  <a:srgbClr val="ABB2BF"/>
                </a:solidFill>
                <a:highlight>
                  <a:srgbClr val="333333"/>
                </a:highlight>
                <a:latin typeface="Fira Code"/>
                <a:ea typeface="Fira Code"/>
                <a:cs typeface="Fira Code"/>
                <a:sym typeface="Fira Code"/>
              </a:rPr>
              <a:t>( </a:t>
            </a:r>
            <a:r>
              <a:rPr lang="en" sz="1050">
                <a:solidFill>
                  <a:srgbClr val="98C379"/>
                </a:solidFill>
                <a:highlight>
                  <a:srgbClr val="333333"/>
                </a:highlight>
                <a:latin typeface="Fira Code"/>
                <a:ea typeface="Fira Code"/>
                <a:cs typeface="Fira Code"/>
                <a:sym typeface="Fira Code"/>
              </a:rPr>
              <a:t>"ready!"</a:t>
            </a:r>
            <a:r>
              <a:rPr lang="en" sz="1050">
                <a:solidFill>
                  <a:srgbClr val="ABB2BF"/>
                </a:solidFill>
                <a:highlight>
                  <a:srgbClr val="333333"/>
                </a:highlight>
                <a:latin typeface="Fira Code"/>
                <a:ea typeface="Fira Code"/>
                <a:cs typeface="Fira Code"/>
                <a:sym typeface="Fira Code"/>
              </a:rPr>
              <a:t>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Shorthand for $( document ).ready()</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C678DD"/>
                </a:solidFill>
                <a:highlight>
                  <a:srgbClr val="333333"/>
                </a:highlight>
                <a:latin typeface="Fira Code"/>
                <a:ea typeface="Fira Code"/>
                <a:cs typeface="Fira Code"/>
                <a:sym typeface="Fira Code"/>
              </a:rPr>
              <a:t>function</a:t>
            </a:r>
            <a:r>
              <a:rPr lang="en" sz="1050">
                <a:solidFill>
                  <a:srgbClr val="ABB2BF"/>
                </a:solidFill>
                <a:highlight>
                  <a:srgbClr val="333333"/>
                </a:highlight>
                <a:latin typeface="Fira Code"/>
                <a:ea typeface="Fira Code"/>
                <a:cs typeface="Fira Code"/>
                <a:sym typeface="Fira Code"/>
              </a:rPr>
              <a:t>()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console.</a:t>
            </a:r>
            <a:r>
              <a:rPr lang="en" sz="1050">
                <a:solidFill>
                  <a:srgbClr val="61AFEF"/>
                </a:solidFill>
                <a:highlight>
                  <a:srgbClr val="333333"/>
                </a:highlight>
                <a:latin typeface="Fira Code"/>
                <a:ea typeface="Fira Code"/>
                <a:cs typeface="Fira Code"/>
                <a:sym typeface="Fira Code"/>
              </a:rPr>
              <a:t>log</a:t>
            </a:r>
            <a:r>
              <a:rPr lang="en" sz="1050">
                <a:solidFill>
                  <a:srgbClr val="ABB2BF"/>
                </a:solidFill>
                <a:highlight>
                  <a:srgbClr val="333333"/>
                </a:highlight>
                <a:latin typeface="Fira Code"/>
                <a:ea typeface="Fira Code"/>
                <a:cs typeface="Fira Code"/>
                <a:sym typeface="Fira Code"/>
              </a:rPr>
              <a:t>( </a:t>
            </a:r>
            <a:r>
              <a:rPr lang="en" sz="1050">
                <a:solidFill>
                  <a:srgbClr val="98C379"/>
                </a:solidFill>
                <a:highlight>
                  <a:srgbClr val="333333"/>
                </a:highlight>
                <a:latin typeface="Fira Code"/>
                <a:ea typeface="Fira Code"/>
                <a:cs typeface="Fira Code"/>
                <a:sym typeface="Fira Code"/>
              </a:rPr>
              <a:t>"ready!"</a:t>
            </a:r>
            <a:r>
              <a:rPr lang="en" sz="1050">
                <a:solidFill>
                  <a:srgbClr val="ABB2BF"/>
                </a:solidFill>
                <a:highlight>
                  <a:srgbClr val="333333"/>
                </a:highlight>
                <a:latin typeface="Fira Code"/>
                <a:ea typeface="Fira Code"/>
                <a:cs typeface="Fira Code"/>
                <a:sym typeface="Fira Code"/>
              </a:rPr>
              <a:t>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a:t>
            </a:r>
            <a:endParaRPr sz="1050">
              <a:solidFill>
                <a:srgbClr val="61AFEF"/>
              </a:solidFill>
              <a:highlight>
                <a:srgbClr val="333333"/>
              </a:highlight>
              <a:latin typeface="Fira Code"/>
              <a:ea typeface="Fira Code"/>
              <a:cs typeface="Fira Code"/>
              <a:sym typeface="Fira Code"/>
            </a:endParaRPr>
          </a:p>
        </p:txBody>
      </p:sp>
      <p:sp>
        <p:nvSpPr>
          <p:cNvPr id="242" name="Google Shape;242;p36">
            <a:hlinkClick r:id="rId3"/>
          </p:cNvPr>
          <p:cNvSpPr/>
          <p:nvPr/>
        </p:nvSpPr>
        <p:spPr>
          <a:xfrm>
            <a:off x="0" y="5092700"/>
            <a:ext cx="3135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46" name="Shape 246"/>
        <p:cNvGrpSpPr/>
        <p:nvPr/>
      </p:nvGrpSpPr>
      <p:grpSpPr>
        <a:xfrm>
          <a:off x="0" y="0"/>
          <a:ext cx="0" cy="0"/>
          <a:chOff x="0" y="0"/>
          <a:chExt cx="0" cy="0"/>
        </a:xfrm>
      </p:grpSpPr>
      <p:sp>
        <p:nvSpPr>
          <p:cNvPr id="247" name="Google Shape;247;p3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8" name="Google Shape;248;p37"/>
          <p:cNvSpPr txBox="1"/>
          <p:nvPr>
            <p:ph idx="4294967295"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Esempi</a:t>
            </a:r>
            <a:endParaRPr>
              <a:solidFill>
                <a:srgbClr val="999999"/>
              </a:solidFill>
            </a:endParaRPr>
          </a:p>
        </p:txBody>
      </p:sp>
      <p:sp>
        <p:nvSpPr>
          <p:cNvPr id="249" name="Google Shape;249;p37"/>
          <p:cNvSpPr txBox="1"/>
          <p:nvPr/>
        </p:nvSpPr>
        <p:spPr>
          <a:xfrm>
            <a:off x="838350" y="1740600"/>
            <a:ext cx="5324100" cy="1004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Seleziona tutti i paragrafi (p) con classe summary</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all’interno dell’articolo con id = first</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C678DD"/>
                </a:solidFill>
                <a:highlight>
                  <a:srgbClr val="333333"/>
                </a:highlight>
                <a:latin typeface="Fira Code"/>
                <a:ea typeface="Fira Code"/>
                <a:cs typeface="Fira Code"/>
                <a:sym typeface="Fira Code"/>
              </a:rPr>
              <a:t>var</a:t>
            </a:r>
            <a:r>
              <a:rPr lang="en" sz="1050">
                <a:solidFill>
                  <a:srgbClr val="ABB2BF"/>
                </a:solidFill>
                <a:highlight>
                  <a:srgbClr val="333333"/>
                </a:highlight>
                <a:latin typeface="Fira Code"/>
                <a:ea typeface="Fira Code"/>
                <a:cs typeface="Fira Code"/>
                <a:sym typeface="Fira Code"/>
              </a:rPr>
              <a:t> n </a:t>
            </a:r>
            <a:r>
              <a:rPr lang="en" sz="1050">
                <a:solidFill>
                  <a:srgbClr val="56B6C2"/>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 </a:t>
            </a: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"article#first p.summary"</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p:txBody>
      </p:sp>
      <p:sp>
        <p:nvSpPr>
          <p:cNvPr id="250" name="Google Shape;250;p37">
            <a:hlinkClick r:id="rId3"/>
          </p:cNvPr>
          <p:cNvSpPr/>
          <p:nvPr/>
        </p:nvSpPr>
        <p:spPr>
          <a:xfrm>
            <a:off x="0" y="5092700"/>
            <a:ext cx="33963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54" name="Shape 254"/>
        <p:cNvGrpSpPr/>
        <p:nvPr/>
      </p:nvGrpSpPr>
      <p:grpSpPr>
        <a:xfrm>
          <a:off x="0" y="0"/>
          <a:ext cx="0" cy="0"/>
          <a:chOff x="0" y="0"/>
          <a:chExt cx="0" cy="0"/>
        </a:xfrm>
      </p:grpSpPr>
      <p:sp>
        <p:nvSpPr>
          <p:cNvPr id="255" name="Google Shape;255;p3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6" name="Google Shape;256;p38"/>
          <p:cNvSpPr txBox="1"/>
          <p:nvPr>
            <p:ph idx="4294967295"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Esempi</a:t>
            </a:r>
            <a:endParaRPr>
              <a:solidFill>
                <a:srgbClr val="999999"/>
              </a:solidFill>
            </a:endParaRPr>
          </a:p>
        </p:txBody>
      </p:sp>
      <p:sp>
        <p:nvSpPr>
          <p:cNvPr id="257" name="Google Shape;257;p38"/>
          <p:cNvSpPr txBox="1"/>
          <p:nvPr/>
        </p:nvSpPr>
        <p:spPr>
          <a:xfrm>
            <a:off x="838350" y="1740600"/>
            <a:ext cx="7704900" cy="21009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"a"</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tutti i link nel documento</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"#blocco"</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seleziona un singolo elemento con id "blocco"</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"a.external"</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solo i link con classe "external"</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"#blocco,a.external"</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definizione di più selettori</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tutti gli elementi</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"#blocco a"</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tutti i link (&lt;a&gt;) all'interno dell'elemento con id “blocco"</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"ul &gt; li"</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solo gli elementi lista diretti discendenti del tag ul</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"label + input"</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tutti i tag input preceduti da un tag label</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"div ~ span"</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tutti i fratelli seguenti anche non adiacenti</a:t>
            </a:r>
            <a:endParaRPr sz="1050">
              <a:solidFill>
                <a:srgbClr val="5C6370"/>
              </a:solidFill>
              <a:highlight>
                <a:srgbClr val="333333"/>
              </a:highlight>
              <a:latin typeface="Fira Code"/>
              <a:ea typeface="Fira Code"/>
              <a:cs typeface="Fira Code"/>
              <a:sym typeface="Fira Code"/>
            </a:endParaRPr>
          </a:p>
        </p:txBody>
      </p:sp>
      <p:sp>
        <p:nvSpPr>
          <p:cNvPr id="258" name="Google Shape;258;p38"/>
          <p:cNvSpPr txBox="1"/>
          <p:nvPr/>
        </p:nvSpPr>
        <p:spPr>
          <a:xfrm>
            <a:off x="838350" y="4282450"/>
            <a:ext cx="4182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u="sng">
                <a:solidFill>
                  <a:schemeClr val="hlink"/>
                </a:solidFill>
                <a:latin typeface="Karla"/>
                <a:ea typeface="Karla"/>
                <a:cs typeface="Karla"/>
                <a:sym typeface="Karla"/>
                <a:hlinkClick r:id="rId3"/>
              </a:rPr>
              <a:t>https://api.jquery.com/category/selectors/</a:t>
            </a:r>
            <a:endParaRPr/>
          </a:p>
        </p:txBody>
      </p:sp>
      <p:sp>
        <p:nvSpPr>
          <p:cNvPr id="259" name="Google Shape;259;p38">
            <a:hlinkClick r:id="rId4"/>
          </p:cNvPr>
          <p:cNvSpPr/>
          <p:nvPr/>
        </p:nvSpPr>
        <p:spPr>
          <a:xfrm>
            <a:off x="0" y="5092700"/>
            <a:ext cx="3657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63" name="Shape 263"/>
        <p:cNvGrpSpPr/>
        <p:nvPr/>
      </p:nvGrpSpPr>
      <p:grpSpPr>
        <a:xfrm>
          <a:off x="0" y="0"/>
          <a:ext cx="0" cy="0"/>
          <a:chOff x="0" y="0"/>
          <a:chExt cx="0" cy="0"/>
        </a:xfrm>
      </p:grpSpPr>
      <p:sp>
        <p:nvSpPr>
          <p:cNvPr id="264" name="Google Shape;264;p3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39"/>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Manipolare il DOM</a:t>
            </a:r>
            <a:endParaRPr>
              <a:solidFill>
                <a:srgbClr val="999999"/>
              </a:solidFill>
            </a:endParaRPr>
          </a:p>
        </p:txBody>
      </p:sp>
      <p:sp>
        <p:nvSpPr>
          <p:cNvPr id="266" name="Google Shape;266;p39"/>
          <p:cNvSpPr txBox="1"/>
          <p:nvPr>
            <p:ph idx="1" type="body"/>
          </p:nvPr>
        </p:nvSpPr>
        <p:spPr>
          <a:xfrm>
            <a:off x="838250" y="1504950"/>
            <a:ext cx="5324100" cy="14673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0"/>
              </a:spcAft>
              <a:buNone/>
            </a:pPr>
            <a:r>
              <a:rPr lang="en" sz="1500"/>
              <a:t>jQuery dispone di moltissimi metodi per manipolare il DOM in vari modi</a:t>
            </a:r>
            <a:endParaRPr sz="1500"/>
          </a:p>
          <a:p>
            <a:pPr indent="0" lvl="0" marL="0" rtl="0" algn="l">
              <a:lnSpc>
                <a:spcPct val="100000"/>
              </a:lnSpc>
              <a:spcBef>
                <a:spcPts val="1000"/>
              </a:spcBef>
              <a:spcAft>
                <a:spcPts val="1000"/>
              </a:spcAft>
              <a:buNone/>
            </a:pPr>
            <a:r>
              <a:rPr lang="en" sz="1500"/>
              <a:t>Ad esempio, è possibile cambiare gli attributi di un elemento, modificare interi elementi o gruppi di elementi e copiarne, rimuoverne o inserirne altri</a:t>
            </a:r>
            <a:endParaRPr sz="1500"/>
          </a:p>
        </p:txBody>
      </p:sp>
      <p:sp>
        <p:nvSpPr>
          <p:cNvPr id="267" name="Google Shape;267;p39">
            <a:hlinkClick r:id="rId3"/>
          </p:cNvPr>
          <p:cNvSpPr/>
          <p:nvPr/>
        </p:nvSpPr>
        <p:spPr>
          <a:xfrm>
            <a:off x="0" y="5092700"/>
            <a:ext cx="39189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71" name="Shape 271"/>
        <p:cNvGrpSpPr/>
        <p:nvPr/>
      </p:nvGrpSpPr>
      <p:grpSpPr>
        <a:xfrm>
          <a:off x="0" y="0"/>
          <a:ext cx="0" cy="0"/>
          <a:chOff x="0" y="0"/>
          <a:chExt cx="0" cy="0"/>
        </a:xfrm>
      </p:grpSpPr>
      <p:sp>
        <p:nvSpPr>
          <p:cNvPr id="272" name="Google Shape;272;p4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40"/>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Gestione delle classi</a:t>
            </a:r>
            <a:endParaRPr>
              <a:solidFill>
                <a:srgbClr val="999999"/>
              </a:solidFill>
            </a:endParaRPr>
          </a:p>
        </p:txBody>
      </p:sp>
      <p:sp>
        <p:nvSpPr>
          <p:cNvPr id="274" name="Google Shape;274;p40"/>
          <p:cNvSpPr txBox="1"/>
          <p:nvPr/>
        </p:nvSpPr>
        <p:spPr>
          <a:xfrm>
            <a:off x="909150" y="1749325"/>
            <a:ext cx="5182500" cy="21009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hasClass</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metodo di controllo, ritorna true</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se l’elemento ha una specifica classe</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addClass</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aggiunge una classe agli elementi</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removeClass</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rimuove una classe agli elementi</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toggleClass</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aggiunge una classe se non presente,</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altrimenti la toglie</a:t>
            </a:r>
            <a:endParaRPr sz="1050">
              <a:solidFill>
                <a:srgbClr val="61AFEF"/>
              </a:solidFill>
              <a:highlight>
                <a:srgbClr val="333333"/>
              </a:highlight>
              <a:latin typeface="Fira Code"/>
              <a:ea typeface="Fira Code"/>
              <a:cs typeface="Fira Code"/>
              <a:sym typeface="Fira Code"/>
            </a:endParaRPr>
          </a:p>
        </p:txBody>
      </p:sp>
      <p:sp>
        <p:nvSpPr>
          <p:cNvPr id="275" name="Google Shape;275;p40">
            <a:hlinkClick r:id="rId3"/>
          </p:cNvPr>
          <p:cNvSpPr/>
          <p:nvPr/>
        </p:nvSpPr>
        <p:spPr>
          <a:xfrm>
            <a:off x="0" y="5092700"/>
            <a:ext cx="4180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79" name="Shape 279"/>
        <p:cNvGrpSpPr/>
        <p:nvPr/>
      </p:nvGrpSpPr>
      <p:grpSpPr>
        <a:xfrm>
          <a:off x="0" y="0"/>
          <a:ext cx="0" cy="0"/>
          <a:chOff x="0" y="0"/>
          <a:chExt cx="0" cy="0"/>
        </a:xfrm>
      </p:grpSpPr>
      <p:sp>
        <p:nvSpPr>
          <p:cNvPr id="280" name="Google Shape;280;p4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1" name="Google Shape;281;p41"/>
          <p:cNvSpPr txBox="1"/>
          <p:nvPr>
            <p:ph type="title"/>
          </p:nvPr>
        </p:nvSpPr>
        <p:spPr>
          <a:xfrm>
            <a:off x="838350" y="893500"/>
            <a:ext cx="56376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Modifica del contenuto di un tag</a:t>
            </a:r>
            <a:endParaRPr>
              <a:solidFill>
                <a:srgbClr val="999999"/>
              </a:solidFill>
            </a:endParaRPr>
          </a:p>
        </p:txBody>
      </p:sp>
      <p:sp>
        <p:nvSpPr>
          <p:cNvPr id="282" name="Google Shape;282;p41"/>
          <p:cNvSpPr txBox="1"/>
          <p:nvPr/>
        </p:nvSpPr>
        <p:spPr>
          <a:xfrm>
            <a:off x="909150" y="1749325"/>
            <a:ext cx="5182500" cy="18816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index.html</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&lt;</a:t>
            </a:r>
            <a:r>
              <a:rPr lang="en" sz="1050">
                <a:solidFill>
                  <a:srgbClr val="E06C75"/>
                </a:solidFill>
                <a:highlight>
                  <a:srgbClr val="333333"/>
                </a:highlight>
                <a:latin typeface="Fira Code"/>
                <a:ea typeface="Fira Code"/>
                <a:cs typeface="Fira Code"/>
                <a:sym typeface="Fira Code"/>
              </a:rPr>
              <a:t>p</a:t>
            </a:r>
            <a:r>
              <a:rPr lang="en" sz="1050">
                <a:solidFill>
                  <a:srgbClr val="ABB2BF"/>
                </a:solidFill>
                <a:highlight>
                  <a:srgbClr val="333333"/>
                </a:highlight>
                <a:latin typeface="Fira Code"/>
                <a:ea typeface="Fira Code"/>
                <a:cs typeface="Fira Code"/>
                <a:sym typeface="Fira Code"/>
              </a:rPr>
              <a:t>&gt;testo del &lt;</a:t>
            </a:r>
            <a:r>
              <a:rPr lang="en" sz="1050">
                <a:solidFill>
                  <a:srgbClr val="E06C75"/>
                </a:solidFill>
                <a:highlight>
                  <a:srgbClr val="333333"/>
                </a:highlight>
                <a:latin typeface="Fira Code"/>
                <a:ea typeface="Fira Code"/>
                <a:cs typeface="Fira Code"/>
                <a:sym typeface="Fira Code"/>
              </a:rPr>
              <a:t>strong</a:t>
            </a:r>
            <a:r>
              <a:rPr lang="en" sz="1050">
                <a:solidFill>
                  <a:srgbClr val="ABB2BF"/>
                </a:solidFill>
                <a:highlight>
                  <a:srgbClr val="333333"/>
                </a:highlight>
                <a:latin typeface="Fira Code"/>
                <a:ea typeface="Fira Code"/>
                <a:cs typeface="Fira Code"/>
                <a:sym typeface="Fira Code"/>
              </a:rPr>
              <a:t>&gt;paragrafo&lt;/</a:t>
            </a:r>
            <a:r>
              <a:rPr lang="en" sz="1050">
                <a:solidFill>
                  <a:srgbClr val="E06C75"/>
                </a:solidFill>
                <a:highlight>
                  <a:srgbClr val="333333"/>
                </a:highlight>
                <a:latin typeface="Fira Code"/>
                <a:ea typeface="Fira Code"/>
                <a:cs typeface="Fira Code"/>
                <a:sym typeface="Fira Code"/>
              </a:rPr>
              <a:t>strong</a:t>
            </a:r>
            <a:r>
              <a:rPr lang="en" sz="1050">
                <a:solidFill>
                  <a:srgbClr val="ABB2BF"/>
                </a:solidFill>
                <a:highlight>
                  <a:srgbClr val="333333"/>
                </a:highlight>
                <a:latin typeface="Fira Code"/>
                <a:ea typeface="Fira Code"/>
                <a:cs typeface="Fira Code"/>
                <a:sym typeface="Fira Code"/>
              </a:rPr>
              <a:t>&gt;&lt;/</a:t>
            </a:r>
            <a:r>
              <a:rPr lang="en" sz="1050">
                <a:solidFill>
                  <a:srgbClr val="E06C75"/>
                </a:solidFill>
                <a:highlight>
                  <a:srgbClr val="333333"/>
                </a:highlight>
                <a:latin typeface="Fira Code"/>
                <a:ea typeface="Fira Code"/>
                <a:cs typeface="Fira Code"/>
                <a:sym typeface="Fira Code"/>
              </a:rPr>
              <a:t>p</a:t>
            </a:r>
            <a:r>
              <a:rPr lang="en" sz="1050">
                <a:solidFill>
                  <a:srgbClr val="ABB2BF"/>
                </a:solidFill>
                <a:highlight>
                  <a:srgbClr val="333333"/>
                </a:highlight>
                <a:latin typeface="Fira Code"/>
                <a:ea typeface="Fira Code"/>
                <a:cs typeface="Fira Code"/>
                <a:sym typeface="Fira Code"/>
              </a:rPr>
              <a:t>&gt;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script.js</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"p"</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text</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"testo del paragrafo"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"p"</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html</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"testo del &lt;strong&gt;paragrafo&lt;/strong&gt;"</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"p"</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text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"Nuovo testo"</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"p"</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html</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"Nuovo testo con &lt;strong&gt;HTML&lt;/strong&gt;"</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p:txBody>
      </p:sp>
      <p:sp>
        <p:nvSpPr>
          <p:cNvPr id="283" name="Google Shape;283;p41">
            <a:hlinkClick r:id="rId3"/>
          </p:cNvPr>
          <p:cNvSpPr/>
          <p:nvPr/>
        </p:nvSpPr>
        <p:spPr>
          <a:xfrm>
            <a:off x="0" y="5092700"/>
            <a:ext cx="44415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87" name="Shape 287"/>
        <p:cNvGrpSpPr/>
        <p:nvPr/>
      </p:nvGrpSpPr>
      <p:grpSpPr>
        <a:xfrm>
          <a:off x="0" y="0"/>
          <a:ext cx="0" cy="0"/>
          <a:chOff x="0" y="0"/>
          <a:chExt cx="0" cy="0"/>
        </a:xfrm>
      </p:grpSpPr>
      <p:sp>
        <p:nvSpPr>
          <p:cNvPr id="288" name="Google Shape;288;p4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9" name="Google Shape;289;p42"/>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Esempi</a:t>
            </a:r>
            <a:endParaRPr>
              <a:solidFill>
                <a:srgbClr val="999999"/>
              </a:solidFill>
            </a:endParaRPr>
          </a:p>
        </p:txBody>
      </p:sp>
      <p:sp>
        <p:nvSpPr>
          <p:cNvPr id="290" name="Google Shape;290;p42"/>
          <p:cNvSpPr txBox="1"/>
          <p:nvPr/>
        </p:nvSpPr>
        <p:spPr>
          <a:xfrm>
            <a:off x="838250" y="1626200"/>
            <a:ext cx="5324100" cy="1467300"/>
          </a:xfrm>
          <a:prstGeom prst="rect">
            <a:avLst/>
          </a:prstGeom>
          <a:noFill/>
          <a:ln>
            <a:noFill/>
          </a:ln>
        </p:spPr>
        <p:txBody>
          <a:bodyPr anchorCtr="0" anchor="t" bIns="91425" lIns="91425" spcFirstLastPara="1" rIns="91425" wrap="square" tIns="91425">
            <a:spAutoFit/>
          </a:bodyPr>
          <a:lstStyle/>
          <a:p>
            <a:pPr indent="-323850" lvl="0" marL="457200" rtl="0" algn="l">
              <a:spcBef>
                <a:spcPts val="600"/>
              </a:spcBef>
              <a:spcAft>
                <a:spcPts val="0"/>
              </a:spcAft>
              <a:buClr>
                <a:schemeClr val="dk1"/>
              </a:buClr>
              <a:buSzPts val="1500"/>
              <a:buFont typeface="Karla"/>
              <a:buChar char="▸"/>
            </a:pPr>
            <a:r>
              <a:rPr lang="en" sz="1500">
                <a:solidFill>
                  <a:schemeClr val="dk1"/>
                </a:solidFill>
                <a:latin typeface="Karla"/>
                <a:ea typeface="Karla"/>
                <a:cs typeface="Karla"/>
                <a:sym typeface="Karla"/>
              </a:rPr>
              <a:t>Una funzione che utilizza toggleClass per scambiare le classi di due elementi</a:t>
            </a:r>
            <a:endParaRPr sz="1500">
              <a:solidFill>
                <a:schemeClr val="dk1"/>
              </a:solidFill>
              <a:latin typeface="Karla"/>
              <a:ea typeface="Karla"/>
              <a:cs typeface="Karla"/>
              <a:sym typeface="Karla"/>
            </a:endParaRPr>
          </a:p>
          <a:p>
            <a:pPr indent="-323850" lvl="0" marL="457200" rtl="0" algn="l">
              <a:spcBef>
                <a:spcPts val="0"/>
              </a:spcBef>
              <a:spcAft>
                <a:spcPts val="0"/>
              </a:spcAft>
              <a:buClr>
                <a:schemeClr val="dk1"/>
              </a:buClr>
              <a:buSzPts val="1500"/>
              <a:buFont typeface="Karla"/>
              <a:buChar char="▸"/>
            </a:pPr>
            <a:r>
              <a:rPr lang="en" sz="1500">
                <a:solidFill>
                  <a:schemeClr val="dk1"/>
                </a:solidFill>
                <a:latin typeface="Karla"/>
                <a:ea typeface="Karla"/>
                <a:cs typeface="Karla"/>
                <a:sym typeface="Karla"/>
              </a:rPr>
              <a:t>Una funzione per aggiungere una stringa al contenuto di un elemento</a:t>
            </a:r>
            <a:endParaRPr sz="1500">
              <a:solidFill>
                <a:schemeClr val="dk1"/>
              </a:solidFill>
              <a:latin typeface="Karla"/>
              <a:ea typeface="Karla"/>
              <a:cs typeface="Karla"/>
              <a:sym typeface="Karla"/>
            </a:endParaRPr>
          </a:p>
          <a:p>
            <a:pPr indent="0" lvl="0" marL="0" rtl="0" algn="l">
              <a:spcBef>
                <a:spcPts val="1000"/>
              </a:spcBef>
              <a:spcAft>
                <a:spcPts val="1000"/>
              </a:spcAft>
              <a:buNone/>
            </a:pPr>
            <a:r>
              <a:rPr lang="en" sz="1500" u="sng">
                <a:solidFill>
                  <a:schemeClr val="hlink"/>
                </a:solidFill>
                <a:latin typeface="Karla"/>
                <a:ea typeface="Karla"/>
                <a:cs typeface="Karla"/>
                <a:sym typeface="Karla"/>
                <a:hlinkClick r:id="rId3"/>
              </a:rPr>
              <a:t>https://stackblitz.com/edit/web-platform-6dmlsy</a:t>
            </a:r>
            <a:endParaRPr sz="1500">
              <a:solidFill>
                <a:schemeClr val="dk1"/>
              </a:solidFill>
              <a:latin typeface="Karla"/>
              <a:ea typeface="Karla"/>
              <a:cs typeface="Karla"/>
              <a:sym typeface="Karla"/>
            </a:endParaRPr>
          </a:p>
        </p:txBody>
      </p:sp>
      <p:sp>
        <p:nvSpPr>
          <p:cNvPr id="291" name="Google Shape;291;p42">
            <a:hlinkClick r:id="rId4"/>
          </p:cNvPr>
          <p:cNvSpPr/>
          <p:nvPr/>
        </p:nvSpPr>
        <p:spPr>
          <a:xfrm>
            <a:off x="0" y="5092700"/>
            <a:ext cx="47025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95" name="Shape 295"/>
        <p:cNvGrpSpPr/>
        <p:nvPr/>
      </p:nvGrpSpPr>
      <p:grpSpPr>
        <a:xfrm>
          <a:off x="0" y="0"/>
          <a:ext cx="0" cy="0"/>
          <a:chOff x="0" y="0"/>
          <a:chExt cx="0" cy="0"/>
        </a:xfrm>
      </p:grpSpPr>
      <p:sp>
        <p:nvSpPr>
          <p:cNvPr id="296" name="Google Shape;296;p4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7" name="Google Shape;297;p43"/>
          <p:cNvSpPr txBox="1"/>
          <p:nvPr>
            <p:ph type="title"/>
          </p:nvPr>
        </p:nvSpPr>
        <p:spPr>
          <a:xfrm>
            <a:off x="838350" y="893500"/>
            <a:ext cx="56376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Inserimento di nuovi elementi</a:t>
            </a:r>
            <a:endParaRPr>
              <a:solidFill>
                <a:srgbClr val="999999"/>
              </a:solidFill>
            </a:endParaRPr>
          </a:p>
        </p:txBody>
      </p:sp>
      <p:sp>
        <p:nvSpPr>
          <p:cNvPr id="298" name="Google Shape;298;p43"/>
          <p:cNvSpPr txBox="1"/>
          <p:nvPr/>
        </p:nvSpPr>
        <p:spPr>
          <a:xfrm>
            <a:off x="909150" y="1749325"/>
            <a:ext cx="5182500" cy="18816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//seleziono un elemento e vi inserisco un nodo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"#menu"</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append</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"&lt;li&gt;lista&lt;/li&gt;"</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//inserisco un nuovo nodo nell'elemento selezionato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"&lt;li&gt;lista&lt;/li&gt;"</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appendTo</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"#menu"</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//sposta i nodi da una lista all'altra</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"#menu2 li"</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appendTo</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"#menu"</a:t>
            </a:r>
            <a:r>
              <a:rPr lang="en" sz="1050">
                <a:solidFill>
                  <a:srgbClr val="ABB2BF"/>
                </a:solidFill>
                <a:highlight>
                  <a:srgbClr val="333333"/>
                </a:highlight>
                <a:latin typeface="Fira Code"/>
                <a:ea typeface="Fira Code"/>
                <a:cs typeface="Fira Code"/>
                <a:sym typeface="Fira Code"/>
              </a:rPr>
              <a:t>);</a:t>
            </a:r>
            <a:endParaRPr sz="1050">
              <a:solidFill>
                <a:srgbClr val="5C6370"/>
              </a:solidFill>
              <a:highlight>
                <a:srgbClr val="333333"/>
              </a:highlight>
              <a:latin typeface="Fira Code"/>
              <a:ea typeface="Fira Code"/>
              <a:cs typeface="Fira Code"/>
              <a:sym typeface="Fira Code"/>
            </a:endParaRPr>
          </a:p>
        </p:txBody>
      </p:sp>
      <p:sp>
        <p:nvSpPr>
          <p:cNvPr id="299" name="Google Shape;299;p43">
            <a:hlinkClick r:id="rId3"/>
          </p:cNvPr>
          <p:cNvSpPr/>
          <p:nvPr/>
        </p:nvSpPr>
        <p:spPr>
          <a:xfrm>
            <a:off x="0" y="5092700"/>
            <a:ext cx="4963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03" name="Shape 303"/>
        <p:cNvGrpSpPr/>
        <p:nvPr/>
      </p:nvGrpSpPr>
      <p:grpSpPr>
        <a:xfrm>
          <a:off x="0" y="0"/>
          <a:ext cx="0" cy="0"/>
          <a:chOff x="0" y="0"/>
          <a:chExt cx="0" cy="0"/>
        </a:xfrm>
      </p:grpSpPr>
      <p:sp>
        <p:nvSpPr>
          <p:cNvPr id="304" name="Google Shape;304;p4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5" name="Google Shape;305;p44"/>
          <p:cNvSpPr txBox="1"/>
          <p:nvPr>
            <p:ph type="title"/>
          </p:nvPr>
        </p:nvSpPr>
        <p:spPr>
          <a:xfrm>
            <a:off x="838350" y="893500"/>
            <a:ext cx="56376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Rimuovere, svuotare e duplicare</a:t>
            </a:r>
            <a:endParaRPr>
              <a:solidFill>
                <a:srgbClr val="999999"/>
              </a:solidFill>
            </a:endParaRPr>
          </a:p>
        </p:txBody>
      </p:sp>
      <p:sp>
        <p:nvSpPr>
          <p:cNvPr id="306" name="Google Shape;306;p44"/>
          <p:cNvSpPr txBox="1"/>
          <p:nvPr/>
        </p:nvSpPr>
        <p:spPr>
          <a:xfrm>
            <a:off x="909150" y="1749325"/>
            <a:ext cx="5182500" cy="21009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"table #riga1"</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remove</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equivale a</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"table tr"</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remove</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"#riga1"</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Svuotare un elemento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empty</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clonare una lista</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"#menu li"</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clone</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appendTo</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"#menu2"</a:t>
            </a:r>
            <a:r>
              <a:rPr lang="en" sz="1050">
                <a:solidFill>
                  <a:srgbClr val="ABB2BF"/>
                </a:solidFill>
                <a:highlight>
                  <a:srgbClr val="333333"/>
                </a:highlight>
                <a:latin typeface="Fira Code"/>
                <a:ea typeface="Fira Code"/>
                <a:cs typeface="Fira Code"/>
                <a:sym typeface="Fira Code"/>
              </a:rPr>
              <a:t>);</a:t>
            </a:r>
            <a:endParaRPr sz="1050">
              <a:solidFill>
                <a:srgbClr val="5C6370"/>
              </a:solidFill>
              <a:highlight>
                <a:srgbClr val="333333"/>
              </a:highlight>
              <a:latin typeface="Fira Code"/>
              <a:ea typeface="Fira Code"/>
              <a:cs typeface="Fira Code"/>
              <a:sym typeface="Fira Code"/>
            </a:endParaRPr>
          </a:p>
        </p:txBody>
      </p:sp>
      <p:sp>
        <p:nvSpPr>
          <p:cNvPr id="307" name="Google Shape;307;p44">
            <a:hlinkClick r:id="rId3"/>
          </p:cNvPr>
          <p:cNvSpPr/>
          <p:nvPr/>
        </p:nvSpPr>
        <p:spPr>
          <a:xfrm>
            <a:off x="0" y="5092700"/>
            <a:ext cx="4963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11" name="Shape 311"/>
        <p:cNvGrpSpPr/>
        <p:nvPr/>
      </p:nvGrpSpPr>
      <p:grpSpPr>
        <a:xfrm>
          <a:off x="0" y="0"/>
          <a:ext cx="0" cy="0"/>
          <a:chOff x="0" y="0"/>
          <a:chExt cx="0" cy="0"/>
        </a:xfrm>
      </p:grpSpPr>
      <p:sp>
        <p:nvSpPr>
          <p:cNvPr id="312" name="Google Shape;312;p4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3" name="Google Shape;313;p45"/>
          <p:cNvSpPr txBox="1"/>
          <p:nvPr>
            <p:ph type="title"/>
          </p:nvPr>
        </p:nvSpPr>
        <p:spPr>
          <a:xfrm>
            <a:off x="838350" y="893500"/>
            <a:ext cx="56376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Ciclo su elementi</a:t>
            </a:r>
            <a:endParaRPr>
              <a:solidFill>
                <a:srgbClr val="999999"/>
              </a:solidFill>
            </a:endParaRPr>
          </a:p>
        </p:txBody>
      </p:sp>
      <p:sp>
        <p:nvSpPr>
          <p:cNvPr id="314" name="Google Shape;314;p45"/>
          <p:cNvSpPr txBox="1"/>
          <p:nvPr/>
        </p:nvSpPr>
        <p:spPr>
          <a:xfrm>
            <a:off x="909150" y="1749325"/>
            <a:ext cx="5637600" cy="27591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index.html</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&lt;</a:t>
            </a:r>
            <a:r>
              <a:rPr lang="en" sz="1050">
                <a:solidFill>
                  <a:srgbClr val="E06C75"/>
                </a:solidFill>
                <a:highlight>
                  <a:srgbClr val="333333"/>
                </a:highlight>
                <a:latin typeface="Fira Code"/>
                <a:ea typeface="Fira Code"/>
                <a:cs typeface="Fira Code"/>
                <a:sym typeface="Fira Code"/>
              </a:rPr>
              <a:t>ul</a:t>
            </a:r>
            <a:r>
              <a:rPr lang="en" sz="1050">
                <a:solidFill>
                  <a:srgbClr val="ABB2BF"/>
                </a:solidFill>
                <a:highlight>
                  <a:srgbClr val="333333"/>
                </a:highlight>
                <a:latin typeface="Fira Code"/>
                <a:ea typeface="Fira Code"/>
                <a:cs typeface="Fira Code"/>
                <a:sym typeface="Fira Code"/>
              </a:rPr>
              <a:t> </a:t>
            </a:r>
            <a:r>
              <a:rPr lang="en" sz="1050">
                <a:solidFill>
                  <a:srgbClr val="D19A66"/>
                </a:solidFill>
                <a:highlight>
                  <a:srgbClr val="333333"/>
                </a:highlight>
                <a:latin typeface="Fira Code"/>
                <a:ea typeface="Fira Code"/>
                <a:cs typeface="Fira Code"/>
                <a:sym typeface="Fira Code"/>
              </a:rPr>
              <a:t>id</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"menu"</a:t>
            </a:r>
            <a:r>
              <a:rPr lang="en" sz="1050">
                <a:solidFill>
                  <a:srgbClr val="ABB2BF"/>
                </a:solidFill>
                <a:highlight>
                  <a:srgbClr val="333333"/>
                </a:highlight>
                <a:latin typeface="Fira Code"/>
                <a:ea typeface="Fira Code"/>
                <a:cs typeface="Fira Code"/>
                <a:sym typeface="Fira Code"/>
              </a:rPr>
              <a:t>&gt;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&lt;</a:t>
            </a:r>
            <a:r>
              <a:rPr lang="en" sz="1050">
                <a:solidFill>
                  <a:srgbClr val="E06C75"/>
                </a:solidFill>
                <a:highlight>
                  <a:srgbClr val="333333"/>
                </a:highlight>
                <a:latin typeface="Fira Code"/>
                <a:ea typeface="Fira Code"/>
                <a:cs typeface="Fira Code"/>
                <a:sym typeface="Fira Code"/>
              </a:rPr>
              <a:t>li</a:t>
            </a:r>
            <a:r>
              <a:rPr lang="en" sz="1050">
                <a:solidFill>
                  <a:srgbClr val="ABB2BF"/>
                </a:solidFill>
                <a:highlight>
                  <a:srgbClr val="333333"/>
                </a:highlight>
                <a:latin typeface="Fira Code"/>
                <a:ea typeface="Fira Code"/>
                <a:cs typeface="Fira Code"/>
                <a:sym typeface="Fira Code"/>
              </a:rPr>
              <a:t>&gt;Home&lt;/</a:t>
            </a:r>
            <a:r>
              <a:rPr lang="en" sz="1050">
                <a:solidFill>
                  <a:srgbClr val="E06C75"/>
                </a:solidFill>
                <a:highlight>
                  <a:srgbClr val="333333"/>
                </a:highlight>
                <a:latin typeface="Fira Code"/>
                <a:ea typeface="Fira Code"/>
                <a:cs typeface="Fira Code"/>
                <a:sym typeface="Fira Code"/>
              </a:rPr>
              <a:t>li</a:t>
            </a:r>
            <a:r>
              <a:rPr lang="en" sz="1050">
                <a:solidFill>
                  <a:srgbClr val="ABB2BF"/>
                </a:solidFill>
                <a:highlight>
                  <a:srgbClr val="333333"/>
                </a:highlight>
                <a:latin typeface="Fira Code"/>
                <a:ea typeface="Fira Code"/>
                <a:cs typeface="Fira Code"/>
                <a:sym typeface="Fira Code"/>
              </a:rPr>
              <a:t>&gt;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&lt;</a:t>
            </a:r>
            <a:r>
              <a:rPr lang="en" sz="1050">
                <a:solidFill>
                  <a:srgbClr val="E06C75"/>
                </a:solidFill>
                <a:highlight>
                  <a:srgbClr val="333333"/>
                </a:highlight>
                <a:latin typeface="Fira Code"/>
                <a:ea typeface="Fira Code"/>
                <a:cs typeface="Fira Code"/>
                <a:sym typeface="Fira Code"/>
              </a:rPr>
              <a:t>li</a:t>
            </a:r>
            <a:r>
              <a:rPr lang="en" sz="1050">
                <a:solidFill>
                  <a:srgbClr val="ABB2BF"/>
                </a:solidFill>
                <a:highlight>
                  <a:srgbClr val="333333"/>
                </a:highlight>
                <a:latin typeface="Fira Code"/>
                <a:ea typeface="Fira Code"/>
                <a:cs typeface="Fira Code"/>
                <a:sym typeface="Fira Code"/>
              </a:rPr>
              <a:t>&gt;Servizi&lt;/</a:t>
            </a:r>
            <a:r>
              <a:rPr lang="en" sz="1050">
                <a:solidFill>
                  <a:srgbClr val="E06C75"/>
                </a:solidFill>
                <a:highlight>
                  <a:srgbClr val="333333"/>
                </a:highlight>
                <a:latin typeface="Fira Code"/>
                <a:ea typeface="Fira Code"/>
                <a:cs typeface="Fira Code"/>
                <a:sym typeface="Fira Code"/>
              </a:rPr>
              <a:t>li</a:t>
            </a:r>
            <a:r>
              <a:rPr lang="en" sz="1050">
                <a:solidFill>
                  <a:srgbClr val="ABB2BF"/>
                </a:solidFill>
                <a:highlight>
                  <a:srgbClr val="333333"/>
                </a:highlight>
                <a:latin typeface="Fira Code"/>
                <a:ea typeface="Fira Code"/>
                <a:cs typeface="Fira Code"/>
                <a:sym typeface="Fira Code"/>
              </a:rPr>
              <a:t>&gt;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&lt;</a:t>
            </a:r>
            <a:r>
              <a:rPr lang="en" sz="1050">
                <a:solidFill>
                  <a:srgbClr val="E06C75"/>
                </a:solidFill>
                <a:highlight>
                  <a:srgbClr val="333333"/>
                </a:highlight>
                <a:latin typeface="Fira Code"/>
                <a:ea typeface="Fira Code"/>
                <a:cs typeface="Fira Code"/>
                <a:sym typeface="Fira Code"/>
              </a:rPr>
              <a:t>li</a:t>
            </a:r>
            <a:r>
              <a:rPr lang="en" sz="1050">
                <a:solidFill>
                  <a:srgbClr val="ABB2BF"/>
                </a:solidFill>
                <a:highlight>
                  <a:srgbClr val="333333"/>
                </a:highlight>
                <a:latin typeface="Fira Code"/>
                <a:ea typeface="Fira Code"/>
                <a:cs typeface="Fira Code"/>
                <a:sym typeface="Fira Code"/>
              </a:rPr>
              <a:t>&gt;Prodotti&lt;/</a:t>
            </a:r>
            <a:r>
              <a:rPr lang="en" sz="1050">
                <a:solidFill>
                  <a:srgbClr val="E06C75"/>
                </a:solidFill>
                <a:highlight>
                  <a:srgbClr val="333333"/>
                </a:highlight>
                <a:latin typeface="Fira Code"/>
                <a:ea typeface="Fira Code"/>
                <a:cs typeface="Fira Code"/>
                <a:sym typeface="Fira Code"/>
              </a:rPr>
              <a:t>li</a:t>
            </a:r>
            <a:r>
              <a:rPr lang="en" sz="1050">
                <a:solidFill>
                  <a:srgbClr val="ABB2BF"/>
                </a:solidFill>
                <a:highlight>
                  <a:srgbClr val="333333"/>
                </a:highlight>
                <a:latin typeface="Fira Code"/>
                <a:ea typeface="Fira Code"/>
                <a:cs typeface="Fira Code"/>
                <a:sym typeface="Fira Code"/>
              </a:rPr>
              <a:t>&gt;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&lt;</a:t>
            </a:r>
            <a:r>
              <a:rPr lang="en" sz="1050">
                <a:solidFill>
                  <a:srgbClr val="E06C75"/>
                </a:solidFill>
                <a:highlight>
                  <a:srgbClr val="333333"/>
                </a:highlight>
                <a:latin typeface="Fira Code"/>
                <a:ea typeface="Fira Code"/>
                <a:cs typeface="Fira Code"/>
                <a:sym typeface="Fira Code"/>
              </a:rPr>
              <a:t>li</a:t>
            </a:r>
            <a:r>
              <a:rPr lang="en" sz="1050">
                <a:solidFill>
                  <a:srgbClr val="ABB2BF"/>
                </a:solidFill>
                <a:highlight>
                  <a:srgbClr val="333333"/>
                </a:highlight>
                <a:latin typeface="Fira Code"/>
                <a:ea typeface="Fira Code"/>
                <a:cs typeface="Fira Code"/>
                <a:sym typeface="Fira Code"/>
              </a:rPr>
              <a:t>&gt;Contatti&lt;/</a:t>
            </a:r>
            <a:r>
              <a:rPr lang="en" sz="1050">
                <a:solidFill>
                  <a:srgbClr val="E06C75"/>
                </a:solidFill>
                <a:highlight>
                  <a:srgbClr val="333333"/>
                </a:highlight>
                <a:latin typeface="Fira Code"/>
                <a:ea typeface="Fira Code"/>
                <a:cs typeface="Fira Code"/>
                <a:sym typeface="Fira Code"/>
              </a:rPr>
              <a:t>li</a:t>
            </a:r>
            <a:r>
              <a:rPr lang="en" sz="1050">
                <a:solidFill>
                  <a:srgbClr val="ABB2BF"/>
                </a:solidFill>
                <a:highlight>
                  <a:srgbClr val="333333"/>
                </a:highlight>
                <a:latin typeface="Fira Code"/>
                <a:ea typeface="Fira Code"/>
                <a:cs typeface="Fira Code"/>
                <a:sym typeface="Fira Code"/>
              </a:rPr>
              <a:t>&gt;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&lt;/</a:t>
            </a:r>
            <a:r>
              <a:rPr lang="en" sz="1050">
                <a:solidFill>
                  <a:srgbClr val="E06C75"/>
                </a:solidFill>
                <a:highlight>
                  <a:srgbClr val="333333"/>
                </a:highlight>
                <a:latin typeface="Fira Code"/>
                <a:ea typeface="Fira Code"/>
                <a:cs typeface="Fira Code"/>
                <a:sym typeface="Fira Code"/>
              </a:rPr>
              <a:t>ul</a:t>
            </a:r>
            <a:r>
              <a:rPr lang="en" sz="1050">
                <a:solidFill>
                  <a:srgbClr val="ABB2BF"/>
                </a:solidFill>
                <a:highlight>
                  <a:srgbClr val="333333"/>
                </a:highlight>
                <a:latin typeface="Fira Code"/>
                <a:ea typeface="Fira Code"/>
                <a:cs typeface="Fira Code"/>
                <a:sym typeface="Fira Code"/>
              </a:rPr>
              <a:t>&gt;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script.js</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"#menu li"</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each</a:t>
            </a:r>
            <a:r>
              <a:rPr lang="en" sz="1050">
                <a:solidFill>
                  <a:srgbClr val="ABB2BF"/>
                </a:solidFill>
                <a:highlight>
                  <a:srgbClr val="333333"/>
                </a:highlight>
                <a:latin typeface="Fira Code"/>
                <a:ea typeface="Fira Code"/>
                <a:cs typeface="Fira Code"/>
                <a:sym typeface="Fira Code"/>
              </a:rPr>
              <a:t>(</a:t>
            </a:r>
            <a:r>
              <a:rPr lang="en" sz="1050">
                <a:solidFill>
                  <a:srgbClr val="C678DD"/>
                </a:solidFill>
                <a:highlight>
                  <a:srgbClr val="333333"/>
                </a:highlight>
                <a:latin typeface="Fira Code"/>
                <a:ea typeface="Fira Code"/>
                <a:cs typeface="Fira Code"/>
                <a:sym typeface="Fira Code"/>
              </a:rPr>
              <a:t>function</a:t>
            </a:r>
            <a:r>
              <a:rPr lang="en" sz="1050">
                <a:solidFill>
                  <a:srgbClr val="ABB2BF"/>
                </a:solidFill>
                <a:highlight>
                  <a:srgbClr val="333333"/>
                </a:highlight>
                <a:latin typeface="Fira Code"/>
                <a:ea typeface="Fira Code"/>
                <a:cs typeface="Fira Code"/>
                <a:sym typeface="Fira Code"/>
              </a:rPr>
              <a:t> (index)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console.</a:t>
            </a:r>
            <a:r>
              <a:rPr lang="en" sz="1050">
                <a:solidFill>
                  <a:srgbClr val="61AFEF"/>
                </a:solidFill>
                <a:highlight>
                  <a:srgbClr val="333333"/>
                </a:highlight>
                <a:latin typeface="Fira Code"/>
                <a:ea typeface="Fira Code"/>
                <a:cs typeface="Fira Code"/>
                <a:sym typeface="Fira Code"/>
              </a:rPr>
              <a:t>log</a:t>
            </a:r>
            <a:r>
              <a:rPr lang="en" sz="1050">
                <a:solidFill>
                  <a:srgbClr val="ABB2BF"/>
                </a:solidFill>
                <a:highlight>
                  <a:srgbClr val="333333"/>
                </a:highlight>
                <a:latin typeface="Fira Code"/>
                <a:ea typeface="Fira Code"/>
                <a:cs typeface="Fira Code"/>
                <a:sym typeface="Fira Code"/>
              </a:rPr>
              <a:t>(index </a:t>
            </a:r>
            <a:r>
              <a:rPr lang="en" sz="1050">
                <a:solidFill>
                  <a:srgbClr val="56B6C2"/>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 </a:t>
            </a:r>
            <a:r>
              <a:rPr lang="en" sz="1050">
                <a:solidFill>
                  <a:srgbClr val="98C379"/>
                </a:solidFill>
                <a:highlight>
                  <a:srgbClr val="333333"/>
                </a:highlight>
                <a:latin typeface="Fira Code"/>
                <a:ea typeface="Fira Code"/>
                <a:cs typeface="Fira Code"/>
                <a:sym typeface="Fira Code"/>
              </a:rPr>
              <a:t>" "</a:t>
            </a:r>
            <a:r>
              <a:rPr lang="en" sz="1050">
                <a:solidFill>
                  <a:srgbClr val="ABB2BF"/>
                </a:solidFill>
                <a:highlight>
                  <a:srgbClr val="333333"/>
                </a:highlight>
                <a:latin typeface="Fira Code"/>
                <a:ea typeface="Fira Code"/>
                <a:cs typeface="Fira Code"/>
                <a:sym typeface="Fira Code"/>
              </a:rPr>
              <a:t> </a:t>
            </a:r>
            <a:r>
              <a:rPr lang="en" sz="1050">
                <a:solidFill>
                  <a:srgbClr val="56B6C2"/>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 </a:t>
            </a: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E06C75"/>
                </a:solidFill>
                <a:highlight>
                  <a:srgbClr val="333333"/>
                </a:highlight>
                <a:latin typeface="Fira Code"/>
                <a:ea typeface="Fira Code"/>
                <a:cs typeface="Fira Code"/>
                <a:sym typeface="Fira Code"/>
              </a:rPr>
              <a:t>this</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text</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a:t>
            </a:r>
            <a:endParaRPr sz="1050">
              <a:solidFill>
                <a:srgbClr val="61AFEF"/>
              </a:solidFill>
              <a:highlight>
                <a:srgbClr val="333333"/>
              </a:highlight>
              <a:latin typeface="Fira Code"/>
              <a:ea typeface="Fira Code"/>
              <a:cs typeface="Fira Code"/>
              <a:sym typeface="Fira Code"/>
            </a:endParaRPr>
          </a:p>
        </p:txBody>
      </p:sp>
      <p:sp>
        <p:nvSpPr>
          <p:cNvPr id="315" name="Google Shape;315;p45"/>
          <p:cNvSpPr txBox="1"/>
          <p:nvPr/>
        </p:nvSpPr>
        <p:spPr>
          <a:xfrm>
            <a:off x="5190450" y="3284725"/>
            <a:ext cx="1356300" cy="12237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Output:</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0 Home</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1 Servizi</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2 Prodotti</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3 Contatti</a:t>
            </a:r>
            <a:endParaRPr sz="1050">
              <a:solidFill>
                <a:srgbClr val="5C6370"/>
              </a:solidFill>
              <a:highlight>
                <a:srgbClr val="333333"/>
              </a:highlight>
              <a:latin typeface="Fira Code"/>
              <a:ea typeface="Fira Code"/>
              <a:cs typeface="Fira Code"/>
              <a:sym typeface="Fira Code"/>
            </a:endParaRPr>
          </a:p>
        </p:txBody>
      </p:sp>
      <p:sp>
        <p:nvSpPr>
          <p:cNvPr id="316" name="Google Shape;316;p45">
            <a:hlinkClick r:id="rId3"/>
          </p:cNvPr>
          <p:cNvSpPr/>
          <p:nvPr/>
        </p:nvSpPr>
        <p:spPr>
          <a:xfrm>
            <a:off x="0" y="5092700"/>
            <a:ext cx="52251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20" name="Shape 320"/>
        <p:cNvGrpSpPr/>
        <p:nvPr/>
      </p:nvGrpSpPr>
      <p:grpSpPr>
        <a:xfrm>
          <a:off x="0" y="0"/>
          <a:ext cx="0" cy="0"/>
          <a:chOff x="0" y="0"/>
          <a:chExt cx="0" cy="0"/>
        </a:xfrm>
      </p:grpSpPr>
      <p:sp>
        <p:nvSpPr>
          <p:cNvPr id="321" name="Google Shape;321;p4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2" name="Google Shape;322;p46"/>
          <p:cNvSpPr txBox="1"/>
          <p:nvPr>
            <p:ph type="title"/>
          </p:nvPr>
        </p:nvSpPr>
        <p:spPr>
          <a:xfrm>
            <a:off x="838350" y="893500"/>
            <a:ext cx="56376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On e gestione degli eventi (1)</a:t>
            </a:r>
            <a:endParaRPr>
              <a:solidFill>
                <a:srgbClr val="999999"/>
              </a:solidFill>
            </a:endParaRPr>
          </a:p>
        </p:txBody>
      </p:sp>
      <p:sp>
        <p:nvSpPr>
          <p:cNvPr id="323" name="Google Shape;323;p46"/>
          <p:cNvSpPr txBox="1"/>
          <p:nvPr/>
        </p:nvSpPr>
        <p:spPr>
          <a:xfrm>
            <a:off x="909150" y="3018450"/>
            <a:ext cx="5637600" cy="16623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index.html</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&lt;</a:t>
            </a:r>
            <a:r>
              <a:rPr lang="en" sz="1050">
                <a:solidFill>
                  <a:srgbClr val="E06C75"/>
                </a:solidFill>
                <a:highlight>
                  <a:srgbClr val="333333"/>
                </a:highlight>
                <a:latin typeface="Fira Code"/>
                <a:ea typeface="Fira Code"/>
                <a:cs typeface="Fira Code"/>
                <a:sym typeface="Fira Code"/>
              </a:rPr>
              <a:t>a</a:t>
            </a:r>
            <a:r>
              <a:rPr lang="en" sz="1050">
                <a:solidFill>
                  <a:srgbClr val="ABB2BF"/>
                </a:solidFill>
                <a:highlight>
                  <a:srgbClr val="333333"/>
                </a:highlight>
                <a:latin typeface="Fira Code"/>
                <a:ea typeface="Fira Code"/>
                <a:cs typeface="Fira Code"/>
                <a:sym typeface="Fira Code"/>
              </a:rPr>
              <a:t> </a:t>
            </a:r>
            <a:r>
              <a:rPr lang="en" sz="1050">
                <a:solidFill>
                  <a:srgbClr val="D19A66"/>
                </a:solidFill>
                <a:highlight>
                  <a:srgbClr val="333333"/>
                </a:highlight>
                <a:latin typeface="Fira Code"/>
                <a:ea typeface="Fira Code"/>
                <a:cs typeface="Fira Code"/>
                <a:sym typeface="Fira Code"/>
              </a:rPr>
              <a:t>href</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"index.html"</a:t>
            </a:r>
            <a:r>
              <a:rPr lang="en" sz="1050">
                <a:solidFill>
                  <a:srgbClr val="ABB2BF"/>
                </a:solidFill>
                <a:highlight>
                  <a:srgbClr val="333333"/>
                </a:highlight>
                <a:latin typeface="Fira Code"/>
                <a:ea typeface="Fira Code"/>
                <a:cs typeface="Fira Code"/>
                <a:sym typeface="Fira Code"/>
              </a:rPr>
              <a:t>&gt;&lt;</a:t>
            </a:r>
            <a:r>
              <a:rPr lang="en" sz="1050">
                <a:solidFill>
                  <a:srgbClr val="E06C75"/>
                </a:solidFill>
                <a:highlight>
                  <a:srgbClr val="333333"/>
                </a:highlight>
                <a:latin typeface="Fira Code"/>
                <a:ea typeface="Fira Code"/>
                <a:cs typeface="Fira Code"/>
                <a:sym typeface="Fira Code"/>
              </a:rPr>
              <a:t>strong</a:t>
            </a:r>
            <a:r>
              <a:rPr lang="en" sz="1050">
                <a:solidFill>
                  <a:srgbClr val="ABB2BF"/>
                </a:solidFill>
                <a:highlight>
                  <a:srgbClr val="333333"/>
                </a:highlight>
                <a:latin typeface="Fira Code"/>
                <a:ea typeface="Fira Code"/>
                <a:cs typeface="Fira Code"/>
                <a:sym typeface="Fira Code"/>
              </a:rPr>
              <a:t>&gt;Testo&lt;/</a:t>
            </a:r>
            <a:r>
              <a:rPr lang="en" sz="1050">
                <a:solidFill>
                  <a:srgbClr val="E06C75"/>
                </a:solidFill>
                <a:highlight>
                  <a:srgbClr val="333333"/>
                </a:highlight>
                <a:latin typeface="Fira Code"/>
                <a:ea typeface="Fira Code"/>
                <a:cs typeface="Fira Code"/>
                <a:sym typeface="Fira Code"/>
              </a:rPr>
              <a:t>strong</a:t>
            </a:r>
            <a:r>
              <a:rPr lang="en" sz="1050">
                <a:solidFill>
                  <a:srgbClr val="ABB2BF"/>
                </a:solidFill>
                <a:highlight>
                  <a:srgbClr val="333333"/>
                </a:highlight>
                <a:latin typeface="Fira Code"/>
                <a:ea typeface="Fira Code"/>
                <a:cs typeface="Fira Code"/>
                <a:sym typeface="Fira Code"/>
              </a:rPr>
              <a:t>&gt;&lt;/</a:t>
            </a:r>
            <a:r>
              <a:rPr lang="en" sz="1050">
                <a:solidFill>
                  <a:srgbClr val="E06C75"/>
                </a:solidFill>
                <a:highlight>
                  <a:srgbClr val="333333"/>
                </a:highlight>
                <a:latin typeface="Fira Code"/>
                <a:ea typeface="Fira Code"/>
                <a:cs typeface="Fira Code"/>
                <a:sym typeface="Fira Code"/>
              </a:rPr>
              <a:t>a</a:t>
            </a:r>
            <a:r>
              <a:rPr lang="en" sz="1050">
                <a:solidFill>
                  <a:srgbClr val="ABB2BF"/>
                </a:solidFill>
                <a:highlight>
                  <a:srgbClr val="333333"/>
                </a:highlight>
                <a:latin typeface="Fira Code"/>
                <a:ea typeface="Fira Code"/>
                <a:cs typeface="Fira Code"/>
                <a:sym typeface="Fira Code"/>
              </a:rPr>
              <a:t>&gt;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script.js</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"a"</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on</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"click"</a:t>
            </a:r>
            <a:r>
              <a:rPr lang="en" sz="1050">
                <a:solidFill>
                  <a:srgbClr val="ABB2BF"/>
                </a:solidFill>
                <a:highlight>
                  <a:srgbClr val="333333"/>
                </a:highlight>
                <a:latin typeface="Fira Code"/>
                <a:ea typeface="Fira Code"/>
                <a:cs typeface="Fira Code"/>
                <a:sym typeface="Fira Code"/>
              </a:rPr>
              <a:t>, </a:t>
            </a:r>
            <a:r>
              <a:rPr lang="en" sz="1050">
                <a:solidFill>
                  <a:srgbClr val="C678DD"/>
                </a:solidFill>
                <a:highlight>
                  <a:srgbClr val="333333"/>
                </a:highlight>
                <a:latin typeface="Fira Code"/>
                <a:ea typeface="Fira Code"/>
                <a:cs typeface="Fira Code"/>
                <a:sym typeface="Fira Code"/>
              </a:rPr>
              <a:t>function</a:t>
            </a:r>
            <a:r>
              <a:rPr lang="en" sz="1050">
                <a:solidFill>
                  <a:srgbClr val="ABB2BF"/>
                </a:solidFill>
                <a:highlight>
                  <a:srgbClr val="333333"/>
                </a:highlight>
                <a:latin typeface="Fira Code"/>
                <a:ea typeface="Fira Code"/>
                <a:cs typeface="Fira Code"/>
                <a:sym typeface="Fira Code"/>
              </a:rPr>
              <a:t> (event)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61AFEF"/>
                </a:solidFill>
                <a:highlight>
                  <a:srgbClr val="333333"/>
                </a:highlight>
                <a:latin typeface="Fira Code"/>
                <a:ea typeface="Fira Code"/>
                <a:cs typeface="Fira Code"/>
                <a:sym typeface="Fira Code"/>
              </a:rPr>
              <a:t>alert</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E06C75"/>
                </a:solidFill>
                <a:highlight>
                  <a:srgbClr val="333333"/>
                </a:highlight>
                <a:latin typeface="Fira Code"/>
                <a:ea typeface="Fira Code"/>
                <a:cs typeface="Fira Code"/>
                <a:sym typeface="Fira Code"/>
              </a:rPr>
              <a:t>this</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attr</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"href"</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//index.html</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a:t>
            </a:r>
            <a:endParaRPr sz="1050">
              <a:solidFill>
                <a:srgbClr val="5C6370"/>
              </a:solidFill>
              <a:highlight>
                <a:srgbClr val="333333"/>
              </a:highlight>
              <a:latin typeface="Fira Code"/>
              <a:ea typeface="Fira Code"/>
              <a:cs typeface="Fira Code"/>
              <a:sym typeface="Fira Code"/>
            </a:endParaRPr>
          </a:p>
        </p:txBody>
      </p:sp>
      <p:sp>
        <p:nvSpPr>
          <p:cNvPr id="324" name="Google Shape;324;p46"/>
          <p:cNvSpPr txBox="1"/>
          <p:nvPr>
            <p:ph idx="1" type="body"/>
          </p:nvPr>
        </p:nvSpPr>
        <p:spPr>
          <a:xfrm>
            <a:off x="838250" y="1504950"/>
            <a:ext cx="5637600" cy="15135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0"/>
              </a:spcAft>
              <a:buNone/>
            </a:pPr>
            <a:r>
              <a:rPr b="1" lang="en" sz="1300"/>
              <a:t>On </a:t>
            </a:r>
            <a:r>
              <a:rPr lang="en" sz="1300"/>
              <a:t>assegna un handler di evento a uno o più eventi per un determinato elemento</a:t>
            </a:r>
            <a:endParaRPr sz="1300"/>
          </a:p>
          <a:p>
            <a:pPr indent="0" lvl="0" marL="0" rtl="0" algn="l">
              <a:lnSpc>
                <a:spcPct val="100000"/>
              </a:lnSpc>
              <a:spcBef>
                <a:spcPts val="1000"/>
              </a:spcBef>
              <a:spcAft>
                <a:spcPts val="1000"/>
              </a:spcAft>
              <a:buNone/>
            </a:pPr>
            <a:r>
              <a:rPr lang="en" sz="1300"/>
              <a:t>Gli eventi supportati sono: </a:t>
            </a:r>
            <a:r>
              <a:rPr b="1" lang="en" sz="1300"/>
              <a:t>blur</a:t>
            </a:r>
            <a:r>
              <a:rPr lang="en" sz="1300"/>
              <a:t>, </a:t>
            </a:r>
            <a:r>
              <a:rPr b="1" lang="en" sz="1300"/>
              <a:t>focus</a:t>
            </a:r>
            <a:r>
              <a:rPr lang="en" sz="1300"/>
              <a:t>, </a:t>
            </a:r>
            <a:r>
              <a:rPr b="1" lang="en" sz="1300"/>
              <a:t>load</a:t>
            </a:r>
            <a:r>
              <a:rPr lang="en" sz="1300"/>
              <a:t>, </a:t>
            </a:r>
            <a:r>
              <a:rPr b="1" lang="en" sz="1300"/>
              <a:t>resize</a:t>
            </a:r>
            <a:r>
              <a:rPr lang="en" sz="1300"/>
              <a:t>, </a:t>
            </a:r>
            <a:r>
              <a:rPr b="1" lang="en" sz="1300"/>
              <a:t>scroll</a:t>
            </a:r>
            <a:r>
              <a:rPr lang="en" sz="1300"/>
              <a:t>, </a:t>
            </a:r>
            <a:r>
              <a:rPr b="1" lang="en" sz="1300"/>
              <a:t>unload</a:t>
            </a:r>
            <a:r>
              <a:rPr lang="en" sz="1300"/>
              <a:t>, </a:t>
            </a:r>
            <a:r>
              <a:rPr b="1" lang="en" sz="1300"/>
              <a:t>beforeunload</a:t>
            </a:r>
            <a:r>
              <a:rPr lang="en" sz="1300"/>
              <a:t>, </a:t>
            </a:r>
            <a:r>
              <a:rPr b="1" lang="en" sz="1300"/>
              <a:t>click</a:t>
            </a:r>
            <a:r>
              <a:rPr lang="en" sz="1300"/>
              <a:t>, </a:t>
            </a:r>
            <a:r>
              <a:rPr b="1" lang="en" sz="1300"/>
              <a:t>dblclick</a:t>
            </a:r>
            <a:r>
              <a:rPr lang="en" sz="1300"/>
              <a:t>, </a:t>
            </a:r>
            <a:r>
              <a:rPr b="1" lang="en" sz="1300"/>
              <a:t>mousedown</a:t>
            </a:r>
            <a:r>
              <a:rPr lang="en" sz="1300"/>
              <a:t>, </a:t>
            </a:r>
            <a:r>
              <a:rPr b="1" lang="en" sz="1300"/>
              <a:t>mouseup</a:t>
            </a:r>
            <a:r>
              <a:rPr lang="en" sz="1300"/>
              <a:t>, </a:t>
            </a:r>
            <a:r>
              <a:rPr b="1" lang="en" sz="1300"/>
              <a:t>mousemove</a:t>
            </a:r>
            <a:r>
              <a:rPr lang="en" sz="1300"/>
              <a:t>, </a:t>
            </a:r>
            <a:r>
              <a:rPr b="1" lang="en" sz="1300"/>
              <a:t>mouseover</a:t>
            </a:r>
            <a:r>
              <a:rPr lang="en" sz="1300"/>
              <a:t>, </a:t>
            </a:r>
            <a:r>
              <a:rPr b="1" lang="en" sz="1300"/>
              <a:t>mouseout</a:t>
            </a:r>
            <a:r>
              <a:rPr lang="en" sz="1300"/>
              <a:t>, </a:t>
            </a:r>
            <a:r>
              <a:rPr b="1" lang="en" sz="1300"/>
              <a:t>mouseenter</a:t>
            </a:r>
            <a:r>
              <a:rPr lang="en" sz="1300"/>
              <a:t>, </a:t>
            </a:r>
            <a:r>
              <a:rPr b="1" lang="en" sz="1300"/>
              <a:t>mouseleave</a:t>
            </a:r>
            <a:r>
              <a:rPr lang="en" sz="1300"/>
              <a:t>, </a:t>
            </a:r>
            <a:r>
              <a:rPr b="1" lang="en" sz="1300"/>
              <a:t>change</a:t>
            </a:r>
            <a:r>
              <a:rPr lang="en" sz="1300"/>
              <a:t>, </a:t>
            </a:r>
            <a:r>
              <a:rPr b="1" lang="en" sz="1300"/>
              <a:t>select</a:t>
            </a:r>
            <a:r>
              <a:rPr lang="en" sz="1300"/>
              <a:t>, </a:t>
            </a:r>
            <a:r>
              <a:rPr b="1" lang="en" sz="1300"/>
              <a:t>submit</a:t>
            </a:r>
            <a:r>
              <a:rPr lang="en" sz="1300"/>
              <a:t>, </a:t>
            </a:r>
            <a:r>
              <a:rPr b="1" lang="en" sz="1300"/>
              <a:t>keydown</a:t>
            </a:r>
            <a:r>
              <a:rPr lang="en" sz="1300"/>
              <a:t>, </a:t>
            </a:r>
            <a:r>
              <a:rPr b="1" lang="en" sz="1300"/>
              <a:t>keypress</a:t>
            </a:r>
            <a:r>
              <a:rPr lang="en" sz="1300"/>
              <a:t>, </a:t>
            </a:r>
            <a:r>
              <a:rPr b="1" lang="en" sz="1300"/>
              <a:t>keyup</a:t>
            </a:r>
            <a:r>
              <a:rPr lang="en" sz="1300"/>
              <a:t>, </a:t>
            </a:r>
            <a:r>
              <a:rPr b="1" lang="en" sz="1300"/>
              <a:t>error</a:t>
            </a:r>
            <a:endParaRPr b="1" sz="1300"/>
          </a:p>
        </p:txBody>
      </p:sp>
      <p:sp>
        <p:nvSpPr>
          <p:cNvPr id="325" name="Google Shape;325;p46">
            <a:hlinkClick r:id="rId3"/>
          </p:cNvPr>
          <p:cNvSpPr/>
          <p:nvPr/>
        </p:nvSpPr>
        <p:spPr>
          <a:xfrm>
            <a:off x="0" y="5092700"/>
            <a:ext cx="5486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29" name="Shape 329"/>
        <p:cNvGrpSpPr/>
        <p:nvPr/>
      </p:nvGrpSpPr>
      <p:grpSpPr>
        <a:xfrm>
          <a:off x="0" y="0"/>
          <a:ext cx="0" cy="0"/>
          <a:chOff x="0" y="0"/>
          <a:chExt cx="0" cy="0"/>
        </a:xfrm>
      </p:grpSpPr>
      <p:sp>
        <p:nvSpPr>
          <p:cNvPr id="330" name="Google Shape;330;p4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47"/>
          <p:cNvSpPr txBox="1"/>
          <p:nvPr>
            <p:ph type="title"/>
          </p:nvPr>
        </p:nvSpPr>
        <p:spPr>
          <a:xfrm>
            <a:off x="838350" y="893500"/>
            <a:ext cx="56376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On e gestione degli eventi (2)</a:t>
            </a:r>
            <a:endParaRPr>
              <a:solidFill>
                <a:srgbClr val="999999"/>
              </a:solidFill>
            </a:endParaRPr>
          </a:p>
        </p:txBody>
      </p:sp>
      <p:sp>
        <p:nvSpPr>
          <p:cNvPr id="332" name="Google Shape;332;p47"/>
          <p:cNvSpPr txBox="1"/>
          <p:nvPr>
            <p:ph idx="1" type="body"/>
          </p:nvPr>
        </p:nvSpPr>
        <p:spPr>
          <a:xfrm>
            <a:off x="838250" y="1504950"/>
            <a:ext cx="5637600" cy="16419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0"/>
              </a:spcAft>
              <a:buNone/>
            </a:pPr>
            <a:r>
              <a:rPr lang="en" sz="1300"/>
              <a:t>La sintassi precedentemente definita associa un evento a uno o più elementi presenti nel DOM nel momento in cui il codice viene eseguito</a:t>
            </a:r>
            <a:endParaRPr sz="1300"/>
          </a:p>
          <a:p>
            <a:pPr indent="0" lvl="0" marL="0" rtl="0" algn="l">
              <a:lnSpc>
                <a:spcPct val="100000"/>
              </a:lnSpc>
              <a:spcBef>
                <a:spcPts val="1000"/>
              </a:spcBef>
              <a:spcAft>
                <a:spcPts val="0"/>
              </a:spcAft>
              <a:buNone/>
            </a:pPr>
            <a:r>
              <a:rPr lang="en" sz="1300"/>
              <a:t>In caso di elementi inseriti SUCCESSIVAMENTE (usando append e appendTo ad esempio), gli eventi definiti in questo modo non sono applicati</a:t>
            </a:r>
            <a:endParaRPr sz="1300"/>
          </a:p>
          <a:p>
            <a:pPr indent="0" lvl="0" marL="0" rtl="0" algn="l">
              <a:lnSpc>
                <a:spcPct val="100000"/>
              </a:lnSpc>
              <a:spcBef>
                <a:spcPts val="1000"/>
              </a:spcBef>
              <a:spcAft>
                <a:spcPts val="1000"/>
              </a:spcAft>
              <a:buNone/>
            </a:pPr>
            <a:r>
              <a:rPr lang="en" sz="1300"/>
              <a:t>In questi casi usare la sintassi alternativa </a:t>
            </a:r>
            <a:endParaRPr sz="1300"/>
          </a:p>
        </p:txBody>
      </p:sp>
      <p:sp>
        <p:nvSpPr>
          <p:cNvPr id="333" name="Google Shape;333;p47"/>
          <p:cNvSpPr txBox="1"/>
          <p:nvPr/>
        </p:nvSpPr>
        <p:spPr>
          <a:xfrm>
            <a:off x="909150" y="3146850"/>
            <a:ext cx="5637600" cy="7851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"#existing-container"</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on</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"click"</a:t>
            </a:r>
            <a:r>
              <a:rPr lang="en" sz="1050">
                <a:solidFill>
                  <a:srgbClr val="ABB2BF"/>
                </a:solidFill>
                <a:highlight>
                  <a:srgbClr val="333333"/>
                </a:highlight>
                <a:latin typeface="Fira Code"/>
                <a:ea typeface="Fira Code"/>
                <a:cs typeface="Fira Code"/>
                <a:sym typeface="Fira Code"/>
              </a:rPr>
              <a:t>, </a:t>
            </a:r>
            <a:r>
              <a:rPr lang="en" sz="1050">
                <a:solidFill>
                  <a:srgbClr val="98C379"/>
                </a:solidFill>
                <a:highlight>
                  <a:srgbClr val="333333"/>
                </a:highlight>
                <a:latin typeface="Fira Code"/>
                <a:ea typeface="Fira Code"/>
                <a:cs typeface="Fira Code"/>
                <a:sym typeface="Fira Code"/>
              </a:rPr>
              <a:t>"a"</a:t>
            </a:r>
            <a:r>
              <a:rPr lang="en" sz="1050">
                <a:solidFill>
                  <a:srgbClr val="ABB2BF"/>
                </a:solidFill>
                <a:highlight>
                  <a:srgbClr val="333333"/>
                </a:highlight>
                <a:latin typeface="Fira Code"/>
                <a:ea typeface="Fira Code"/>
                <a:cs typeface="Fira Code"/>
                <a:sym typeface="Fira Code"/>
              </a:rPr>
              <a:t>, </a:t>
            </a:r>
            <a:r>
              <a:rPr lang="en" sz="1050">
                <a:solidFill>
                  <a:srgbClr val="C678DD"/>
                </a:solidFill>
                <a:highlight>
                  <a:srgbClr val="333333"/>
                </a:highlight>
                <a:latin typeface="Fira Code"/>
                <a:ea typeface="Fira Code"/>
                <a:cs typeface="Fira Code"/>
                <a:sym typeface="Fira Code"/>
              </a:rPr>
              <a:t>function</a:t>
            </a:r>
            <a:r>
              <a:rPr lang="en" sz="1050">
                <a:solidFill>
                  <a:srgbClr val="ABB2BF"/>
                </a:solidFill>
                <a:highlight>
                  <a:srgbClr val="333333"/>
                </a:highlight>
                <a:latin typeface="Fira Code"/>
                <a:ea typeface="Fira Code"/>
                <a:cs typeface="Fira Code"/>
                <a:sym typeface="Fira Code"/>
              </a:rPr>
              <a:t> (event)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61AFEF"/>
                </a:solidFill>
                <a:highlight>
                  <a:srgbClr val="333333"/>
                </a:highlight>
                <a:latin typeface="Fira Code"/>
                <a:ea typeface="Fira Code"/>
                <a:cs typeface="Fira Code"/>
                <a:sym typeface="Fira Code"/>
              </a:rPr>
              <a:t>alert</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E06C75"/>
                </a:solidFill>
                <a:highlight>
                  <a:srgbClr val="333333"/>
                </a:highlight>
                <a:latin typeface="Fira Code"/>
                <a:ea typeface="Fira Code"/>
                <a:cs typeface="Fira Code"/>
                <a:sym typeface="Fira Code"/>
              </a:rPr>
              <a:t>this</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attr</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"href"</a:t>
            </a: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//index.html</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a:t>
            </a:r>
            <a:endParaRPr sz="1050">
              <a:solidFill>
                <a:srgbClr val="61AFEF"/>
              </a:solidFill>
              <a:highlight>
                <a:srgbClr val="333333"/>
              </a:highlight>
              <a:latin typeface="Fira Code"/>
              <a:ea typeface="Fira Code"/>
              <a:cs typeface="Fira Code"/>
              <a:sym typeface="Fira Code"/>
            </a:endParaRPr>
          </a:p>
        </p:txBody>
      </p:sp>
      <p:sp>
        <p:nvSpPr>
          <p:cNvPr id="334" name="Google Shape;334;p47">
            <a:hlinkClick r:id="rId3"/>
          </p:cNvPr>
          <p:cNvSpPr/>
          <p:nvPr/>
        </p:nvSpPr>
        <p:spPr>
          <a:xfrm>
            <a:off x="0" y="5092700"/>
            <a:ext cx="57477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38" name="Shape 338"/>
        <p:cNvGrpSpPr/>
        <p:nvPr/>
      </p:nvGrpSpPr>
      <p:grpSpPr>
        <a:xfrm>
          <a:off x="0" y="0"/>
          <a:ext cx="0" cy="0"/>
          <a:chOff x="0" y="0"/>
          <a:chExt cx="0" cy="0"/>
        </a:xfrm>
      </p:grpSpPr>
      <p:sp>
        <p:nvSpPr>
          <p:cNvPr id="339" name="Google Shape;339;p4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0" name="Google Shape;340;p48"/>
          <p:cNvSpPr txBox="1"/>
          <p:nvPr>
            <p:ph type="title"/>
          </p:nvPr>
        </p:nvSpPr>
        <p:spPr>
          <a:xfrm>
            <a:off x="838350" y="893500"/>
            <a:ext cx="56376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$(this)</a:t>
            </a:r>
            <a:endParaRPr>
              <a:solidFill>
                <a:srgbClr val="999999"/>
              </a:solidFill>
            </a:endParaRPr>
          </a:p>
        </p:txBody>
      </p:sp>
      <p:sp>
        <p:nvSpPr>
          <p:cNvPr id="341" name="Google Shape;341;p48"/>
          <p:cNvSpPr txBox="1"/>
          <p:nvPr>
            <p:ph idx="1" type="body"/>
          </p:nvPr>
        </p:nvSpPr>
        <p:spPr>
          <a:xfrm>
            <a:off x="838250" y="1504950"/>
            <a:ext cx="5637600" cy="6465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lang="en" sz="1500"/>
              <a:t>Nei cicli e negli eventi, per fare riferimento all'oggetto corrente, si utilizza </a:t>
            </a:r>
            <a:r>
              <a:rPr lang="en" sz="1500"/>
              <a:t>$(this)</a:t>
            </a:r>
            <a:endParaRPr sz="1500"/>
          </a:p>
        </p:txBody>
      </p:sp>
      <p:sp>
        <p:nvSpPr>
          <p:cNvPr id="342" name="Google Shape;342;p48"/>
          <p:cNvSpPr txBox="1"/>
          <p:nvPr/>
        </p:nvSpPr>
        <p:spPr>
          <a:xfrm>
            <a:off x="909150" y="2151450"/>
            <a:ext cx="5637600" cy="16623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"#menu li"</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each</a:t>
            </a:r>
            <a:r>
              <a:rPr lang="en" sz="1050">
                <a:solidFill>
                  <a:srgbClr val="ABB2BF"/>
                </a:solidFill>
                <a:highlight>
                  <a:srgbClr val="333333"/>
                </a:highlight>
                <a:latin typeface="Fira Code"/>
                <a:ea typeface="Fira Code"/>
                <a:cs typeface="Fira Code"/>
                <a:sym typeface="Fira Code"/>
              </a:rPr>
              <a:t>(</a:t>
            </a:r>
            <a:r>
              <a:rPr lang="en" sz="1050">
                <a:solidFill>
                  <a:srgbClr val="C678DD"/>
                </a:solidFill>
                <a:highlight>
                  <a:srgbClr val="333333"/>
                </a:highlight>
                <a:latin typeface="Fira Code"/>
                <a:ea typeface="Fira Code"/>
                <a:cs typeface="Fira Code"/>
                <a:sym typeface="Fira Code"/>
              </a:rPr>
              <a:t>function</a:t>
            </a:r>
            <a:r>
              <a:rPr lang="en" sz="1050">
                <a:solidFill>
                  <a:srgbClr val="ABB2BF"/>
                </a:solidFill>
                <a:highlight>
                  <a:srgbClr val="333333"/>
                </a:highlight>
                <a:latin typeface="Fira Code"/>
                <a:ea typeface="Fira Code"/>
                <a:cs typeface="Fira Code"/>
                <a:sym typeface="Fira Code"/>
              </a:rPr>
              <a:t> ()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$(this) è uguale al singolo li sul quale si sta iterando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"a"</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on</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"click"</a:t>
            </a:r>
            <a:r>
              <a:rPr lang="en" sz="1050">
                <a:solidFill>
                  <a:srgbClr val="ABB2BF"/>
                </a:solidFill>
                <a:highlight>
                  <a:srgbClr val="333333"/>
                </a:highlight>
                <a:latin typeface="Fira Code"/>
                <a:ea typeface="Fira Code"/>
                <a:cs typeface="Fira Code"/>
                <a:sym typeface="Fira Code"/>
              </a:rPr>
              <a:t>, </a:t>
            </a:r>
            <a:r>
              <a:rPr lang="en" sz="1050">
                <a:solidFill>
                  <a:srgbClr val="C678DD"/>
                </a:solidFill>
                <a:highlight>
                  <a:srgbClr val="333333"/>
                </a:highlight>
                <a:latin typeface="Fira Code"/>
                <a:ea typeface="Fira Code"/>
                <a:cs typeface="Fira Code"/>
                <a:sym typeface="Fira Code"/>
              </a:rPr>
              <a:t>function</a:t>
            </a:r>
            <a:r>
              <a:rPr lang="en" sz="1050">
                <a:solidFill>
                  <a:srgbClr val="ABB2BF"/>
                </a:solidFill>
                <a:highlight>
                  <a:srgbClr val="333333"/>
                </a:highlight>
                <a:latin typeface="Fira Code"/>
                <a:ea typeface="Fira Code"/>
                <a:cs typeface="Fira Code"/>
                <a:sym typeface="Fira Code"/>
              </a:rPr>
              <a:t> (event)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$(this) è uguale alla a sulla quale si è fatto click</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a:t>
            </a:r>
            <a:endParaRPr sz="1050">
              <a:solidFill>
                <a:srgbClr val="61AFEF"/>
              </a:solidFill>
              <a:highlight>
                <a:srgbClr val="333333"/>
              </a:highlight>
              <a:latin typeface="Fira Code"/>
              <a:ea typeface="Fira Code"/>
              <a:cs typeface="Fira Code"/>
              <a:sym typeface="Fira Code"/>
            </a:endParaRPr>
          </a:p>
        </p:txBody>
      </p:sp>
      <p:sp>
        <p:nvSpPr>
          <p:cNvPr id="343" name="Google Shape;343;p48">
            <a:hlinkClick r:id="rId3"/>
          </p:cNvPr>
          <p:cNvSpPr/>
          <p:nvPr/>
        </p:nvSpPr>
        <p:spPr>
          <a:xfrm>
            <a:off x="0" y="5092700"/>
            <a:ext cx="6009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47" name="Shape 347"/>
        <p:cNvGrpSpPr/>
        <p:nvPr/>
      </p:nvGrpSpPr>
      <p:grpSpPr>
        <a:xfrm>
          <a:off x="0" y="0"/>
          <a:ext cx="0" cy="0"/>
          <a:chOff x="0" y="0"/>
          <a:chExt cx="0" cy="0"/>
        </a:xfrm>
      </p:grpSpPr>
      <p:sp>
        <p:nvSpPr>
          <p:cNvPr id="348" name="Google Shape;348;p4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9" name="Google Shape;349;p49"/>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Esempi</a:t>
            </a:r>
            <a:endParaRPr>
              <a:solidFill>
                <a:srgbClr val="999999"/>
              </a:solidFill>
            </a:endParaRPr>
          </a:p>
        </p:txBody>
      </p:sp>
      <p:sp>
        <p:nvSpPr>
          <p:cNvPr id="350" name="Google Shape;350;p49"/>
          <p:cNvSpPr txBox="1"/>
          <p:nvPr/>
        </p:nvSpPr>
        <p:spPr>
          <a:xfrm>
            <a:off x="838250" y="1626200"/>
            <a:ext cx="5324100" cy="1929300"/>
          </a:xfrm>
          <a:prstGeom prst="rect">
            <a:avLst/>
          </a:prstGeom>
          <a:noFill/>
          <a:ln>
            <a:noFill/>
          </a:ln>
        </p:spPr>
        <p:txBody>
          <a:bodyPr anchorCtr="0" anchor="t" bIns="91425" lIns="91425" spcFirstLastPara="1" rIns="91425" wrap="square" tIns="91425">
            <a:spAutoFit/>
          </a:bodyPr>
          <a:lstStyle/>
          <a:p>
            <a:pPr indent="-323850" lvl="0" marL="457200" rtl="0" algn="l">
              <a:spcBef>
                <a:spcPts val="600"/>
              </a:spcBef>
              <a:spcAft>
                <a:spcPts val="0"/>
              </a:spcAft>
              <a:buClr>
                <a:schemeClr val="dk1"/>
              </a:buClr>
              <a:buSzPts val="1500"/>
              <a:buFont typeface="Karla"/>
              <a:buChar char="▸"/>
            </a:pPr>
            <a:r>
              <a:rPr lang="en" sz="1500">
                <a:solidFill>
                  <a:schemeClr val="dk1"/>
                </a:solidFill>
                <a:latin typeface="Karla"/>
                <a:ea typeface="Karla"/>
                <a:cs typeface="Karla"/>
                <a:sym typeface="Karla"/>
              </a:rPr>
              <a:t>Una funzione per dimostrare il funzionamento di each</a:t>
            </a:r>
            <a:endParaRPr sz="1500">
              <a:solidFill>
                <a:schemeClr val="dk1"/>
              </a:solidFill>
              <a:latin typeface="Karla"/>
              <a:ea typeface="Karla"/>
              <a:cs typeface="Karla"/>
              <a:sym typeface="Karla"/>
            </a:endParaRPr>
          </a:p>
          <a:p>
            <a:pPr indent="-323850" lvl="0" marL="457200" rtl="0" algn="l">
              <a:spcBef>
                <a:spcPts val="0"/>
              </a:spcBef>
              <a:spcAft>
                <a:spcPts val="0"/>
              </a:spcAft>
              <a:buClr>
                <a:schemeClr val="dk1"/>
              </a:buClr>
              <a:buSzPts val="1500"/>
              <a:buFont typeface="Karla"/>
              <a:buChar char="▸"/>
            </a:pPr>
            <a:r>
              <a:rPr lang="en" sz="1500">
                <a:solidFill>
                  <a:schemeClr val="dk1"/>
                </a:solidFill>
                <a:latin typeface="Karla"/>
                <a:ea typeface="Karla"/>
                <a:cs typeface="Karla"/>
                <a:sym typeface="Karla"/>
              </a:rPr>
              <a:t>Una funzione che mostri un alert con il contenuto di un elemento &lt;li&gt; quando ci clicchiamo sopra</a:t>
            </a:r>
            <a:endParaRPr sz="1500">
              <a:solidFill>
                <a:schemeClr val="dk1"/>
              </a:solidFill>
              <a:latin typeface="Karla"/>
              <a:ea typeface="Karla"/>
              <a:cs typeface="Karla"/>
              <a:sym typeface="Karla"/>
            </a:endParaRPr>
          </a:p>
          <a:p>
            <a:pPr indent="-323850" lvl="0" marL="457200" rtl="0" algn="l">
              <a:spcBef>
                <a:spcPts val="0"/>
              </a:spcBef>
              <a:spcAft>
                <a:spcPts val="0"/>
              </a:spcAft>
              <a:buClr>
                <a:schemeClr val="dk1"/>
              </a:buClr>
              <a:buSzPts val="1500"/>
              <a:buFont typeface="Karla"/>
              <a:buChar char="▸"/>
            </a:pPr>
            <a:r>
              <a:rPr lang="en" sz="1500">
                <a:solidFill>
                  <a:schemeClr val="dk1"/>
                </a:solidFill>
                <a:latin typeface="Karla"/>
                <a:ea typeface="Karla"/>
                <a:cs typeface="Karla"/>
                <a:sym typeface="Karla"/>
              </a:rPr>
              <a:t>Una funzione che aggiunge un nuovo list item leggendo il valore di un input</a:t>
            </a:r>
            <a:endParaRPr sz="1500">
              <a:solidFill>
                <a:schemeClr val="dk1"/>
              </a:solidFill>
              <a:latin typeface="Karla"/>
              <a:ea typeface="Karla"/>
              <a:cs typeface="Karla"/>
              <a:sym typeface="Karla"/>
            </a:endParaRPr>
          </a:p>
          <a:p>
            <a:pPr indent="0" lvl="0" marL="0" rtl="0" algn="l">
              <a:spcBef>
                <a:spcPts val="1000"/>
              </a:spcBef>
              <a:spcAft>
                <a:spcPts val="1000"/>
              </a:spcAft>
              <a:buNone/>
            </a:pPr>
            <a:r>
              <a:rPr lang="en" sz="1500" u="sng">
                <a:solidFill>
                  <a:schemeClr val="hlink"/>
                </a:solidFill>
                <a:latin typeface="Karla"/>
                <a:ea typeface="Karla"/>
                <a:cs typeface="Karla"/>
                <a:sym typeface="Karla"/>
                <a:hlinkClick r:id="rId3"/>
              </a:rPr>
              <a:t>https://stackblitz.com/edit/web-platform-esdze5</a:t>
            </a:r>
            <a:endParaRPr sz="1500">
              <a:solidFill>
                <a:schemeClr val="dk1"/>
              </a:solidFill>
              <a:latin typeface="Karla"/>
              <a:ea typeface="Karla"/>
              <a:cs typeface="Karla"/>
              <a:sym typeface="Karla"/>
            </a:endParaRPr>
          </a:p>
        </p:txBody>
      </p:sp>
      <p:sp>
        <p:nvSpPr>
          <p:cNvPr id="351" name="Google Shape;351;p49">
            <a:hlinkClick r:id="rId4"/>
          </p:cNvPr>
          <p:cNvSpPr/>
          <p:nvPr/>
        </p:nvSpPr>
        <p:spPr>
          <a:xfrm>
            <a:off x="0" y="5092700"/>
            <a:ext cx="62703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55" name="Shape 355"/>
        <p:cNvGrpSpPr/>
        <p:nvPr/>
      </p:nvGrpSpPr>
      <p:grpSpPr>
        <a:xfrm>
          <a:off x="0" y="0"/>
          <a:ext cx="0" cy="0"/>
          <a:chOff x="0" y="0"/>
          <a:chExt cx="0" cy="0"/>
        </a:xfrm>
      </p:grpSpPr>
      <p:sp>
        <p:nvSpPr>
          <p:cNvPr id="356" name="Google Shape;356;p5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7" name="Google Shape;357;p50"/>
          <p:cNvSpPr txBox="1"/>
          <p:nvPr>
            <p:ph type="title"/>
          </p:nvPr>
        </p:nvSpPr>
        <p:spPr>
          <a:xfrm>
            <a:off x="838350" y="893500"/>
            <a:ext cx="56376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Traversing (1)</a:t>
            </a:r>
            <a:endParaRPr>
              <a:solidFill>
                <a:srgbClr val="999999"/>
              </a:solidFill>
            </a:endParaRPr>
          </a:p>
        </p:txBody>
      </p:sp>
      <p:sp>
        <p:nvSpPr>
          <p:cNvPr id="358" name="Google Shape;358;p50"/>
          <p:cNvSpPr txBox="1"/>
          <p:nvPr>
            <p:ph idx="1" type="body"/>
          </p:nvPr>
        </p:nvSpPr>
        <p:spPr>
          <a:xfrm>
            <a:off x="838250" y="1504950"/>
            <a:ext cx="5637600" cy="11133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0"/>
              </a:spcAft>
              <a:buNone/>
            </a:pPr>
            <a:r>
              <a:rPr lang="en" sz="1300"/>
              <a:t>Alcuni metodi di jQuery vi permettono di “attraversare” gli elementi del DOM</a:t>
            </a:r>
            <a:endParaRPr sz="1300"/>
          </a:p>
          <a:p>
            <a:pPr indent="0" lvl="0" marL="0" rtl="0" algn="l">
              <a:lnSpc>
                <a:spcPct val="100000"/>
              </a:lnSpc>
              <a:spcBef>
                <a:spcPts val="1000"/>
              </a:spcBef>
              <a:spcAft>
                <a:spcPts val="1000"/>
              </a:spcAft>
              <a:buNone/>
            </a:pPr>
            <a:r>
              <a:rPr lang="en" sz="1300"/>
              <a:t>Partendo da un elemento, potete selezionarne i fratelli, i figli, i genitori, o anche tutti gli antenati e i </a:t>
            </a:r>
            <a:r>
              <a:rPr lang="en" sz="1300"/>
              <a:t>discendenti</a:t>
            </a:r>
            <a:endParaRPr sz="1300"/>
          </a:p>
        </p:txBody>
      </p:sp>
      <p:sp>
        <p:nvSpPr>
          <p:cNvPr id="359" name="Google Shape;359;p50"/>
          <p:cNvSpPr txBox="1"/>
          <p:nvPr/>
        </p:nvSpPr>
        <p:spPr>
          <a:xfrm>
            <a:off x="909150" y="2618250"/>
            <a:ext cx="5637600" cy="18816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//Seleziono il genitore dell’elemento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parent</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//Seleziono gli antenati dell’elemento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parents</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//Seleziono i figli dell’elemento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children</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//Seleziono tutti i fratelli dell’elemento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siblings</a:t>
            </a:r>
            <a:r>
              <a:rPr lang="en" sz="1050">
                <a:solidFill>
                  <a:srgbClr val="ABB2BF"/>
                </a:solidFill>
                <a:highlight>
                  <a:srgbClr val="333333"/>
                </a:highlight>
                <a:latin typeface="Fira Code"/>
                <a:ea typeface="Fira Code"/>
                <a:cs typeface="Fira Code"/>
                <a:sym typeface="Fira Code"/>
              </a:rPr>
              <a:t>();</a:t>
            </a:r>
            <a:endParaRPr sz="1050">
              <a:solidFill>
                <a:srgbClr val="61AFEF"/>
              </a:solidFill>
              <a:highlight>
                <a:srgbClr val="333333"/>
              </a:highlight>
              <a:latin typeface="Fira Code"/>
              <a:ea typeface="Fira Code"/>
              <a:cs typeface="Fira Code"/>
              <a:sym typeface="Fira Code"/>
            </a:endParaRPr>
          </a:p>
        </p:txBody>
      </p:sp>
      <p:sp>
        <p:nvSpPr>
          <p:cNvPr id="360" name="Google Shape;360;p50">
            <a:hlinkClick r:id="rId3"/>
          </p:cNvPr>
          <p:cNvSpPr/>
          <p:nvPr/>
        </p:nvSpPr>
        <p:spPr>
          <a:xfrm>
            <a:off x="0" y="5092700"/>
            <a:ext cx="65313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64" name="Shape 364"/>
        <p:cNvGrpSpPr/>
        <p:nvPr/>
      </p:nvGrpSpPr>
      <p:grpSpPr>
        <a:xfrm>
          <a:off x="0" y="0"/>
          <a:ext cx="0" cy="0"/>
          <a:chOff x="0" y="0"/>
          <a:chExt cx="0" cy="0"/>
        </a:xfrm>
      </p:grpSpPr>
      <p:sp>
        <p:nvSpPr>
          <p:cNvPr id="365" name="Google Shape;365;p5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6" name="Google Shape;366;p51"/>
          <p:cNvSpPr txBox="1"/>
          <p:nvPr>
            <p:ph type="title"/>
          </p:nvPr>
        </p:nvSpPr>
        <p:spPr>
          <a:xfrm>
            <a:off x="838350" y="893500"/>
            <a:ext cx="56376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Traversing (2)</a:t>
            </a:r>
            <a:endParaRPr>
              <a:solidFill>
                <a:srgbClr val="999999"/>
              </a:solidFill>
            </a:endParaRPr>
          </a:p>
        </p:txBody>
      </p:sp>
      <p:sp>
        <p:nvSpPr>
          <p:cNvPr id="367" name="Google Shape;367;p51"/>
          <p:cNvSpPr txBox="1"/>
          <p:nvPr>
            <p:ph idx="1" type="body"/>
          </p:nvPr>
        </p:nvSpPr>
        <p:spPr>
          <a:xfrm>
            <a:off x="838250" y="1504950"/>
            <a:ext cx="5637600" cy="5850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lang="en" sz="1300"/>
              <a:t>Oppure ricercare tra i discendenti o selezionare i fratelli con una logica </a:t>
            </a:r>
            <a:r>
              <a:rPr lang="en" sz="1300"/>
              <a:t>posizionale</a:t>
            </a:r>
            <a:r>
              <a:rPr lang="en" sz="1300"/>
              <a:t> (il fratello precedente o successivo)</a:t>
            </a:r>
            <a:endParaRPr sz="1300"/>
          </a:p>
        </p:txBody>
      </p:sp>
      <p:sp>
        <p:nvSpPr>
          <p:cNvPr id="368" name="Google Shape;368;p51"/>
          <p:cNvSpPr txBox="1"/>
          <p:nvPr/>
        </p:nvSpPr>
        <p:spPr>
          <a:xfrm>
            <a:off x="909150" y="2089950"/>
            <a:ext cx="5637600" cy="14430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//Cerco un elemento tra i discendenti di quello selezionato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find</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"p"</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//Seleziono il fratello successivo dell’elemento selezionato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next</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//Seleziono il fratello precedente dell’elemento selezionato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prev</a:t>
            </a:r>
            <a:r>
              <a:rPr lang="en" sz="1050">
                <a:solidFill>
                  <a:srgbClr val="ABB2BF"/>
                </a:solidFill>
                <a:highlight>
                  <a:srgbClr val="333333"/>
                </a:highlight>
                <a:latin typeface="Fira Code"/>
                <a:ea typeface="Fira Code"/>
                <a:cs typeface="Fira Code"/>
                <a:sym typeface="Fira Code"/>
              </a:rPr>
              <a:t>();</a:t>
            </a:r>
            <a:endParaRPr sz="1050">
              <a:solidFill>
                <a:srgbClr val="5C6370"/>
              </a:solidFill>
              <a:highlight>
                <a:srgbClr val="333333"/>
              </a:highlight>
              <a:latin typeface="Fira Code"/>
              <a:ea typeface="Fira Code"/>
              <a:cs typeface="Fira Code"/>
              <a:sym typeface="Fira Code"/>
            </a:endParaRPr>
          </a:p>
        </p:txBody>
      </p:sp>
      <p:sp>
        <p:nvSpPr>
          <p:cNvPr id="369" name="Google Shape;369;p51">
            <a:hlinkClick r:id="rId3"/>
          </p:cNvPr>
          <p:cNvSpPr/>
          <p:nvPr/>
        </p:nvSpPr>
        <p:spPr>
          <a:xfrm>
            <a:off x="0" y="5092700"/>
            <a:ext cx="6792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73" name="Shape 373"/>
        <p:cNvGrpSpPr/>
        <p:nvPr/>
      </p:nvGrpSpPr>
      <p:grpSpPr>
        <a:xfrm>
          <a:off x="0" y="0"/>
          <a:ext cx="0" cy="0"/>
          <a:chOff x="0" y="0"/>
          <a:chExt cx="0" cy="0"/>
        </a:xfrm>
      </p:grpSpPr>
      <p:sp>
        <p:nvSpPr>
          <p:cNvPr id="374" name="Google Shape;374;p5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5" name="Google Shape;375;p52"/>
          <p:cNvSpPr txBox="1"/>
          <p:nvPr>
            <p:ph type="title"/>
          </p:nvPr>
        </p:nvSpPr>
        <p:spPr>
          <a:xfrm>
            <a:off x="838350" y="893500"/>
            <a:ext cx="56376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Filtering</a:t>
            </a:r>
            <a:endParaRPr>
              <a:solidFill>
                <a:srgbClr val="999999"/>
              </a:solidFill>
            </a:endParaRPr>
          </a:p>
        </p:txBody>
      </p:sp>
      <p:sp>
        <p:nvSpPr>
          <p:cNvPr id="376" name="Google Shape;376;p52"/>
          <p:cNvSpPr txBox="1"/>
          <p:nvPr>
            <p:ph idx="1" type="body"/>
          </p:nvPr>
        </p:nvSpPr>
        <p:spPr>
          <a:xfrm>
            <a:off x="838250" y="1504950"/>
            <a:ext cx="5637600" cy="3849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lang="en" sz="1300"/>
              <a:t>Alcuni metodi di jQuery vi permettono di restringere la vostra selezione</a:t>
            </a:r>
            <a:endParaRPr sz="1300"/>
          </a:p>
        </p:txBody>
      </p:sp>
      <p:sp>
        <p:nvSpPr>
          <p:cNvPr id="377" name="Google Shape;377;p52"/>
          <p:cNvSpPr txBox="1"/>
          <p:nvPr/>
        </p:nvSpPr>
        <p:spPr>
          <a:xfrm>
            <a:off x="909150" y="1889850"/>
            <a:ext cx="5637600" cy="23205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//Seleziono soltanto il primo div</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"div"</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first</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//Seleziono soltanto l’ultimo div</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"div"</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last</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//Seleziono il terzo div</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"div"</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eq</a:t>
            </a:r>
            <a:r>
              <a:rPr lang="en" sz="1050">
                <a:solidFill>
                  <a:srgbClr val="ABB2BF"/>
                </a:solidFill>
                <a:highlight>
                  <a:srgbClr val="333333"/>
                </a:highlight>
                <a:latin typeface="Fira Code"/>
                <a:ea typeface="Fira Code"/>
                <a:cs typeface="Fira Code"/>
                <a:sym typeface="Fira Code"/>
              </a:rPr>
              <a:t>(</a:t>
            </a:r>
            <a:r>
              <a:rPr lang="en" sz="1050">
                <a:solidFill>
                  <a:srgbClr val="D19A66"/>
                </a:solidFill>
                <a:highlight>
                  <a:srgbClr val="333333"/>
                </a:highlight>
                <a:latin typeface="Fira Code"/>
                <a:ea typeface="Fira Code"/>
                <a:cs typeface="Fira Code"/>
                <a:sym typeface="Fira Code"/>
              </a:rPr>
              <a:t>2</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//Seleziono soltanto i div con classe “container”</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"div"</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filter</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".container"</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//Seleziono i div che non hanno classe “intro”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"div"</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not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".intro"</a:t>
            </a:r>
            <a:r>
              <a:rPr lang="en" sz="1050">
                <a:solidFill>
                  <a:srgbClr val="ABB2BF"/>
                </a:solidFill>
                <a:highlight>
                  <a:srgbClr val="333333"/>
                </a:highlight>
                <a:latin typeface="Fira Code"/>
                <a:ea typeface="Fira Code"/>
                <a:cs typeface="Fira Code"/>
                <a:sym typeface="Fira Code"/>
              </a:rPr>
              <a:t>);</a:t>
            </a:r>
            <a:endParaRPr sz="1050">
              <a:solidFill>
                <a:srgbClr val="5C6370"/>
              </a:solidFill>
              <a:highlight>
                <a:srgbClr val="333333"/>
              </a:highlight>
              <a:latin typeface="Fira Code"/>
              <a:ea typeface="Fira Code"/>
              <a:cs typeface="Fira Code"/>
              <a:sym typeface="Fira Code"/>
            </a:endParaRPr>
          </a:p>
        </p:txBody>
      </p:sp>
      <p:sp>
        <p:nvSpPr>
          <p:cNvPr id="378" name="Google Shape;378;p52">
            <a:hlinkClick r:id="rId3"/>
          </p:cNvPr>
          <p:cNvSpPr/>
          <p:nvPr/>
        </p:nvSpPr>
        <p:spPr>
          <a:xfrm>
            <a:off x="0" y="5092700"/>
            <a:ext cx="70539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82" name="Shape 382"/>
        <p:cNvGrpSpPr/>
        <p:nvPr/>
      </p:nvGrpSpPr>
      <p:grpSpPr>
        <a:xfrm>
          <a:off x="0" y="0"/>
          <a:ext cx="0" cy="0"/>
          <a:chOff x="0" y="0"/>
          <a:chExt cx="0" cy="0"/>
        </a:xfrm>
      </p:grpSpPr>
      <p:sp>
        <p:nvSpPr>
          <p:cNvPr id="383" name="Google Shape;383;p5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4" name="Google Shape;384;p53"/>
          <p:cNvSpPr txBox="1"/>
          <p:nvPr>
            <p:ph type="title"/>
          </p:nvPr>
        </p:nvSpPr>
        <p:spPr>
          <a:xfrm>
            <a:off x="838350" y="893500"/>
            <a:ext cx="56376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Effetti </a:t>
            </a:r>
            <a:r>
              <a:rPr lang="en">
                <a:solidFill>
                  <a:srgbClr val="999999"/>
                </a:solidFill>
              </a:rPr>
              <a:t>(1)</a:t>
            </a:r>
            <a:endParaRPr>
              <a:solidFill>
                <a:srgbClr val="999999"/>
              </a:solidFill>
            </a:endParaRPr>
          </a:p>
        </p:txBody>
      </p:sp>
      <p:sp>
        <p:nvSpPr>
          <p:cNvPr id="385" name="Google Shape;385;p53"/>
          <p:cNvSpPr txBox="1"/>
          <p:nvPr>
            <p:ph idx="1" type="body"/>
          </p:nvPr>
        </p:nvSpPr>
        <p:spPr>
          <a:xfrm>
            <a:off x="838250" y="1504950"/>
            <a:ext cx="5637600" cy="5850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lang="en" sz="1300"/>
              <a:t>jQuery offre una serie di metodi per creare effetti e modificare l’aspetto degli elementi del DOM</a:t>
            </a:r>
            <a:endParaRPr sz="1300"/>
          </a:p>
        </p:txBody>
      </p:sp>
      <p:sp>
        <p:nvSpPr>
          <p:cNvPr id="386" name="Google Shape;386;p53"/>
          <p:cNvSpPr txBox="1"/>
          <p:nvPr/>
        </p:nvSpPr>
        <p:spPr>
          <a:xfrm>
            <a:off x="909150" y="2075700"/>
            <a:ext cx="5637600" cy="2978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//mostrare e nascondere un div (assegna e rimuove automaticamente “display:none” all’elemento selezionato)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hide</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show</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toggle</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//mostrare e nascondere un div con dissolvenza</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fadeIn</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fadeOut</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fadeToggle</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//mostrare e nascondere un div con uno slide</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slideDown</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slideUp</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slideToggle</a:t>
            </a:r>
            <a:r>
              <a:rPr lang="en" sz="1050">
                <a:solidFill>
                  <a:srgbClr val="ABB2BF"/>
                </a:solidFill>
                <a:highlight>
                  <a:srgbClr val="333333"/>
                </a:highlight>
                <a:latin typeface="Fira Code"/>
                <a:ea typeface="Fira Code"/>
                <a:cs typeface="Fira Code"/>
                <a:sym typeface="Fira Code"/>
              </a:rPr>
              <a:t>();</a:t>
            </a:r>
            <a:endParaRPr sz="1050">
              <a:solidFill>
                <a:srgbClr val="5C6370"/>
              </a:solidFill>
              <a:highlight>
                <a:srgbClr val="333333"/>
              </a:highlight>
              <a:latin typeface="Fira Code"/>
              <a:ea typeface="Fira Code"/>
              <a:cs typeface="Fira Code"/>
              <a:sym typeface="Fira Code"/>
            </a:endParaRPr>
          </a:p>
        </p:txBody>
      </p:sp>
      <p:sp>
        <p:nvSpPr>
          <p:cNvPr id="387" name="Google Shape;387;p53">
            <a:hlinkClick r:id="rId3"/>
          </p:cNvPr>
          <p:cNvSpPr/>
          <p:nvPr/>
        </p:nvSpPr>
        <p:spPr>
          <a:xfrm>
            <a:off x="0" y="5092700"/>
            <a:ext cx="7315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91" name="Shape 391"/>
        <p:cNvGrpSpPr/>
        <p:nvPr/>
      </p:nvGrpSpPr>
      <p:grpSpPr>
        <a:xfrm>
          <a:off x="0" y="0"/>
          <a:ext cx="0" cy="0"/>
          <a:chOff x="0" y="0"/>
          <a:chExt cx="0" cy="0"/>
        </a:xfrm>
      </p:grpSpPr>
      <p:sp>
        <p:nvSpPr>
          <p:cNvPr id="392" name="Google Shape;392;p5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3" name="Google Shape;393;p54"/>
          <p:cNvSpPr txBox="1"/>
          <p:nvPr>
            <p:ph type="title"/>
          </p:nvPr>
        </p:nvSpPr>
        <p:spPr>
          <a:xfrm>
            <a:off x="838350" y="893500"/>
            <a:ext cx="56376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Effetti (1)</a:t>
            </a:r>
            <a:endParaRPr>
              <a:solidFill>
                <a:srgbClr val="999999"/>
              </a:solidFill>
            </a:endParaRPr>
          </a:p>
        </p:txBody>
      </p:sp>
      <p:sp>
        <p:nvSpPr>
          <p:cNvPr id="394" name="Google Shape;394;p54"/>
          <p:cNvSpPr txBox="1"/>
          <p:nvPr>
            <p:ph idx="1" type="body"/>
          </p:nvPr>
        </p:nvSpPr>
        <p:spPr>
          <a:xfrm>
            <a:off x="838250" y="1504950"/>
            <a:ext cx="5637600" cy="5850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lang="en" sz="1300"/>
              <a:t>Come la maggior parte dei metodi jQuery, anche questi possono prendere degli argomenti</a:t>
            </a:r>
            <a:endParaRPr sz="1300"/>
          </a:p>
        </p:txBody>
      </p:sp>
      <p:sp>
        <p:nvSpPr>
          <p:cNvPr id="395" name="Google Shape;395;p54"/>
          <p:cNvSpPr txBox="1"/>
          <p:nvPr/>
        </p:nvSpPr>
        <p:spPr>
          <a:xfrm>
            <a:off x="909150" y="2075700"/>
            <a:ext cx="5637600" cy="1004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//Nascondere un div con una dissolvenza che duri 500 ms</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fadeOut</a:t>
            </a:r>
            <a:r>
              <a:rPr lang="en" sz="1050">
                <a:solidFill>
                  <a:srgbClr val="ABB2BF"/>
                </a:solidFill>
                <a:highlight>
                  <a:srgbClr val="333333"/>
                </a:highlight>
                <a:latin typeface="Fira Code"/>
                <a:ea typeface="Fira Code"/>
                <a:cs typeface="Fira Code"/>
                <a:sym typeface="Fira Code"/>
              </a:rPr>
              <a:t>(</a:t>
            </a:r>
            <a:r>
              <a:rPr lang="en" sz="1050">
                <a:solidFill>
                  <a:srgbClr val="D19A66"/>
                </a:solidFill>
                <a:highlight>
                  <a:srgbClr val="333333"/>
                </a:highlight>
                <a:latin typeface="Fira Code"/>
                <a:ea typeface="Fira Code"/>
                <a:cs typeface="Fira Code"/>
                <a:sym typeface="Fira Code"/>
              </a:rPr>
              <a:t>500</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//Mostrare e nascondere un div con una dissolvenza lenta</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fadeToggle</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"slow"</a:t>
            </a:r>
            <a:r>
              <a:rPr lang="en" sz="1050">
                <a:solidFill>
                  <a:srgbClr val="ABB2BF"/>
                </a:solidFill>
                <a:highlight>
                  <a:srgbClr val="333333"/>
                </a:highlight>
                <a:latin typeface="Fira Code"/>
                <a:ea typeface="Fira Code"/>
                <a:cs typeface="Fira Code"/>
                <a:sym typeface="Fira Code"/>
              </a:rPr>
              <a:t>);</a:t>
            </a:r>
            <a:endParaRPr sz="1050">
              <a:solidFill>
                <a:srgbClr val="5C6370"/>
              </a:solidFill>
              <a:highlight>
                <a:srgbClr val="333333"/>
              </a:highlight>
              <a:latin typeface="Fira Code"/>
              <a:ea typeface="Fira Code"/>
              <a:cs typeface="Fira Code"/>
              <a:sym typeface="Fira Code"/>
            </a:endParaRPr>
          </a:p>
        </p:txBody>
      </p:sp>
      <p:sp>
        <p:nvSpPr>
          <p:cNvPr id="396" name="Google Shape;396;p54">
            <a:hlinkClick r:id="rId3"/>
          </p:cNvPr>
          <p:cNvSpPr/>
          <p:nvPr/>
        </p:nvSpPr>
        <p:spPr>
          <a:xfrm>
            <a:off x="0" y="5092700"/>
            <a:ext cx="75765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00" name="Shape 400"/>
        <p:cNvGrpSpPr/>
        <p:nvPr/>
      </p:nvGrpSpPr>
      <p:grpSpPr>
        <a:xfrm>
          <a:off x="0" y="0"/>
          <a:ext cx="0" cy="0"/>
          <a:chOff x="0" y="0"/>
          <a:chExt cx="0" cy="0"/>
        </a:xfrm>
      </p:grpSpPr>
      <p:sp>
        <p:nvSpPr>
          <p:cNvPr id="401" name="Google Shape;401;p5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2" name="Google Shape;402;p55"/>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Esempi</a:t>
            </a:r>
            <a:endParaRPr>
              <a:solidFill>
                <a:srgbClr val="999999"/>
              </a:solidFill>
            </a:endParaRPr>
          </a:p>
        </p:txBody>
      </p:sp>
      <p:sp>
        <p:nvSpPr>
          <p:cNvPr id="403" name="Google Shape;403;p55"/>
          <p:cNvSpPr txBox="1"/>
          <p:nvPr/>
        </p:nvSpPr>
        <p:spPr>
          <a:xfrm>
            <a:off x="838250" y="1626200"/>
            <a:ext cx="5324100" cy="1005600"/>
          </a:xfrm>
          <a:prstGeom prst="rect">
            <a:avLst/>
          </a:prstGeom>
          <a:noFill/>
          <a:ln>
            <a:noFill/>
          </a:ln>
        </p:spPr>
        <p:txBody>
          <a:bodyPr anchorCtr="0" anchor="t" bIns="91425" lIns="91425" spcFirstLastPara="1" rIns="91425" wrap="square" tIns="91425">
            <a:spAutoFit/>
          </a:bodyPr>
          <a:lstStyle/>
          <a:p>
            <a:pPr indent="-323850" lvl="0" marL="457200" rtl="0" algn="l">
              <a:spcBef>
                <a:spcPts val="600"/>
              </a:spcBef>
              <a:spcAft>
                <a:spcPts val="0"/>
              </a:spcAft>
              <a:buClr>
                <a:schemeClr val="dk1"/>
              </a:buClr>
              <a:buSzPts val="1500"/>
              <a:buFont typeface="Karla"/>
              <a:buChar char="▸"/>
            </a:pPr>
            <a:r>
              <a:rPr lang="en" sz="1500">
                <a:solidFill>
                  <a:schemeClr val="dk1"/>
                </a:solidFill>
                <a:latin typeface="Karla"/>
                <a:ea typeface="Karla"/>
                <a:cs typeface="Karla"/>
                <a:sym typeface="Karla"/>
              </a:rPr>
              <a:t>Effetti applicati su specifici elementi per mostrare filter e traversing</a:t>
            </a:r>
            <a:endParaRPr sz="1500">
              <a:solidFill>
                <a:schemeClr val="dk1"/>
              </a:solidFill>
              <a:latin typeface="Karla"/>
              <a:ea typeface="Karla"/>
              <a:cs typeface="Karla"/>
              <a:sym typeface="Karla"/>
            </a:endParaRPr>
          </a:p>
          <a:p>
            <a:pPr indent="0" lvl="0" marL="0" rtl="0" algn="l">
              <a:spcBef>
                <a:spcPts val="1000"/>
              </a:spcBef>
              <a:spcAft>
                <a:spcPts val="1000"/>
              </a:spcAft>
              <a:buNone/>
            </a:pPr>
            <a:r>
              <a:rPr lang="en" sz="1500" u="sng">
                <a:solidFill>
                  <a:schemeClr val="hlink"/>
                </a:solidFill>
                <a:latin typeface="Karla"/>
                <a:ea typeface="Karla"/>
                <a:cs typeface="Karla"/>
                <a:sym typeface="Karla"/>
                <a:hlinkClick r:id="rId3"/>
              </a:rPr>
              <a:t>https://stackblitz.com/edit/web-platform-btucem</a:t>
            </a:r>
            <a:endParaRPr sz="1500">
              <a:solidFill>
                <a:schemeClr val="dk1"/>
              </a:solidFill>
              <a:latin typeface="Karla"/>
              <a:ea typeface="Karla"/>
              <a:cs typeface="Karla"/>
              <a:sym typeface="Karla"/>
            </a:endParaRPr>
          </a:p>
        </p:txBody>
      </p:sp>
      <p:sp>
        <p:nvSpPr>
          <p:cNvPr id="404" name="Google Shape;404;p55">
            <a:hlinkClick r:id="rId4"/>
          </p:cNvPr>
          <p:cNvSpPr/>
          <p:nvPr/>
        </p:nvSpPr>
        <p:spPr>
          <a:xfrm>
            <a:off x="0" y="5092700"/>
            <a:ext cx="7837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08" name="Shape 408"/>
        <p:cNvGrpSpPr/>
        <p:nvPr/>
      </p:nvGrpSpPr>
      <p:grpSpPr>
        <a:xfrm>
          <a:off x="0" y="0"/>
          <a:ext cx="0" cy="0"/>
          <a:chOff x="0" y="0"/>
          <a:chExt cx="0" cy="0"/>
        </a:xfrm>
      </p:grpSpPr>
      <p:sp>
        <p:nvSpPr>
          <p:cNvPr id="409" name="Google Shape;409;p5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0" name="Google Shape;410;p56"/>
          <p:cNvSpPr txBox="1"/>
          <p:nvPr>
            <p:ph type="title"/>
          </p:nvPr>
        </p:nvSpPr>
        <p:spPr>
          <a:xfrm>
            <a:off x="838350" y="893500"/>
            <a:ext cx="56376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Animate</a:t>
            </a:r>
            <a:endParaRPr>
              <a:solidFill>
                <a:srgbClr val="999999"/>
              </a:solidFill>
            </a:endParaRPr>
          </a:p>
        </p:txBody>
      </p:sp>
      <p:sp>
        <p:nvSpPr>
          <p:cNvPr id="411" name="Google Shape;411;p56"/>
          <p:cNvSpPr txBox="1"/>
          <p:nvPr>
            <p:ph idx="1" type="body"/>
          </p:nvPr>
        </p:nvSpPr>
        <p:spPr>
          <a:xfrm>
            <a:off x="838250" y="1504950"/>
            <a:ext cx="5637600" cy="19701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0"/>
              </a:spcAft>
              <a:buNone/>
            </a:pPr>
            <a:r>
              <a:rPr lang="en" sz="1300"/>
              <a:t>Con animate è possibile creare animazioni per gli elementi HTML, specificando degli stili CSS</a:t>
            </a:r>
            <a:endParaRPr sz="1300"/>
          </a:p>
          <a:p>
            <a:pPr indent="0" lvl="0" marL="0" rtl="0" algn="l">
              <a:lnSpc>
                <a:spcPct val="100000"/>
              </a:lnSpc>
              <a:spcBef>
                <a:spcPts val="1000"/>
              </a:spcBef>
              <a:spcAft>
                <a:spcPts val="0"/>
              </a:spcAft>
              <a:buNone/>
            </a:pPr>
            <a:r>
              <a:rPr lang="en" sz="1300"/>
              <a:t>Questi stili verranno applicati all’elemento in modo graduale, con la velocità specificata </a:t>
            </a:r>
            <a:endParaRPr sz="1300"/>
          </a:p>
          <a:p>
            <a:pPr indent="0" lvl="0" marL="0" rtl="0" algn="l">
              <a:lnSpc>
                <a:spcPct val="100000"/>
              </a:lnSpc>
              <a:spcBef>
                <a:spcPts val="1000"/>
              </a:spcBef>
              <a:spcAft>
                <a:spcPts val="0"/>
              </a:spcAft>
              <a:buNone/>
            </a:pPr>
            <a:r>
              <a:rPr lang="en" sz="1300"/>
              <a:t>I parametri CSS per l’animazione devono essere raggruppati all’interno di parentesi graffe</a:t>
            </a:r>
            <a:endParaRPr sz="1300"/>
          </a:p>
          <a:p>
            <a:pPr indent="0" lvl="0" marL="0" rtl="0" algn="l">
              <a:lnSpc>
                <a:spcPct val="100000"/>
              </a:lnSpc>
              <a:spcBef>
                <a:spcPts val="1000"/>
              </a:spcBef>
              <a:spcAft>
                <a:spcPts val="1000"/>
              </a:spcAft>
              <a:buNone/>
            </a:pPr>
            <a:r>
              <a:t/>
            </a:r>
            <a:endParaRPr sz="1300"/>
          </a:p>
        </p:txBody>
      </p:sp>
      <p:sp>
        <p:nvSpPr>
          <p:cNvPr id="412" name="Google Shape;412;p56"/>
          <p:cNvSpPr txBox="1"/>
          <p:nvPr/>
        </p:nvSpPr>
        <p:spPr>
          <a:xfrm>
            <a:off x="909150" y="3145725"/>
            <a:ext cx="5637600" cy="16623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Assegna una larghezza di 500px all’elemento,</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l’elemento viene spostato di 100px,</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con un’animazione che dura 500 ms</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animate</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E06C75"/>
                </a:solidFill>
                <a:highlight>
                  <a:srgbClr val="333333"/>
                </a:highlight>
                <a:latin typeface="Fira Code"/>
                <a:ea typeface="Fira Code"/>
                <a:cs typeface="Fira Code"/>
                <a:sym typeface="Fira Code"/>
              </a:rPr>
              <a:t>width</a:t>
            </a:r>
            <a:r>
              <a:rPr lang="en" sz="1050">
                <a:solidFill>
                  <a:srgbClr val="56B6C2"/>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 </a:t>
            </a:r>
            <a:r>
              <a:rPr lang="en" sz="1050">
                <a:solidFill>
                  <a:srgbClr val="98C379"/>
                </a:solidFill>
                <a:highlight>
                  <a:srgbClr val="333333"/>
                </a:highlight>
                <a:latin typeface="Fira Code"/>
                <a:ea typeface="Fira Code"/>
                <a:cs typeface="Fira Code"/>
                <a:sym typeface="Fira Code"/>
              </a:rPr>
              <a:t>"500px"</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E06C75"/>
                </a:solidFill>
                <a:highlight>
                  <a:srgbClr val="333333"/>
                </a:highlight>
                <a:latin typeface="Fira Code"/>
                <a:ea typeface="Fira Code"/>
                <a:cs typeface="Fira Code"/>
                <a:sym typeface="Fira Code"/>
              </a:rPr>
              <a:t>left</a:t>
            </a:r>
            <a:r>
              <a:rPr lang="en" sz="1050">
                <a:solidFill>
                  <a:srgbClr val="56B6C2"/>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 </a:t>
            </a:r>
            <a:r>
              <a:rPr lang="en" sz="1050">
                <a:solidFill>
                  <a:srgbClr val="98C379"/>
                </a:solidFill>
                <a:highlight>
                  <a:srgbClr val="333333"/>
                </a:highlight>
                <a:latin typeface="Fira Code"/>
                <a:ea typeface="Fira Code"/>
                <a:cs typeface="Fira Code"/>
                <a:sym typeface="Fira Code"/>
              </a:rPr>
              <a:t>"100px"</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D19A66"/>
                </a:solidFill>
                <a:highlight>
                  <a:srgbClr val="333333"/>
                </a:highlight>
                <a:latin typeface="Fira Code"/>
                <a:ea typeface="Fira Code"/>
                <a:cs typeface="Fira Code"/>
                <a:sym typeface="Fira Code"/>
              </a:rPr>
              <a:t>500</a:t>
            </a:r>
            <a:r>
              <a:rPr lang="en" sz="1050">
                <a:solidFill>
                  <a:srgbClr val="ABB2BF"/>
                </a:solidFill>
                <a:highlight>
                  <a:srgbClr val="333333"/>
                </a:highlight>
                <a:latin typeface="Fira Code"/>
                <a:ea typeface="Fira Code"/>
                <a:cs typeface="Fira Code"/>
                <a:sym typeface="Fira Code"/>
              </a:rPr>
              <a:t>);</a:t>
            </a:r>
            <a:endParaRPr sz="1050">
              <a:solidFill>
                <a:srgbClr val="5C6370"/>
              </a:solidFill>
              <a:highlight>
                <a:srgbClr val="333333"/>
              </a:highlight>
              <a:latin typeface="Fira Code"/>
              <a:ea typeface="Fira Code"/>
              <a:cs typeface="Fira Code"/>
              <a:sym typeface="Fira Code"/>
            </a:endParaRPr>
          </a:p>
        </p:txBody>
      </p:sp>
      <p:sp>
        <p:nvSpPr>
          <p:cNvPr id="413" name="Google Shape;413;p56">
            <a:hlinkClick r:id="rId3"/>
          </p:cNvPr>
          <p:cNvSpPr/>
          <p:nvPr/>
        </p:nvSpPr>
        <p:spPr>
          <a:xfrm>
            <a:off x="0" y="5092700"/>
            <a:ext cx="80991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17" name="Shape 417"/>
        <p:cNvGrpSpPr/>
        <p:nvPr/>
      </p:nvGrpSpPr>
      <p:grpSpPr>
        <a:xfrm>
          <a:off x="0" y="0"/>
          <a:ext cx="0" cy="0"/>
          <a:chOff x="0" y="0"/>
          <a:chExt cx="0" cy="0"/>
        </a:xfrm>
      </p:grpSpPr>
      <p:sp>
        <p:nvSpPr>
          <p:cNvPr id="418" name="Google Shape;418;p5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9" name="Google Shape;419;p57"/>
          <p:cNvSpPr txBox="1"/>
          <p:nvPr>
            <p:ph type="title"/>
          </p:nvPr>
        </p:nvSpPr>
        <p:spPr>
          <a:xfrm>
            <a:off x="838350" y="893500"/>
            <a:ext cx="56376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Callbacks</a:t>
            </a:r>
            <a:endParaRPr>
              <a:solidFill>
                <a:srgbClr val="999999"/>
              </a:solidFill>
            </a:endParaRPr>
          </a:p>
        </p:txBody>
      </p:sp>
      <p:sp>
        <p:nvSpPr>
          <p:cNvPr id="420" name="Google Shape;420;p57"/>
          <p:cNvSpPr txBox="1"/>
          <p:nvPr>
            <p:ph idx="1" type="body"/>
          </p:nvPr>
        </p:nvSpPr>
        <p:spPr>
          <a:xfrm>
            <a:off x="838250" y="1504950"/>
            <a:ext cx="5637600" cy="7851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lang="en" sz="1300"/>
              <a:t>Moltissimi metodi jQuery possono avere funzioni di callback, ovvero funzioni che vengono avviate quando il metodo o l’effetto sono terminati</a:t>
            </a:r>
            <a:endParaRPr sz="1300"/>
          </a:p>
        </p:txBody>
      </p:sp>
      <p:sp>
        <p:nvSpPr>
          <p:cNvPr id="421" name="Google Shape;421;p57"/>
          <p:cNvSpPr txBox="1"/>
          <p:nvPr/>
        </p:nvSpPr>
        <p:spPr>
          <a:xfrm>
            <a:off x="914425" y="2258475"/>
            <a:ext cx="5637600" cy="14430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61AFEF"/>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a:t>
            </a:r>
            <a:r>
              <a:rPr lang="en" sz="1050">
                <a:solidFill>
                  <a:srgbClr val="98C379"/>
                </a:solidFill>
                <a:highlight>
                  <a:srgbClr val="333333"/>
                </a:highlight>
                <a:latin typeface="Fira Code"/>
                <a:ea typeface="Fira Code"/>
                <a:cs typeface="Fira Code"/>
                <a:sym typeface="Fira Code"/>
              </a:rPr>
              <a:t>"#messaggio"</a:t>
            </a:r>
            <a:r>
              <a:rPr lang="en" sz="1050">
                <a:solidFill>
                  <a:srgbClr val="ABB2BF"/>
                </a:solidFill>
                <a:highlight>
                  <a:srgbClr val="333333"/>
                </a:highlight>
                <a:latin typeface="Fira Code"/>
                <a:ea typeface="Fira Code"/>
                <a:cs typeface="Fira Code"/>
                <a:sym typeface="Fira Code"/>
              </a:rPr>
              <a:t>).</a:t>
            </a:r>
            <a:r>
              <a:rPr lang="en" sz="1050">
                <a:solidFill>
                  <a:srgbClr val="61AFEF"/>
                </a:solidFill>
                <a:highlight>
                  <a:srgbClr val="333333"/>
                </a:highlight>
                <a:latin typeface="Fira Code"/>
                <a:ea typeface="Fira Code"/>
                <a:cs typeface="Fira Code"/>
                <a:sym typeface="Fira Code"/>
              </a:rPr>
              <a:t>animate</a:t>
            </a:r>
            <a:r>
              <a:rPr lang="en" sz="1050">
                <a:solidFill>
                  <a:srgbClr val="ABB2BF"/>
                </a:solidFill>
                <a:highlight>
                  <a:srgbClr val="333333"/>
                </a:highlight>
                <a:latin typeface="Fira Code"/>
                <a:ea typeface="Fira Code"/>
                <a:cs typeface="Fira Code"/>
                <a:sym typeface="Fira Code"/>
              </a:rPr>
              <a:t>({</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E06C75"/>
                </a:solidFill>
                <a:highlight>
                  <a:srgbClr val="333333"/>
                </a:highlight>
                <a:latin typeface="Fira Code"/>
                <a:ea typeface="Fira Code"/>
                <a:cs typeface="Fira Code"/>
                <a:sym typeface="Fira Code"/>
              </a:rPr>
              <a:t>width</a:t>
            </a:r>
            <a:r>
              <a:rPr lang="en" sz="1050">
                <a:solidFill>
                  <a:srgbClr val="56B6C2"/>
                </a:solidFill>
                <a:highlight>
                  <a:srgbClr val="333333"/>
                </a:highlight>
                <a:latin typeface="Fira Code"/>
                <a:ea typeface="Fira Code"/>
                <a:cs typeface="Fira Code"/>
                <a:sym typeface="Fira Code"/>
              </a:rPr>
              <a:t>:</a:t>
            </a:r>
            <a:r>
              <a:rPr lang="en" sz="1050">
                <a:solidFill>
                  <a:srgbClr val="ABB2BF"/>
                </a:solidFill>
                <a:highlight>
                  <a:srgbClr val="333333"/>
                </a:highlight>
                <a:latin typeface="Fira Code"/>
                <a:ea typeface="Fira Code"/>
                <a:cs typeface="Fira Code"/>
                <a:sym typeface="Fira Code"/>
              </a:rPr>
              <a:t> </a:t>
            </a:r>
            <a:r>
              <a:rPr lang="en" sz="1050">
                <a:solidFill>
                  <a:srgbClr val="98C379"/>
                </a:solidFill>
                <a:highlight>
                  <a:srgbClr val="333333"/>
                </a:highlight>
                <a:latin typeface="Fira Code"/>
                <a:ea typeface="Fira Code"/>
                <a:cs typeface="Fira Code"/>
                <a:sym typeface="Fira Code"/>
              </a:rPr>
              <a:t>"500px"</a:t>
            </a:r>
            <a:endParaRPr sz="1050">
              <a:solidFill>
                <a:srgbClr val="98C379"/>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D19A66"/>
                </a:solidFill>
                <a:highlight>
                  <a:srgbClr val="333333"/>
                </a:highlight>
                <a:latin typeface="Fira Code"/>
                <a:ea typeface="Fira Code"/>
                <a:cs typeface="Fira Code"/>
                <a:sym typeface="Fira Code"/>
              </a:rPr>
              <a:t>500</a:t>
            </a:r>
            <a:r>
              <a:rPr lang="en" sz="1050">
                <a:solidFill>
                  <a:srgbClr val="ABB2BF"/>
                </a:solidFill>
                <a:highlight>
                  <a:srgbClr val="333333"/>
                </a:highlight>
                <a:latin typeface="Fira Code"/>
                <a:ea typeface="Fira Code"/>
                <a:cs typeface="Fira Code"/>
                <a:sym typeface="Fira Code"/>
              </a:rPr>
              <a:t>, </a:t>
            </a:r>
            <a:r>
              <a:rPr lang="en" sz="1050">
                <a:solidFill>
                  <a:srgbClr val="C678DD"/>
                </a:solidFill>
                <a:highlight>
                  <a:srgbClr val="333333"/>
                </a:highlight>
                <a:latin typeface="Fira Code"/>
                <a:ea typeface="Fira Code"/>
                <a:cs typeface="Fira Code"/>
                <a:sym typeface="Fira Code"/>
              </a:rPr>
              <a:t>function</a:t>
            </a:r>
            <a:r>
              <a:rPr lang="en" sz="1050">
                <a:solidFill>
                  <a:srgbClr val="ABB2BF"/>
                </a:solidFill>
                <a:highlight>
                  <a:srgbClr val="333333"/>
                </a:highlight>
                <a:latin typeface="Fira Code"/>
                <a:ea typeface="Fira Code"/>
                <a:cs typeface="Fira Code"/>
                <a:sym typeface="Fira Code"/>
              </a:rPr>
              <a:t>() {</a:t>
            </a:r>
            <a:endParaRPr sz="1050">
              <a:solidFill>
                <a:srgbClr val="ABB2BF"/>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  </a:t>
            </a:r>
            <a:r>
              <a:rPr lang="en" sz="1050">
                <a:solidFill>
                  <a:srgbClr val="5C6370"/>
                </a:solidFill>
                <a:highlight>
                  <a:srgbClr val="333333"/>
                </a:highlight>
                <a:latin typeface="Fira Code"/>
                <a:ea typeface="Fira Code"/>
                <a:cs typeface="Fira Code"/>
                <a:sym typeface="Fira Code"/>
              </a:rPr>
              <a:t>// questa funzione viene eseguita quando </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highlight>
                  <a:srgbClr val="333333"/>
                </a:highlight>
                <a:latin typeface="Fira Code"/>
                <a:ea typeface="Fira Code"/>
                <a:cs typeface="Fira Code"/>
                <a:sym typeface="Fira Code"/>
              </a:rPr>
              <a:t>  // animate termina (dopo 500 ms)</a:t>
            </a:r>
            <a:endParaRPr sz="1050">
              <a:solidFill>
                <a:srgbClr val="5C6370"/>
              </a:solidFill>
              <a:highlight>
                <a:srgbClr val="333333"/>
              </a:highlight>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highlight>
                  <a:srgbClr val="333333"/>
                </a:highlight>
                <a:latin typeface="Fira Code"/>
                <a:ea typeface="Fira Code"/>
                <a:cs typeface="Fira Code"/>
                <a:sym typeface="Fira Code"/>
              </a:rPr>
              <a:t>});</a:t>
            </a:r>
            <a:endParaRPr sz="1050">
              <a:solidFill>
                <a:srgbClr val="5C6370"/>
              </a:solidFill>
              <a:highlight>
                <a:srgbClr val="333333"/>
              </a:highlight>
              <a:latin typeface="Fira Code"/>
              <a:ea typeface="Fira Code"/>
              <a:cs typeface="Fira Code"/>
              <a:sym typeface="Fira Code"/>
            </a:endParaRPr>
          </a:p>
        </p:txBody>
      </p:sp>
      <p:sp>
        <p:nvSpPr>
          <p:cNvPr id="422" name="Google Shape;422;p57">
            <a:hlinkClick r:id="rId3"/>
          </p:cNvPr>
          <p:cNvSpPr/>
          <p:nvPr/>
        </p:nvSpPr>
        <p:spPr>
          <a:xfrm>
            <a:off x="0" y="5092700"/>
            <a:ext cx="83601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26" name="Shape 426"/>
        <p:cNvGrpSpPr/>
        <p:nvPr/>
      </p:nvGrpSpPr>
      <p:grpSpPr>
        <a:xfrm>
          <a:off x="0" y="0"/>
          <a:ext cx="0" cy="0"/>
          <a:chOff x="0" y="0"/>
          <a:chExt cx="0" cy="0"/>
        </a:xfrm>
      </p:grpSpPr>
      <p:sp>
        <p:nvSpPr>
          <p:cNvPr id="427" name="Google Shape;427;p5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8" name="Google Shape;428;p58"/>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Esempi</a:t>
            </a:r>
            <a:endParaRPr>
              <a:solidFill>
                <a:srgbClr val="999999"/>
              </a:solidFill>
            </a:endParaRPr>
          </a:p>
        </p:txBody>
      </p:sp>
      <p:sp>
        <p:nvSpPr>
          <p:cNvPr id="429" name="Google Shape;429;p58"/>
          <p:cNvSpPr txBox="1"/>
          <p:nvPr/>
        </p:nvSpPr>
        <p:spPr>
          <a:xfrm>
            <a:off x="838250" y="1626200"/>
            <a:ext cx="5324100" cy="774600"/>
          </a:xfrm>
          <a:prstGeom prst="rect">
            <a:avLst/>
          </a:prstGeom>
          <a:noFill/>
          <a:ln>
            <a:noFill/>
          </a:ln>
        </p:spPr>
        <p:txBody>
          <a:bodyPr anchorCtr="0" anchor="t" bIns="91425" lIns="91425" spcFirstLastPara="1" rIns="91425" wrap="square" tIns="91425">
            <a:spAutoFit/>
          </a:bodyPr>
          <a:lstStyle/>
          <a:p>
            <a:pPr indent="-323850" lvl="0" marL="457200" rtl="0" algn="l">
              <a:spcBef>
                <a:spcPts val="600"/>
              </a:spcBef>
              <a:spcAft>
                <a:spcPts val="0"/>
              </a:spcAft>
              <a:buClr>
                <a:schemeClr val="dk1"/>
              </a:buClr>
              <a:buSzPts val="1500"/>
              <a:buFont typeface="Karla"/>
              <a:buChar char="▸"/>
            </a:pPr>
            <a:r>
              <a:rPr lang="en" sz="1500">
                <a:solidFill>
                  <a:schemeClr val="dk1"/>
                </a:solidFill>
                <a:latin typeface="Karla"/>
                <a:ea typeface="Karla"/>
                <a:cs typeface="Karla"/>
                <a:sym typeface="Karla"/>
              </a:rPr>
              <a:t>Esempi animate</a:t>
            </a:r>
            <a:endParaRPr sz="1500">
              <a:solidFill>
                <a:schemeClr val="dk1"/>
              </a:solidFill>
              <a:latin typeface="Karla"/>
              <a:ea typeface="Karla"/>
              <a:cs typeface="Karla"/>
              <a:sym typeface="Karla"/>
            </a:endParaRPr>
          </a:p>
          <a:p>
            <a:pPr indent="0" lvl="0" marL="0" rtl="0" algn="l">
              <a:spcBef>
                <a:spcPts val="1000"/>
              </a:spcBef>
              <a:spcAft>
                <a:spcPts val="1000"/>
              </a:spcAft>
              <a:buNone/>
            </a:pPr>
            <a:r>
              <a:rPr lang="en" sz="1500" u="sng">
                <a:solidFill>
                  <a:schemeClr val="hlink"/>
                </a:solidFill>
                <a:latin typeface="Karla"/>
                <a:ea typeface="Karla"/>
                <a:cs typeface="Karla"/>
                <a:sym typeface="Karla"/>
                <a:hlinkClick r:id="rId3"/>
              </a:rPr>
              <a:t>https://stackblitz.com/edit/web-platform-fvwhco</a:t>
            </a:r>
            <a:endParaRPr sz="1500">
              <a:solidFill>
                <a:schemeClr val="dk1"/>
              </a:solidFill>
              <a:latin typeface="Karla"/>
              <a:ea typeface="Karla"/>
              <a:cs typeface="Karla"/>
              <a:sym typeface="Karla"/>
            </a:endParaRPr>
          </a:p>
        </p:txBody>
      </p:sp>
      <p:sp>
        <p:nvSpPr>
          <p:cNvPr id="430" name="Google Shape;430;p58">
            <a:hlinkClick r:id="rId4"/>
          </p:cNvPr>
          <p:cNvSpPr/>
          <p:nvPr/>
        </p:nvSpPr>
        <p:spPr>
          <a:xfrm>
            <a:off x="0" y="5092700"/>
            <a:ext cx="8621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34" name="Shape 434"/>
        <p:cNvGrpSpPr/>
        <p:nvPr/>
      </p:nvGrpSpPr>
      <p:grpSpPr>
        <a:xfrm>
          <a:off x="0" y="0"/>
          <a:ext cx="0" cy="0"/>
          <a:chOff x="0" y="0"/>
          <a:chExt cx="0" cy="0"/>
        </a:xfrm>
      </p:grpSpPr>
      <p:sp>
        <p:nvSpPr>
          <p:cNvPr id="435" name="Google Shape;435;p5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6" name="Google Shape;436;p59"/>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ESERCIZIO 1</a:t>
            </a:r>
            <a:endParaRPr/>
          </a:p>
        </p:txBody>
      </p:sp>
      <p:sp>
        <p:nvSpPr>
          <p:cNvPr id="437" name="Google Shape;437;p59"/>
          <p:cNvSpPr txBox="1"/>
          <p:nvPr>
            <p:ph idx="4294967295" type="body"/>
          </p:nvPr>
        </p:nvSpPr>
        <p:spPr>
          <a:xfrm>
            <a:off x="838250" y="1504950"/>
            <a:ext cx="5842800" cy="34632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300"/>
              <a:t>Create una semplice pagina HTML e includete la CDN di jQuery. Utilizzate jQuery per creare i seguenti script, Ciascuno deve essere innescato da un click su un determinato bottone</a:t>
            </a:r>
            <a:endParaRPr sz="1300"/>
          </a:p>
          <a:p>
            <a:pPr indent="-311150" lvl="0" marL="457200" rtl="0" algn="l">
              <a:spcBef>
                <a:spcPts val="0"/>
              </a:spcBef>
              <a:spcAft>
                <a:spcPts val="0"/>
              </a:spcAft>
              <a:buSzPts val="1300"/>
              <a:buChar char="▸"/>
            </a:pPr>
            <a:r>
              <a:rPr lang="en" sz="1300"/>
              <a:t>uno script che aggiunga un nuovo elemento alla fine di un altro elemento, e uno script che aggiunga un nuovo elemento all’inizio di quell’elemento. </a:t>
            </a:r>
            <a:endParaRPr sz="1300"/>
          </a:p>
          <a:p>
            <a:pPr indent="-311150" lvl="0" marL="457200" rtl="0" algn="l">
              <a:spcBef>
                <a:spcPts val="0"/>
              </a:spcBef>
              <a:spcAft>
                <a:spcPts val="0"/>
              </a:spcAft>
              <a:buSzPts val="1300"/>
              <a:buChar char="▸"/>
            </a:pPr>
            <a:r>
              <a:rPr lang="en" sz="1300"/>
              <a:t>uno script che applichi un fadeToggle soltanto agli elementi con una determinata classe. </a:t>
            </a:r>
            <a:endParaRPr sz="1300"/>
          </a:p>
          <a:p>
            <a:pPr indent="-311150" lvl="0" marL="457200" rtl="0" algn="l">
              <a:spcBef>
                <a:spcPts val="0"/>
              </a:spcBef>
              <a:spcAft>
                <a:spcPts val="0"/>
              </a:spcAft>
              <a:buSzPts val="1300"/>
              <a:buChar char="▸"/>
            </a:pPr>
            <a:r>
              <a:rPr lang="en" sz="1300"/>
              <a:t>uno script che utilizzi animate per fare espandere (in 1,5 secondi) un elemento, finché non occupa il 100% dello schermo. </a:t>
            </a:r>
            <a:endParaRPr sz="1300"/>
          </a:p>
          <a:p>
            <a:pPr indent="0" lvl="0" marL="0" rtl="0" algn="l">
              <a:spcBef>
                <a:spcPts val="600"/>
              </a:spcBef>
              <a:spcAft>
                <a:spcPts val="0"/>
              </a:spcAft>
              <a:buNone/>
            </a:pPr>
            <a:r>
              <a:rPr lang="en" sz="1300"/>
              <a:t>Create inoltre:</a:t>
            </a:r>
            <a:endParaRPr sz="1300"/>
          </a:p>
          <a:p>
            <a:pPr indent="-311150" lvl="0" marL="457200" rtl="0" algn="l">
              <a:spcBef>
                <a:spcPts val="0"/>
              </a:spcBef>
              <a:spcAft>
                <a:spcPts val="0"/>
              </a:spcAft>
              <a:buSzPts val="1300"/>
              <a:buChar char="▸"/>
            </a:pPr>
            <a:r>
              <a:rPr lang="en" sz="1300"/>
              <a:t>uno script che stampi in console il valore di un input quando questo viene modificato (utilizzate on con change).</a:t>
            </a:r>
            <a:endParaRPr sz="1300"/>
          </a:p>
          <a:p>
            <a:pPr indent="-311150" lvl="0" marL="457200" rtl="0" algn="l">
              <a:spcBef>
                <a:spcPts val="0"/>
              </a:spcBef>
              <a:spcAft>
                <a:spcPts val="0"/>
              </a:spcAft>
              <a:buSzPts val="1300"/>
              <a:buChar char="▸"/>
            </a:pPr>
            <a:r>
              <a:rPr lang="en" sz="1300"/>
              <a:t>uno script che venga attivato quando la finestra $(window) viene ridimensionata (resize) e che mostri il valore di larghezza attuale (usate il metodo width()) all’interno di un div.</a:t>
            </a:r>
            <a:endParaRPr sz="1300"/>
          </a:p>
        </p:txBody>
      </p:sp>
      <p:grpSp>
        <p:nvGrpSpPr>
          <p:cNvPr id="438" name="Google Shape;438;p59"/>
          <p:cNvGrpSpPr/>
          <p:nvPr/>
        </p:nvGrpSpPr>
        <p:grpSpPr>
          <a:xfrm>
            <a:off x="301521" y="869243"/>
            <a:ext cx="457190" cy="457120"/>
            <a:chOff x="1923675" y="1633650"/>
            <a:chExt cx="436000" cy="435975"/>
          </a:xfrm>
        </p:grpSpPr>
        <p:sp>
          <p:nvSpPr>
            <p:cNvPr id="439" name="Google Shape;439;p59"/>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59"/>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59"/>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59"/>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59"/>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59"/>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5" name="Google Shape;445;p59">
            <a:hlinkClick r:id="rId3"/>
          </p:cNvPr>
          <p:cNvSpPr/>
          <p:nvPr/>
        </p:nvSpPr>
        <p:spPr>
          <a:xfrm>
            <a:off x="0" y="5092700"/>
            <a:ext cx="88827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49" name="Shape 449"/>
        <p:cNvGrpSpPr/>
        <p:nvPr/>
      </p:nvGrpSpPr>
      <p:grpSpPr>
        <a:xfrm>
          <a:off x="0" y="0"/>
          <a:ext cx="0" cy="0"/>
          <a:chOff x="0" y="0"/>
          <a:chExt cx="0" cy="0"/>
        </a:xfrm>
      </p:grpSpPr>
      <p:sp>
        <p:nvSpPr>
          <p:cNvPr id="450" name="Google Shape;450;p6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1" name="Google Shape;451;p60"/>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999999"/>
                </a:solidFill>
              </a:rPr>
              <a:t>Un po’ di reference</a:t>
            </a:r>
            <a:endParaRPr>
              <a:solidFill>
                <a:srgbClr val="999999"/>
              </a:solidFill>
            </a:endParaRPr>
          </a:p>
        </p:txBody>
      </p:sp>
      <p:sp>
        <p:nvSpPr>
          <p:cNvPr id="452" name="Google Shape;452;p60"/>
          <p:cNvSpPr txBox="1"/>
          <p:nvPr>
            <p:ph idx="1" type="body"/>
          </p:nvPr>
        </p:nvSpPr>
        <p:spPr>
          <a:xfrm>
            <a:off x="838250" y="1504950"/>
            <a:ext cx="5324100" cy="5850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b="1" lang="en" sz="1300"/>
              <a:t>Manipolazione del DOM</a:t>
            </a:r>
            <a:br>
              <a:rPr b="1" lang="en" sz="1300"/>
            </a:br>
            <a:r>
              <a:rPr lang="en" sz="1300" u="sng">
                <a:solidFill>
                  <a:schemeClr val="hlink"/>
                </a:solidFill>
                <a:hlinkClick r:id="rId3"/>
              </a:rPr>
              <a:t>https://api.jquery.com/category/manipulation/</a:t>
            </a:r>
            <a:endParaRPr sz="1300"/>
          </a:p>
        </p:txBody>
      </p:sp>
      <p:sp>
        <p:nvSpPr>
          <p:cNvPr id="453" name="Google Shape;453;p60">
            <a:hlinkClick r:id="rId4"/>
          </p:cNvPr>
          <p:cNvSpPr/>
          <p:nvPr/>
        </p:nvSpPr>
        <p:spPr>
          <a:xfrm>
            <a:off x="0" y="5092700"/>
            <a:ext cx="39189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0"/>
          <p:cNvSpPr txBox="1"/>
          <p:nvPr>
            <p:ph idx="1" type="body"/>
          </p:nvPr>
        </p:nvSpPr>
        <p:spPr>
          <a:xfrm>
            <a:off x="838350" y="2089950"/>
            <a:ext cx="5324100" cy="5850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b="1" lang="en" sz="1300"/>
              <a:t>Traversing</a:t>
            </a:r>
            <a:br>
              <a:rPr b="1" lang="en" sz="1300"/>
            </a:br>
            <a:r>
              <a:rPr lang="en" sz="1300" u="sng">
                <a:solidFill>
                  <a:schemeClr val="hlink"/>
                </a:solidFill>
                <a:hlinkClick r:id="rId5"/>
              </a:rPr>
              <a:t>https://api.jquery.com/category/traversing/</a:t>
            </a:r>
            <a:endParaRPr sz="1300"/>
          </a:p>
        </p:txBody>
      </p:sp>
      <p:sp>
        <p:nvSpPr>
          <p:cNvPr id="455" name="Google Shape;455;p60"/>
          <p:cNvSpPr txBox="1"/>
          <p:nvPr>
            <p:ph idx="1" type="body"/>
          </p:nvPr>
        </p:nvSpPr>
        <p:spPr>
          <a:xfrm>
            <a:off x="838350" y="2674950"/>
            <a:ext cx="5324100" cy="5850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b="1" lang="en" sz="1300"/>
              <a:t>Events</a:t>
            </a:r>
            <a:br>
              <a:rPr b="1" lang="en" sz="1300"/>
            </a:br>
            <a:r>
              <a:rPr lang="en" sz="1300" u="sng">
                <a:solidFill>
                  <a:schemeClr val="hlink"/>
                </a:solidFill>
                <a:hlinkClick r:id="rId6"/>
              </a:rPr>
              <a:t>https://api.jquery.com/category/events/</a:t>
            </a:r>
            <a:endParaRPr sz="1300"/>
          </a:p>
        </p:txBody>
      </p:sp>
      <p:sp>
        <p:nvSpPr>
          <p:cNvPr id="456" name="Google Shape;456;p60"/>
          <p:cNvSpPr txBox="1"/>
          <p:nvPr>
            <p:ph idx="1" type="body"/>
          </p:nvPr>
        </p:nvSpPr>
        <p:spPr>
          <a:xfrm>
            <a:off x="838350" y="3259950"/>
            <a:ext cx="5324100" cy="5850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1000"/>
              </a:spcAft>
              <a:buNone/>
            </a:pPr>
            <a:r>
              <a:rPr b="1" lang="en" sz="1300"/>
              <a:t>Effects</a:t>
            </a:r>
            <a:br>
              <a:rPr b="1" lang="en" sz="1300"/>
            </a:br>
            <a:r>
              <a:rPr lang="en" sz="1300" u="sng">
                <a:solidFill>
                  <a:schemeClr val="hlink"/>
                </a:solidFill>
                <a:hlinkClick r:id="rId7"/>
              </a:rPr>
              <a:t>https://api.jquery.com/category/effects/</a:t>
            </a:r>
            <a:endParaRPr sz="13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460" name="Shape 460"/>
        <p:cNvGrpSpPr/>
        <p:nvPr/>
      </p:nvGrpSpPr>
      <p:grpSpPr>
        <a:xfrm>
          <a:off x="0" y="0"/>
          <a:ext cx="0" cy="0"/>
          <a:chOff x="0" y="0"/>
          <a:chExt cx="0" cy="0"/>
        </a:xfrm>
      </p:grpSpPr>
      <p:sp>
        <p:nvSpPr>
          <p:cNvPr id="461" name="Google Shape;461;p61"/>
          <p:cNvSpPr txBox="1"/>
          <p:nvPr>
            <p:ph type="ctrTitle"/>
          </p:nvPr>
        </p:nvSpPr>
        <p:spPr>
          <a:xfrm>
            <a:off x="648300" y="3175950"/>
            <a:ext cx="4229100" cy="118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FINE</a:t>
            </a:r>
            <a:endParaRPr sz="3000"/>
          </a:p>
        </p:txBody>
      </p:sp>
      <p:grpSp>
        <p:nvGrpSpPr>
          <p:cNvPr id="462" name="Google Shape;462;p61"/>
          <p:cNvGrpSpPr/>
          <p:nvPr/>
        </p:nvGrpSpPr>
        <p:grpSpPr>
          <a:xfrm>
            <a:off x="770812" y="2018590"/>
            <a:ext cx="387933" cy="367467"/>
            <a:chOff x="2583100" y="2973775"/>
            <a:chExt cx="461550" cy="437200"/>
          </a:xfrm>
        </p:grpSpPr>
        <p:sp>
          <p:nvSpPr>
            <p:cNvPr id="463" name="Google Shape;463;p61"/>
            <p:cNvSpPr/>
            <p:nvPr/>
          </p:nvSpPr>
          <p:spPr>
            <a:xfrm>
              <a:off x="2701225" y="3315975"/>
              <a:ext cx="225300" cy="95000"/>
            </a:xfrm>
            <a:custGeom>
              <a:rect b="b" l="l" r="r" t="t"/>
              <a:pathLst>
                <a:path extrusionOk="0" fill="none" h="3800" w="9012">
                  <a:moveTo>
                    <a:pt x="2947" y="0"/>
                  </a:moveTo>
                  <a:lnTo>
                    <a:pt x="2947" y="2947"/>
                  </a:lnTo>
                  <a:lnTo>
                    <a:pt x="853" y="2947"/>
                  </a:lnTo>
                  <a:lnTo>
                    <a:pt x="853" y="2947"/>
                  </a:lnTo>
                  <a:lnTo>
                    <a:pt x="682" y="2947"/>
                  </a:lnTo>
                  <a:lnTo>
                    <a:pt x="512" y="2996"/>
                  </a:lnTo>
                  <a:lnTo>
                    <a:pt x="365" y="3093"/>
                  </a:lnTo>
                  <a:lnTo>
                    <a:pt x="244" y="3191"/>
                  </a:lnTo>
                  <a:lnTo>
                    <a:pt x="146" y="3313"/>
                  </a:lnTo>
                  <a:lnTo>
                    <a:pt x="49" y="3459"/>
                  </a:lnTo>
                  <a:lnTo>
                    <a:pt x="0" y="3629"/>
                  </a:lnTo>
                  <a:lnTo>
                    <a:pt x="0" y="3800"/>
                  </a:lnTo>
                  <a:lnTo>
                    <a:pt x="9011" y="3800"/>
                  </a:lnTo>
                  <a:lnTo>
                    <a:pt x="9011" y="3800"/>
                  </a:lnTo>
                  <a:lnTo>
                    <a:pt x="9011" y="3629"/>
                  </a:lnTo>
                  <a:lnTo>
                    <a:pt x="8963" y="3459"/>
                  </a:lnTo>
                  <a:lnTo>
                    <a:pt x="8865" y="3313"/>
                  </a:lnTo>
                  <a:lnTo>
                    <a:pt x="8768" y="3191"/>
                  </a:lnTo>
                  <a:lnTo>
                    <a:pt x="8646" y="3093"/>
                  </a:lnTo>
                  <a:lnTo>
                    <a:pt x="8500" y="2996"/>
                  </a:lnTo>
                  <a:lnTo>
                    <a:pt x="8330" y="2947"/>
                  </a:lnTo>
                  <a:lnTo>
                    <a:pt x="8159" y="2947"/>
                  </a:lnTo>
                  <a:lnTo>
                    <a:pt x="6065" y="2947"/>
                  </a:lnTo>
                  <a:lnTo>
                    <a:pt x="6065" y="0"/>
                  </a:lnTo>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1"/>
            <p:cNvSpPr/>
            <p:nvPr/>
          </p:nvSpPr>
          <p:spPr>
            <a:xfrm>
              <a:off x="2583100" y="2973775"/>
              <a:ext cx="461550" cy="336125"/>
            </a:xfrm>
            <a:custGeom>
              <a:rect b="b" l="l" r="r" t="t"/>
              <a:pathLst>
                <a:path extrusionOk="0" fill="none" h="13445" w="18462">
                  <a:moveTo>
                    <a:pt x="17974" y="1"/>
                  </a:moveTo>
                  <a:lnTo>
                    <a:pt x="487" y="1"/>
                  </a:lnTo>
                  <a:lnTo>
                    <a:pt x="487" y="1"/>
                  </a:lnTo>
                  <a:lnTo>
                    <a:pt x="390" y="1"/>
                  </a:lnTo>
                  <a:lnTo>
                    <a:pt x="317" y="50"/>
                  </a:lnTo>
                  <a:lnTo>
                    <a:pt x="220" y="74"/>
                  </a:lnTo>
                  <a:lnTo>
                    <a:pt x="146" y="147"/>
                  </a:lnTo>
                  <a:lnTo>
                    <a:pt x="98" y="220"/>
                  </a:lnTo>
                  <a:lnTo>
                    <a:pt x="49" y="293"/>
                  </a:lnTo>
                  <a:lnTo>
                    <a:pt x="25" y="390"/>
                  </a:lnTo>
                  <a:lnTo>
                    <a:pt x="0" y="488"/>
                  </a:lnTo>
                  <a:lnTo>
                    <a:pt x="0" y="12958"/>
                  </a:lnTo>
                  <a:lnTo>
                    <a:pt x="0" y="12958"/>
                  </a:lnTo>
                  <a:lnTo>
                    <a:pt x="25" y="13055"/>
                  </a:lnTo>
                  <a:lnTo>
                    <a:pt x="49" y="13152"/>
                  </a:lnTo>
                  <a:lnTo>
                    <a:pt x="98" y="13226"/>
                  </a:lnTo>
                  <a:lnTo>
                    <a:pt x="146" y="13299"/>
                  </a:lnTo>
                  <a:lnTo>
                    <a:pt x="220" y="13372"/>
                  </a:lnTo>
                  <a:lnTo>
                    <a:pt x="317" y="13396"/>
                  </a:lnTo>
                  <a:lnTo>
                    <a:pt x="390" y="13445"/>
                  </a:lnTo>
                  <a:lnTo>
                    <a:pt x="487" y="13445"/>
                  </a:lnTo>
                  <a:lnTo>
                    <a:pt x="17974" y="13445"/>
                  </a:lnTo>
                  <a:lnTo>
                    <a:pt x="17974" y="13445"/>
                  </a:lnTo>
                  <a:lnTo>
                    <a:pt x="18072" y="13445"/>
                  </a:lnTo>
                  <a:lnTo>
                    <a:pt x="18145" y="13396"/>
                  </a:lnTo>
                  <a:lnTo>
                    <a:pt x="18242" y="13372"/>
                  </a:lnTo>
                  <a:lnTo>
                    <a:pt x="18315" y="13299"/>
                  </a:lnTo>
                  <a:lnTo>
                    <a:pt x="18364" y="13226"/>
                  </a:lnTo>
                  <a:lnTo>
                    <a:pt x="18413" y="13152"/>
                  </a:lnTo>
                  <a:lnTo>
                    <a:pt x="18437" y="13055"/>
                  </a:lnTo>
                  <a:lnTo>
                    <a:pt x="18461" y="12958"/>
                  </a:lnTo>
                  <a:lnTo>
                    <a:pt x="18461" y="488"/>
                  </a:lnTo>
                  <a:lnTo>
                    <a:pt x="18461" y="488"/>
                  </a:lnTo>
                  <a:lnTo>
                    <a:pt x="18437" y="390"/>
                  </a:lnTo>
                  <a:lnTo>
                    <a:pt x="18413" y="293"/>
                  </a:lnTo>
                  <a:lnTo>
                    <a:pt x="18364" y="220"/>
                  </a:lnTo>
                  <a:lnTo>
                    <a:pt x="18315" y="147"/>
                  </a:lnTo>
                  <a:lnTo>
                    <a:pt x="18242" y="74"/>
                  </a:lnTo>
                  <a:lnTo>
                    <a:pt x="18145" y="50"/>
                  </a:lnTo>
                  <a:lnTo>
                    <a:pt x="18072" y="1"/>
                  </a:lnTo>
                  <a:lnTo>
                    <a:pt x="17974" y="1"/>
                  </a:lnTo>
                  <a:lnTo>
                    <a:pt x="17974" y="1"/>
                  </a:lnTo>
                  <a:close/>
                  <a:moveTo>
                    <a:pt x="17000" y="11983"/>
                  </a:moveTo>
                  <a:lnTo>
                    <a:pt x="1462" y="11983"/>
                  </a:lnTo>
                  <a:lnTo>
                    <a:pt x="1462" y="1462"/>
                  </a:lnTo>
                  <a:lnTo>
                    <a:pt x="17000" y="1462"/>
                  </a:lnTo>
                  <a:lnTo>
                    <a:pt x="17000" y="11983"/>
                  </a:lnTo>
                  <a:close/>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65" name="Google Shape;465;p61"/>
          <p:cNvCxnSpPr/>
          <p:nvPr/>
        </p:nvCxnSpPr>
        <p:spPr>
          <a:xfrm>
            <a:off x="754150" y="2784125"/>
            <a:ext cx="1516800" cy="0"/>
          </a:xfrm>
          <a:prstGeom prst="straightConnector1">
            <a:avLst/>
          </a:prstGeom>
          <a:noFill/>
          <a:ln cap="flat" cmpd="sng" w="19050">
            <a:solidFill>
              <a:schemeClr val="dk2"/>
            </a:solidFill>
            <a:prstDash val="solid"/>
            <a:round/>
            <a:headEnd len="med" w="med" type="none"/>
            <a:tailEnd len="med" w="med" type="none"/>
          </a:ln>
        </p:spPr>
      </p:cxnSp>
      <p:sp>
        <p:nvSpPr>
          <p:cNvPr id="466" name="Google Shape;466;p61"/>
          <p:cNvSpPr txBox="1"/>
          <p:nvPr>
            <p:ph type="ctrTitle"/>
          </p:nvPr>
        </p:nvSpPr>
        <p:spPr>
          <a:xfrm>
            <a:off x="682250" y="2416625"/>
            <a:ext cx="1754700" cy="367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200"/>
              <a:t>ESERCITAZIONE 8</a:t>
            </a:r>
            <a:endParaRPr sz="1200"/>
          </a:p>
        </p:txBody>
      </p:sp>
      <p:sp>
        <p:nvSpPr>
          <p:cNvPr id="467" name="Google Shape;467;p61">
            <a:hlinkClick r:id="rId3"/>
          </p:cNvPr>
          <p:cNvSpPr/>
          <p:nvPr/>
        </p:nvSpPr>
        <p:spPr>
          <a:xfrm>
            <a:off x="0" y="5092700"/>
            <a:ext cx="9144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rviragus template">
  <a:themeElements>
    <a:clrScheme name="Custom 347">
      <a:dk1>
        <a:srgbClr val="555555"/>
      </a:dk1>
      <a:lt1>
        <a:srgbClr val="FFFFFF"/>
      </a:lt1>
      <a:dk2>
        <a:srgbClr val="838383"/>
      </a:dk2>
      <a:lt2>
        <a:srgbClr val="FFFFFF"/>
      </a:lt2>
      <a:accent1>
        <a:srgbClr val="5D2C3E"/>
      </a:accent1>
      <a:accent2>
        <a:srgbClr val="EAAD38"/>
      </a:accent2>
      <a:accent3>
        <a:srgbClr val="035162"/>
      </a:accent3>
      <a:accent4>
        <a:srgbClr val="CC0000"/>
      </a:accent4>
      <a:accent5>
        <a:srgbClr val="FF9800"/>
      </a:accent5>
      <a:accent6>
        <a:srgbClr val="FFEB3B"/>
      </a:accent6>
      <a:hlink>
        <a:srgbClr val="2196F3"/>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