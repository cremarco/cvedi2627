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Lst>
  <p:sldSz cy="5143500" cx="9144000"/>
  <p:notesSz cx="6858000" cy="9144000"/>
  <p:embeddedFontLst>
    <p:embeddedFont>
      <p:font typeface="Montserrat"/>
      <p:regular r:id="rId74"/>
      <p:bold r:id="rId75"/>
      <p:italic r:id="rId76"/>
      <p:boldItalic r:id="rId77"/>
    </p:embeddedFont>
    <p:embeddedFont>
      <p:font typeface="Fira Code"/>
      <p:regular r:id="rId78"/>
      <p:bold r:id="rId79"/>
    </p:embeddedFont>
    <p:embeddedFont>
      <p:font typeface="Karla"/>
      <p:regular r:id="rId80"/>
      <p:bold r:id="rId81"/>
      <p:italic r:id="rId82"/>
      <p:boldItalic r:id="rId8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D148E7-3CC5-47D1-B057-9721A8B02FC9}">
  <a:tblStyle styleId="{67D148E7-3CC5-47D1-B057-9721A8B02FC9}"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3" Type="http://schemas.openxmlformats.org/officeDocument/2006/relationships/font" Target="fonts/Karla-bold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Karla-regular.fntdata"/><Relationship Id="rId82" Type="http://schemas.openxmlformats.org/officeDocument/2006/relationships/font" Target="fonts/Karla-italic.fntdata"/><Relationship Id="rId81" Type="http://schemas.openxmlformats.org/officeDocument/2006/relationships/font" Target="fonts/Karla-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font" Target="fonts/Montserrat-bold.fntdata"/><Relationship Id="rId30" Type="http://schemas.openxmlformats.org/officeDocument/2006/relationships/slide" Target="slides/slide25.xml"/><Relationship Id="rId74" Type="http://schemas.openxmlformats.org/officeDocument/2006/relationships/font" Target="fonts/Montserrat-regular.fntdata"/><Relationship Id="rId33" Type="http://schemas.openxmlformats.org/officeDocument/2006/relationships/slide" Target="slides/slide28.xml"/><Relationship Id="rId77" Type="http://schemas.openxmlformats.org/officeDocument/2006/relationships/font" Target="fonts/Montserrat-boldItalic.fntdata"/><Relationship Id="rId32" Type="http://schemas.openxmlformats.org/officeDocument/2006/relationships/slide" Target="slides/slide27.xml"/><Relationship Id="rId76" Type="http://schemas.openxmlformats.org/officeDocument/2006/relationships/font" Target="fonts/Montserrat-italic.fntdata"/><Relationship Id="rId35" Type="http://schemas.openxmlformats.org/officeDocument/2006/relationships/slide" Target="slides/slide30.xml"/><Relationship Id="rId79" Type="http://schemas.openxmlformats.org/officeDocument/2006/relationships/font" Target="fonts/FiraCode-bold.fntdata"/><Relationship Id="rId34" Type="http://schemas.openxmlformats.org/officeDocument/2006/relationships/slide" Target="slides/slide29.xml"/><Relationship Id="rId78" Type="http://schemas.openxmlformats.org/officeDocument/2006/relationships/font" Target="fonts/FiraCode-regular.fntdata"/><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621cb6a7f4_0_10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1621cb6a7f4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Ricordare di parlare delle tesi di sviluppo, a partire da febbraio/marzo e comunque dopo il corso e l’esame. Intanto inviare la mail</a:t>
            </a:r>
            <a:endParaRPr>
              <a:solidFill>
                <a:schemeClr val="dk1"/>
              </a:solidFill>
            </a:endParaRPr>
          </a:p>
          <a:p>
            <a:pPr indent="0" lvl="0" marL="0" rtl="0" algn="l">
              <a:spcBef>
                <a:spcPts val="0"/>
              </a:spcBef>
              <a:spcAft>
                <a:spcPts val="0"/>
              </a:spcAft>
              <a:buNone/>
            </a:pPr>
            <a:r>
              <a:rPr lang="en"/>
              <a:t>Problema computer personale</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9b23d5e084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9b23d5e084_0_8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Questa lezione è una veloce carrellata su cose che avete già visto e serve più che altro a darci un dizionario comune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9b23d5e084_0_69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9b23d5e084_0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9b23d5e084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9b23d5e084_0_9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9b23d5e084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9b23d5e084_0_10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9b23d5e084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9b23d5e084_0_1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9b23d5e084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9b23d5e084_0_11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9b23d5e084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9b23d5e084_0_12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9b23d5e084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9b23d5e084_0_136: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9b23d5e084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9b23d5e084_0_14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9b23d5e084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9b23d5e084_0_15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9b23d5e084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9b23d5e084_0_15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9b23d5e084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9b23d5e084_0_16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9b23d5e084_0_70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9b23d5e084_0_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9b23d5e084_0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9b23d5e084_0_17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9b23d5e084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9b23d5e084_0_19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9b23d5e084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9b23d5e084_0_20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9b23d5e084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9b23d5e084_0_20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9b23d5e084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9b23d5e084_0_21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9b23d5e084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9b23d5e084_0_22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Anche se non è necessario è buona prassi segnalare che gli empty tag sono self closed (non hanno cioè un tag di chiusura) per questioni di compatibilità</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9b23d5e084_0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9b23d5e084_0_23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9b23d5e084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9b23d5e084_0_24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I tag html hanno valore semantico e sono interpretati dai motori di ricerca per comprendere il significato delle pagine. Quindi e.g., tipicamente una pagina ha un solo h1 che indica il tema della pagina, mentre gli altri indicano sotto sezioni della pagina</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9b23d5e084_0_2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9b23d5e084_0_25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1621cb6a7f4_0_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1621cb6a7f4_0_33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9b23d5e084_0_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9b23d5e084_0_28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9b23d5e084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9b23d5e084_0_29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9b23d5e084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9b23d5e084_0_29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9b23d5e084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9b23d5e084_0_35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9b23d5e084_0_3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9b23d5e084_0_34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9b23d5e084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9b23d5e084_0_32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11b3eb3736_0_2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2" name="Google Shape;432;g311b3eb373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11b3eb3736_0_3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11b3eb373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11b3eb3736_0_4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11b3eb373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11b3eb3736_0_54: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11b3eb373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11b3eb3736_0_67: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11b3eb3736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311b3eb3736_0_143: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311b3eb3736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11b3eb3736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311b3eb3736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g311b3eb3736_0_10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84" name="Google Shape;484;g311b3eb3736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11b3eb3736_0_126: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11b3eb3736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9b23d5e084_0_7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02" name="Google Shape;502;g9b23d5e084_0_7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g9b23d5e084_0_3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9" name="Google Shape;509;g9b23d5e084_0_37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9b23d5e084_0_3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8" name="Google Shape;518;g9b23d5e084_0_38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9b23d5e084_0_3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9b23d5e084_0_39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9b23d5e084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9b23d5e084_0_4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9b23d5e084_0_4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9b23d5e084_0_41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9b23d5e084_0_718: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53" name="Google Shape;553;g9b23d5e084_0_7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9b23d5e084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g9b23d5e084_0_43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9b23d5e084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9b23d5e084_0_43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9b23d5e084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9b23d5e084_0_44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9b23d5e084_0_4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9b23d5e084_0_45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7" name="Shape 597"/>
        <p:cNvGrpSpPr/>
        <p:nvPr/>
      </p:nvGrpSpPr>
      <p:grpSpPr>
        <a:xfrm>
          <a:off x="0" y="0"/>
          <a:ext cx="0" cy="0"/>
          <a:chOff x="0" y="0"/>
          <a:chExt cx="0" cy="0"/>
        </a:xfrm>
      </p:grpSpPr>
      <p:sp>
        <p:nvSpPr>
          <p:cNvPr id="598" name="Google Shape;598;g9b23d5e084_0_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9" name="Google Shape;599;g9b23d5e084_0_45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9b23d5e084_0_4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9b23d5e084_0_46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9b23d5e084_0_4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9b23d5e084_0_47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9b23d5e084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9b23d5e084_0_48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9b23d5e084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9b23d5e084_0_48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1621cb6a7f4_0_4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4" name="Google Shape;644;g1621cb6a7f4_0_45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9b23d5e084_0_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7" name="Google Shape;657;g9b23d5e084_0_51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9b23d5e084_0_5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9b23d5e084_0_53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1621cb6a7f4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1621cb6a7f4_0_522: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1621cb6a7f4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1" name="Google Shape;701;g1621cb6a7f4_0_55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9b23d5e084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9b23d5e084_0_551: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9b23d5e084_0_5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9b23d5e084_0_574: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9b23d5e084_0_5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9b23d5e084_0_59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9b23d5e084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9b23d5e084_0_60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9caecedcd2_0_11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9caecedcd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5" name="Shape 785"/>
        <p:cNvGrpSpPr/>
        <p:nvPr/>
      </p:nvGrpSpPr>
      <p:grpSpPr>
        <a:xfrm>
          <a:off x="0" y="0"/>
          <a:ext cx="0" cy="0"/>
          <a:chOff x="0" y="0"/>
          <a:chExt cx="0" cy="0"/>
        </a:xfrm>
      </p:grpSpPr>
      <p:sp>
        <p:nvSpPr>
          <p:cNvPr id="786" name="Google Shape;786;g9caecedcd2_0_21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87" name="Google Shape;787;g9caecedcd2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163f0d4b11d_0_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163f0d4b1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9caecedcd2_0_219: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03" name="Google Shape;803;g9caecedcd2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9" name="Shape 9"/>
        <p:cNvGrpSpPr/>
        <p:nvPr/>
      </p:nvGrpSpPr>
      <p:grpSpPr>
        <a:xfrm>
          <a:off x="0" y="0"/>
          <a:ext cx="0" cy="0"/>
          <a:chOff x="0" y="0"/>
          <a:chExt cx="0" cy="0"/>
        </a:xfrm>
      </p:grpSpPr>
      <p:sp>
        <p:nvSpPr>
          <p:cNvPr id="10" name="Google Shape;10;p2"/>
          <p:cNvSpPr/>
          <p:nvPr/>
        </p:nvSpPr>
        <p:spPr>
          <a:xfrm>
            <a:off x="21892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000000">
              <a:alpha val="7310"/>
            </a:srgbClr>
          </a:solidFill>
          <a:ln>
            <a:noFill/>
          </a:ln>
        </p:spPr>
      </p:sp>
      <p:sp>
        <p:nvSpPr>
          <p:cNvPr id="11" name="Google Shape;11;p2"/>
          <p:cNvSpPr/>
          <p:nvPr/>
        </p:nvSpPr>
        <p:spPr>
          <a:xfrm>
            <a:off x="-967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FFFFFF"/>
          </a:solidFill>
          <a:ln>
            <a:noFill/>
          </a:ln>
        </p:spPr>
      </p:sp>
      <p:sp>
        <p:nvSpPr>
          <p:cNvPr id="12" name="Google Shape;12;p2"/>
          <p:cNvSpPr txBox="1"/>
          <p:nvPr>
            <p:ph type="ctrTitle"/>
          </p:nvPr>
        </p:nvSpPr>
        <p:spPr>
          <a:xfrm>
            <a:off x="648300" y="3175950"/>
            <a:ext cx="3530700" cy="11820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spTree>
      <p:nvGrpSpPr>
        <p:cNvPr id="13" name="Shape 13"/>
        <p:cNvGrpSpPr/>
        <p:nvPr/>
      </p:nvGrpSpPr>
      <p:grpSpPr>
        <a:xfrm>
          <a:off x="0" y="0"/>
          <a:ext cx="0" cy="0"/>
          <a:chOff x="0" y="0"/>
          <a:chExt cx="0" cy="0"/>
        </a:xfrm>
      </p:grpSpPr>
      <p:sp>
        <p:nvSpPr>
          <p:cNvPr id="14" name="Google Shape;14;p3"/>
          <p:cNvSpPr/>
          <p:nvPr/>
        </p:nvSpPr>
        <p:spPr>
          <a:xfrm>
            <a:off x="21892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000000">
              <a:alpha val="7310"/>
            </a:srgbClr>
          </a:solidFill>
          <a:ln>
            <a:noFill/>
          </a:ln>
        </p:spPr>
      </p:sp>
      <p:sp>
        <p:nvSpPr>
          <p:cNvPr id="15" name="Google Shape;15;p3"/>
          <p:cNvSpPr/>
          <p:nvPr/>
        </p:nvSpPr>
        <p:spPr>
          <a:xfrm>
            <a:off x="-967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FFFFFF"/>
          </a:solidFill>
          <a:ln>
            <a:noFill/>
          </a:ln>
        </p:spPr>
      </p:sp>
      <p:sp>
        <p:nvSpPr>
          <p:cNvPr id="16" name="Google Shape;16;p3"/>
          <p:cNvSpPr txBox="1"/>
          <p:nvPr>
            <p:ph type="ctrTitle"/>
          </p:nvPr>
        </p:nvSpPr>
        <p:spPr>
          <a:xfrm>
            <a:off x="648300" y="1354750"/>
            <a:ext cx="3522300" cy="2989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p:txBody>
      </p:sp>
      <p:sp>
        <p:nvSpPr>
          <p:cNvPr id="17" name="Google Shape;17;p3"/>
          <p:cNvSpPr txBox="1"/>
          <p:nvPr>
            <p:ph idx="1" type="subTitle"/>
          </p:nvPr>
        </p:nvSpPr>
        <p:spPr>
          <a:xfrm>
            <a:off x="6724950" y="3265700"/>
            <a:ext cx="1906200" cy="1031700"/>
          </a:xfrm>
          <a:prstGeom prst="rect">
            <a:avLst/>
          </a:prstGeom>
        </p:spPr>
        <p:txBody>
          <a:bodyPr anchorCtr="0" anchor="b" bIns="91425" lIns="91425" spcFirstLastPara="1" rIns="91425" wrap="square" tIns="91425">
            <a:noAutofit/>
          </a:bodyPr>
          <a:lstStyle>
            <a:lvl1pPr lvl="0" rtl="0" algn="r">
              <a:spcBef>
                <a:spcPts val="0"/>
              </a:spcBef>
              <a:spcAft>
                <a:spcPts val="0"/>
              </a:spcAft>
              <a:buClr>
                <a:schemeClr val="lt1"/>
              </a:buClr>
              <a:buSzPts val="1800"/>
              <a:buNone/>
              <a:defRPr sz="1800">
                <a:solidFill>
                  <a:schemeClr val="lt1"/>
                </a:solidFill>
              </a:defRPr>
            </a:lvl1pPr>
            <a:lvl2pPr lvl="1" rtl="0" algn="r">
              <a:spcBef>
                <a:spcPts val="0"/>
              </a:spcBef>
              <a:spcAft>
                <a:spcPts val="0"/>
              </a:spcAft>
              <a:buClr>
                <a:schemeClr val="lt1"/>
              </a:buClr>
              <a:buSzPts val="1800"/>
              <a:buNone/>
              <a:defRPr sz="1800">
                <a:solidFill>
                  <a:schemeClr val="lt1"/>
                </a:solidFill>
              </a:defRPr>
            </a:lvl2pPr>
            <a:lvl3pPr lvl="2" rtl="0" algn="r">
              <a:spcBef>
                <a:spcPts val="0"/>
              </a:spcBef>
              <a:spcAft>
                <a:spcPts val="0"/>
              </a:spcAft>
              <a:buClr>
                <a:schemeClr val="lt1"/>
              </a:buClr>
              <a:buSzPts val="1800"/>
              <a:buNone/>
              <a:defRPr sz="1800">
                <a:solidFill>
                  <a:schemeClr val="lt1"/>
                </a:solidFill>
              </a:defRPr>
            </a:lvl3pPr>
            <a:lvl4pPr lvl="3" rtl="0" algn="r">
              <a:spcBef>
                <a:spcPts val="0"/>
              </a:spcBef>
              <a:spcAft>
                <a:spcPts val="0"/>
              </a:spcAft>
              <a:buClr>
                <a:schemeClr val="lt1"/>
              </a:buClr>
              <a:buSzPts val="1800"/>
              <a:buNone/>
              <a:defRPr sz="1800">
                <a:solidFill>
                  <a:schemeClr val="lt1"/>
                </a:solidFill>
              </a:defRPr>
            </a:lvl4pPr>
            <a:lvl5pPr lvl="4" rtl="0" algn="r">
              <a:spcBef>
                <a:spcPts val="0"/>
              </a:spcBef>
              <a:spcAft>
                <a:spcPts val="0"/>
              </a:spcAft>
              <a:buClr>
                <a:schemeClr val="lt1"/>
              </a:buClr>
              <a:buSzPts val="1800"/>
              <a:buNone/>
              <a:defRPr sz="1800">
                <a:solidFill>
                  <a:schemeClr val="lt1"/>
                </a:solidFill>
              </a:defRPr>
            </a:lvl5pPr>
            <a:lvl6pPr lvl="5" rtl="0" algn="r">
              <a:spcBef>
                <a:spcPts val="0"/>
              </a:spcBef>
              <a:spcAft>
                <a:spcPts val="0"/>
              </a:spcAft>
              <a:buClr>
                <a:schemeClr val="lt1"/>
              </a:buClr>
              <a:buSzPts val="1800"/>
              <a:buNone/>
              <a:defRPr sz="1800">
                <a:solidFill>
                  <a:schemeClr val="lt1"/>
                </a:solidFill>
              </a:defRPr>
            </a:lvl6pPr>
            <a:lvl7pPr lvl="6" rtl="0" algn="r">
              <a:spcBef>
                <a:spcPts val="0"/>
              </a:spcBef>
              <a:spcAft>
                <a:spcPts val="0"/>
              </a:spcAft>
              <a:buClr>
                <a:schemeClr val="lt1"/>
              </a:buClr>
              <a:buSzPts val="1800"/>
              <a:buNone/>
              <a:defRPr sz="1800">
                <a:solidFill>
                  <a:schemeClr val="lt1"/>
                </a:solidFill>
              </a:defRPr>
            </a:lvl7pPr>
            <a:lvl8pPr lvl="7" rtl="0" algn="r">
              <a:spcBef>
                <a:spcPts val="0"/>
              </a:spcBef>
              <a:spcAft>
                <a:spcPts val="0"/>
              </a:spcAft>
              <a:buClr>
                <a:schemeClr val="lt1"/>
              </a:buClr>
              <a:buSzPts val="1800"/>
              <a:buNone/>
              <a:defRPr sz="1800">
                <a:solidFill>
                  <a:schemeClr val="lt1"/>
                </a:solidFill>
              </a:defRPr>
            </a:lvl8pPr>
            <a:lvl9pPr lvl="8" rtl="0" algn="r">
              <a:spcBef>
                <a:spcPts val="0"/>
              </a:spcBef>
              <a:spcAft>
                <a:spcPts val="0"/>
              </a:spcAft>
              <a:buClr>
                <a:schemeClr val="lt1"/>
              </a:buClr>
              <a:buSzPts val="1800"/>
              <a:buNone/>
              <a:defRPr sz="1800">
                <a:solidFill>
                  <a:schemeClr val="lt1"/>
                </a:solidFill>
              </a:defRPr>
            </a:lvl9pPr>
          </a:lstStyle>
          <a:p/>
        </p:txBody>
      </p:sp>
      <p:sp>
        <p:nvSpPr>
          <p:cNvPr id="18" name="Google Shape;18;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 image">
  <p:cSld name="TITLE_1_2">
    <p:spTree>
      <p:nvGrpSpPr>
        <p:cNvPr id="19" name="Shape 19"/>
        <p:cNvGrpSpPr/>
        <p:nvPr/>
      </p:nvGrpSpPr>
      <p:grpSpPr>
        <a:xfrm>
          <a:off x="0" y="0"/>
          <a:ext cx="0" cy="0"/>
          <a:chOff x="0" y="0"/>
          <a:chExt cx="0" cy="0"/>
        </a:xfrm>
      </p:grpSpPr>
      <p:sp>
        <p:nvSpPr>
          <p:cNvPr id="20" name="Google Shape;20;p4"/>
          <p:cNvSpPr/>
          <p:nvPr/>
        </p:nvSpPr>
        <p:spPr>
          <a:xfrm>
            <a:off x="21892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000000">
              <a:alpha val="7310"/>
            </a:srgbClr>
          </a:solidFill>
          <a:ln>
            <a:noFill/>
          </a:ln>
        </p:spPr>
      </p:sp>
      <p:sp>
        <p:nvSpPr>
          <p:cNvPr id="21" name="Google Shape;21;p4"/>
          <p:cNvSpPr/>
          <p:nvPr/>
        </p:nvSpPr>
        <p:spPr>
          <a:xfrm>
            <a:off x="-9675" y="-9675"/>
            <a:ext cx="5276875" cy="5167075"/>
          </a:xfrm>
          <a:custGeom>
            <a:rect b="b" l="l" r="r" t="t"/>
            <a:pathLst>
              <a:path extrusionOk="0" h="206683" w="211075">
                <a:moveTo>
                  <a:pt x="387" y="0"/>
                </a:moveTo>
                <a:lnTo>
                  <a:pt x="0" y="206683"/>
                </a:lnTo>
                <a:lnTo>
                  <a:pt x="211075" y="206545"/>
                </a:lnTo>
                <a:lnTo>
                  <a:pt x="155812" y="301"/>
                </a:lnTo>
                <a:close/>
              </a:path>
            </a:pathLst>
          </a:custGeom>
          <a:solidFill>
            <a:srgbClr val="FFFFFF"/>
          </a:solidFill>
          <a:ln>
            <a:noFill/>
          </a:ln>
        </p:spPr>
      </p:sp>
      <p:sp>
        <p:nvSpPr>
          <p:cNvPr id="22" name="Google Shape;22;p4"/>
          <p:cNvSpPr txBox="1"/>
          <p:nvPr>
            <p:ph type="title"/>
          </p:nvPr>
        </p:nvSpPr>
        <p:spPr>
          <a:xfrm>
            <a:off x="838309" y="1807900"/>
            <a:ext cx="31482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23" name="Google Shape;23;p4"/>
          <p:cNvSpPr txBox="1"/>
          <p:nvPr>
            <p:ph idx="1" type="body"/>
          </p:nvPr>
        </p:nvSpPr>
        <p:spPr>
          <a:xfrm>
            <a:off x="838250" y="2419350"/>
            <a:ext cx="3148200" cy="2255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24" name="Google Shape;24;p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ig image">
  <p:cSld name="TITLE_1_2_1">
    <p:spTree>
      <p:nvGrpSpPr>
        <p:cNvPr id="25" name="Shape 25"/>
        <p:cNvGrpSpPr/>
        <p:nvPr/>
      </p:nvGrpSpPr>
      <p:grpSpPr>
        <a:xfrm>
          <a:off x="0" y="0"/>
          <a:ext cx="0" cy="0"/>
          <a:chOff x="0" y="0"/>
          <a:chExt cx="0" cy="0"/>
        </a:xfrm>
      </p:grpSpPr>
      <p:sp>
        <p:nvSpPr>
          <p:cNvPr id="26" name="Google Shape;26;p5"/>
          <p:cNvSpPr/>
          <p:nvPr/>
        </p:nvSpPr>
        <p:spPr>
          <a:xfrm>
            <a:off x="209250" y="-9675"/>
            <a:ext cx="3076750" cy="5167075"/>
          </a:xfrm>
          <a:custGeom>
            <a:rect b="b" l="l" r="r" t="t"/>
            <a:pathLst>
              <a:path extrusionOk="0" h="206683" w="123070">
                <a:moveTo>
                  <a:pt x="0" y="0"/>
                </a:moveTo>
                <a:lnTo>
                  <a:pt x="0" y="206683"/>
                </a:lnTo>
                <a:lnTo>
                  <a:pt x="123070" y="206545"/>
                </a:lnTo>
                <a:lnTo>
                  <a:pt x="67807" y="301"/>
                </a:lnTo>
                <a:close/>
              </a:path>
            </a:pathLst>
          </a:custGeom>
          <a:solidFill>
            <a:srgbClr val="000000">
              <a:alpha val="7310"/>
            </a:srgbClr>
          </a:solidFill>
          <a:ln>
            <a:noFill/>
          </a:ln>
        </p:spPr>
      </p:sp>
      <p:sp>
        <p:nvSpPr>
          <p:cNvPr id="27" name="Google Shape;27;p5"/>
          <p:cNvSpPr/>
          <p:nvPr/>
        </p:nvSpPr>
        <p:spPr>
          <a:xfrm>
            <a:off x="-19350" y="-9675"/>
            <a:ext cx="3076750" cy="5167075"/>
          </a:xfrm>
          <a:custGeom>
            <a:rect b="b" l="l" r="r" t="t"/>
            <a:pathLst>
              <a:path extrusionOk="0" h="206683" w="123070">
                <a:moveTo>
                  <a:pt x="0" y="0"/>
                </a:moveTo>
                <a:lnTo>
                  <a:pt x="0" y="206683"/>
                </a:lnTo>
                <a:lnTo>
                  <a:pt x="123070" y="206545"/>
                </a:lnTo>
                <a:lnTo>
                  <a:pt x="67807" y="301"/>
                </a:lnTo>
                <a:close/>
              </a:path>
            </a:pathLst>
          </a:custGeom>
          <a:solidFill>
            <a:srgbClr val="FFFFFF"/>
          </a:solidFill>
          <a:ln>
            <a:noFill/>
          </a:ln>
        </p:spPr>
      </p:sp>
      <p:sp>
        <p:nvSpPr>
          <p:cNvPr id="28" name="Google Shape;28;p5"/>
          <p:cNvSpPr txBox="1"/>
          <p:nvPr>
            <p:ph type="title"/>
          </p:nvPr>
        </p:nvSpPr>
        <p:spPr>
          <a:xfrm>
            <a:off x="609704" y="4116875"/>
            <a:ext cx="16098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29" name="Google Shape;29;p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
    <p:spTree>
      <p:nvGrpSpPr>
        <p:cNvPr id="30" name="Shape 30"/>
        <p:cNvGrpSpPr/>
        <p:nvPr/>
      </p:nvGrpSpPr>
      <p:grpSpPr>
        <a:xfrm>
          <a:off x="0" y="0"/>
          <a:ext cx="0" cy="0"/>
          <a:chOff x="0" y="0"/>
          <a:chExt cx="0" cy="0"/>
        </a:xfrm>
      </p:grpSpPr>
      <p:sp>
        <p:nvSpPr>
          <p:cNvPr id="31" name="Google Shape;31;p6"/>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32" name="Google Shape;32;p6"/>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33" name="Google Shape;33;p6"/>
          <p:cNvSpPr txBox="1"/>
          <p:nvPr/>
        </p:nvSpPr>
        <p:spPr>
          <a:xfrm>
            <a:off x="799645" y="697675"/>
            <a:ext cx="1957200" cy="65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0">
                <a:solidFill>
                  <a:srgbClr val="CCCCCC"/>
                </a:solidFill>
                <a:latin typeface="Montserrat"/>
                <a:ea typeface="Montserrat"/>
                <a:cs typeface="Montserrat"/>
                <a:sym typeface="Montserrat"/>
              </a:rPr>
              <a:t>“</a:t>
            </a:r>
            <a:endParaRPr sz="12000">
              <a:solidFill>
                <a:srgbClr val="CCCCCC"/>
              </a:solidFill>
              <a:latin typeface="Montserrat"/>
              <a:ea typeface="Montserrat"/>
              <a:cs typeface="Montserrat"/>
              <a:sym typeface="Montserrat"/>
            </a:endParaRPr>
          </a:p>
        </p:txBody>
      </p:sp>
      <p:sp>
        <p:nvSpPr>
          <p:cNvPr id="34" name="Google Shape;34;p6"/>
          <p:cNvSpPr txBox="1"/>
          <p:nvPr>
            <p:ph idx="1" type="body"/>
          </p:nvPr>
        </p:nvSpPr>
        <p:spPr>
          <a:xfrm>
            <a:off x="838250" y="1657350"/>
            <a:ext cx="5324100" cy="2255700"/>
          </a:xfrm>
          <a:prstGeom prst="rect">
            <a:avLst/>
          </a:prstGeom>
        </p:spPr>
        <p:txBody>
          <a:bodyPr anchorCtr="0" anchor="t" bIns="91425" lIns="91425" spcFirstLastPara="1" rIns="91425" wrap="square" tIns="91425">
            <a:noAutofit/>
          </a:bodyPr>
          <a:lstStyle>
            <a:lvl1pPr indent="-381000" lvl="0" marL="457200" rtl="0">
              <a:spcBef>
                <a:spcPts val="600"/>
              </a:spcBef>
              <a:spcAft>
                <a:spcPts val="0"/>
              </a:spcAft>
              <a:buSzPts val="2400"/>
              <a:buFont typeface="Montserrat"/>
              <a:buChar char="▸"/>
              <a:defRPr sz="2400">
                <a:latin typeface="Montserrat"/>
                <a:ea typeface="Montserrat"/>
                <a:cs typeface="Montserrat"/>
                <a:sym typeface="Montserrat"/>
              </a:defRPr>
            </a:lvl1pPr>
            <a:lvl2pPr indent="-381000" lvl="1" marL="914400" rtl="0">
              <a:spcBef>
                <a:spcPts val="0"/>
              </a:spcBef>
              <a:spcAft>
                <a:spcPts val="0"/>
              </a:spcAft>
              <a:buSzPts val="2400"/>
              <a:buFont typeface="Montserrat"/>
              <a:buChar char="▹"/>
              <a:defRPr sz="2400">
                <a:latin typeface="Montserrat"/>
                <a:ea typeface="Montserrat"/>
                <a:cs typeface="Montserrat"/>
                <a:sym typeface="Montserrat"/>
              </a:defRPr>
            </a:lvl2pPr>
            <a:lvl3pPr indent="-381000" lvl="2" marL="1371600" rtl="0">
              <a:spcBef>
                <a:spcPts val="0"/>
              </a:spcBef>
              <a:spcAft>
                <a:spcPts val="0"/>
              </a:spcAft>
              <a:buSzPts val="2400"/>
              <a:buFont typeface="Montserrat"/>
              <a:buChar char="▹"/>
              <a:defRPr sz="2400">
                <a:latin typeface="Montserrat"/>
                <a:ea typeface="Montserrat"/>
                <a:cs typeface="Montserrat"/>
                <a:sym typeface="Montserrat"/>
              </a:defRPr>
            </a:lvl3pPr>
            <a:lvl4pPr indent="-381000" lvl="3" marL="1828800" rtl="0">
              <a:spcBef>
                <a:spcPts val="0"/>
              </a:spcBef>
              <a:spcAft>
                <a:spcPts val="0"/>
              </a:spcAft>
              <a:buSzPts val="2400"/>
              <a:buFont typeface="Montserrat"/>
              <a:buChar char="●"/>
              <a:defRPr sz="2400">
                <a:latin typeface="Montserrat"/>
                <a:ea typeface="Montserrat"/>
                <a:cs typeface="Montserrat"/>
                <a:sym typeface="Montserrat"/>
              </a:defRPr>
            </a:lvl4pPr>
            <a:lvl5pPr indent="-381000" lvl="4" marL="2286000" rtl="0">
              <a:spcBef>
                <a:spcPts val="0"/>
              </a:spcBef>
              <a:spcAft>
                <a:spcPts val="0"/>
              </a:spcAft>
              <a:buSzPts val="2400"/>
              <a:buFont typeface="Montserrat"/>
              <a:buChar char="○"/>
              <a:defRPr sz="2400">
                <a:latin typeface="Montserrat"/>
                <a:ea typeface="Montserrat"/>
                <a:cs typeface="Montserrat"/>
                <a:sym typeface="Montserrat"/>
              </a:defRPr>
            </a:lvl5pPr>
            <a:lvl6pPr indent="-381000" lvl="5" marL="2743200" rtl="0">
              <a:spcBef>
                <a:spcPts val="0"/>
              </a:spcBef>
              <a:spcAft>
                <a:spcPts val="0"/>
              </a:spcAft>
              <a:buSzPts val="2400"/>
              <a:buFont typeface="Montserrat"/>
              <a:buChar char="■"/>
              <a:defRPr sz="2400">
                <a:latin typeface="Montserrat"/>
                <a:ea typeface="Montserrat"/>
                <a:cs typeface="Montserrat"/>
                <a:sym typeface="Montserrat"/>
              </a:defRPr>
            </a:lvl6pPr>
            <a:lvl7pPr indent="-381000" lvl="6" marL="3200400" rtl="0">
              <a:spcBef>
                <a:spcPts val="0"/>
              </a:spcBef>
              <a:spcAft>
                <a:spcPts val="0"/>
              </a:spcAft>
              <a:buSzPts val="2400"/>
              <a:buFont typeface="Montserrat"/>
              <a:buChar char="●"/>
              <a:defRPr sz="2400">
                <a:latin typeface="Montserrat"/>
                <a:ea typeface="Montserrat"/>
                <a:cs typeface="Montserrat"/>
                <a:sym typeface="Montserrat"/>
              </a:defRPr>
            </a:lvl7pPr>
            <a:lvl8pPr indent="-381000" lvl="7" marL="3657600" rtl="0">
              <a:spcBef>
                <a:spcPts val="0"/>
              </a:spcBef>
              <a:spcAft>
                <a:spcPts val="0"/>
              </a:spcAft>
              <a:buSzPts val="2400"/>
              <a:buFont typeface="Montserrat"/>
              <a:buChar char="○"/>
              <a:defRPr sz="2400">
                <a:latin typeface="Montserrat"/>
                <a:ea typeface="Montserrat"/>
                <a:cs typeface="Montserrat"/>
                <a:sym typeface="Montserrat"/>
              </a:defRPr>
            </a:lvl8pPr>
            <a:lvl9pPr indent="-381000" lvl="8" marL="4114800" rtl="0">
              <a:spcBef>
                <a:spcPts val="0"/>
              </a:spcBef>
              <a:spcAft>
                <a:spcPts val="0"/>
              </a:spcAft>
              <a:buSzPts val="2400"/>
              <a:buFont typeface="Montserrat"/>
              <a:buChar char="■"/>
              <a:defRPr sz="2400">
                <a:latin typeface="Montserrat"/>
                <a:ea typeface="Montserrat"/>
                <a:cs typeface="Montserrat"/>
                <a:sym typeface="Montserrat"/>
              </a:defRPr>
            </a:lvl9pPr>
          </a:lstStyle>
          <a:p/>
        </p:txBody>
      </p:sp>
      <p:sp>
        <p:nvSpPr>
          <p:cNvPr id="35" name="Google Shape;35;p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atin typeface="Montserrat"/>
                <a:ea typeface="Montserrat"/>
                <a:cs typeface="Montserrat"/>
                <a:sym typeface="Montserrat"/>
              </a:defRPr>
            </a:lvl1pPr>
            <a:lvl2pPr lvl="1">
              <a:buNone/>
              <a:defRPr>
                <a:latin typeface="Montserrat"/>
                <a:ea typeface="Montserrat"/>
                <a:cs typeface="Montserrat"/>
                <a:sym typeface="Montserrat"/>
              </a:defRPr>
            </a:lvl2pPr>
            <a:lvl3pPr lvl="2">
              <a:buNone/>
              <a:defRPr>
                <a:latin typeface="Montserrat"/>
                <a:ea typeface="Montserrat"/>
                <a:cs typeface="Montserrat"/>
                <a:sym typeface="Montserrat"/>
              </a:defRPr>
            </a:lvl3pPr>
            <a:lvl4pPr lvl="3">
              <a:buNone/>
              <a:defRPr>
                <a:latin typeface="Montserrat"/>
                <a:ea typeface="Montserrat"/>
                <a:cs typeface="Montserrat"/>
                <a:sym typeface="Montserrat"/>
              </a:defRPr>
            </a:lvl4pPr>
            <a:lvl5pPr lvl="4">
              <a:buNone/>
              <a:defRPr>
                <a:latin typeface="Montserrat"/>
                <a:ea typeface="Montserrat"/>
                <a:cs typeface="Montserrat"/>
                <a:sym typeface="Montserrat"/>
              </a:defRPr>
            </a:lvl5pPr>
            <a:lvl6pPr lvl="5">
              <a:buNone/>
              <a:defRPr>
                <a:latin typeface="Montserrat"/>
                <a:ea typeface="Montserrat"/>
                <a:cs typeface="Montserrat"/>
                <a:sym typeface="Montserrat"/>
              </a:defRPr>
            </a:lvl6pPr>
            <a:lvl7pPr lvl="6">
              <a:buNone/>
              <a:defRPr>
                <a:latin typeface="Montserrat"/>
                <a:ea typeface="Montserrat"/>
                <a:cs typeface="Montserrat"/>
                <a:sym typeface="Montserrat"/>
              </a:defRPr>
            </a:lvl7pPr>
            <a:lvl8pPr lvl="7">
              <a:buNone/>
              <a:defRPr>
                <a:latin typeface="Montserrat"/>
                <a:ea typeface="Montserrat"/>
                <a:cs typeface="Montserrat"/>
                <a:sym typeface="Montserrat"/>
              </a:defRPr>
            </a:lvl8pPr>
            <a:lvl9pPr lvl="8">
              <a:buNone/>
              <a:defRPr>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1 column" type="tx">
  <p:cSld name="TITLE_AND_BODY">
    <p:spTree>
      <p:nvGrpSpPr>
        <p:cNvPr id="36" name="Shape 36"/>
        <p:cNvGrpSpPr/>
        <p:nvPr/>
      </p:nvGrpSpPr>
      <p:grpSpPr>
        <a:xfrm>
          <a:off x="0" y="0"/>
          <a:ext cx="0" cy="0"/>
          <a:chOff x="0" y="0"/>
          <a:chExt cx="0" cy="0"/>
        </a:xfrm>
      </p:grpSpPr>
      <p:sp>
        <p:nvSpPr>
          <p:cNvPr id="37" name="Google Shape;37;p7"/>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38" name="Google Shape;38;p7"/>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39" name="Google Shape;39;p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0" name="Google Shape;40;p7"/>
          <p:cNvSpPr txBox="1"/>
          <p:nvPr>
            <p:ph idx="1" type="body"/>
          </p:nvPr>
        </p:nvSpPr>
        <p:spPr>
          <a:xfrm>
            <a:off x="838250" y="1504950"/>
            <a:ext cx="5324100" cy="22557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1" name="Google Shape;41;p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42" name="Shape 42"/>
        <p:cNvGrpSpPr/>
        <p:nvPr/>
      </p:nvGrpSpPr>
      <p:grpSpPr>
        <a:xfrm>
          <a:off x="0" y="0"/>
          <a:ext cx="0" cy="0"/>
          <a:chOff x="0" y="0"/>
          <a:chExt cx="0" cy="0"/>
        </a:xfrm>
      </p:grpSpPr>
      <p:sp>
        <p:nvSpPr>
          <p:cNvPr id="43" name="Google Shape;43;p8"/>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44" name="Google Shape;44;p8"/>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45" name="Google Shape;45;p8"/>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46" name="Google Shape;46;p8"/>
          <p:cNvSpPr txBox="1"/>
          <p:nvPr>
            <p:ph idx="1" type="body"/>
          </p:nvPr>
        </p:nvSpPr>
        <p:spPr>
          <a:xfrm>
            <a:off x="841001" y="1578025"/>
            <a:ext cx="2671800" cy="24333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7" name="Google Shape;47;p8"/>
          <p:cNvSpPr txBox="1"/>
          <p:nvPr>
            <p:ph idx="2" type="body"/>
          </p:nvPr>
        </p:nvSpPr>
        <p:spPr>
          <a:xfrm>
            <a:off x="3673842" y="1578025"/>
            <a:ext cx="2671800" cy="2433300"/>
          </a:xfrm>
          <a:prstGeom prst="rect">
            <a:avLst/>
          </a:prstGeom>
        </p:spPr>
        <p:txBody>
          <a:bodyPr anchorCtr="0" anchor="t" bIns="91425" lIns="91425" spcFirstLastPara="1" rIns="91425" wrap="square" tIns="91425">
            <a:noAutofit/>
          </a:bodyPr>
          <a:lstStyle>
            <a:lvl1pPr indent="-355600" lvl="0" marL="457200">
              <a:spcBef>
                <a:spcPts val="600"/>
              </a:spcBef>
              <a:spcAft>
                <a:spcPts val="0"/>
              </a:spcAft>
              <a:buSzPts val="2000"/>
              <a:buChar char="▸"/>
              <a:defRPr/>
            </a:lvl1pPr>
            <a:lvl2pPr indent="-355600" lvl="1" marL="914400">
              <a:spcBef>
                <a:spcPts val="0"/>
              </a:spcBef>
              <a:spcAft>
                <a:spcPts val="0"/>
              </a:spcAft>
              <a:buSzPts val="2000"/>
              <a:buChar char="▹"/>
              <a:defRPr/>
            </a:lvl2pPr>
            <a:lvl3pPr indent="-355600" lvl="2" marL="1371600">
              <a:spcBef>
                <a:spcPts val="0"/>
              </a:spcBef>
              <a:spcAft>
                <a:spcPts val="0"/>
              </a:spcAft>
              <a:buSzPts val="2000"/>
              <a:buChar char="▹"/>
              <a:defRPr/>
            </a:lvl3pPr>
            <a:lvl4pPr indent="-355600" lvl="3" marL="1828800">
              <a:spcBef>
                <a:spcPts val="0"/>
              </a:spcBef>
              <a:spcAft>
                <a:spcPts val="0"/>
              </a:spcAft>
              <a:buSzPts val="2000"/>
              <a:buChar char="●"/>
              <a:defRPr/>
            </a:lvl4pPr>
            <a:lvl5pPr indent="-355600" lvl="4" marL="2286000">
              <a:spcBef>
                <a:spcPts val="0"/>
              </a:spcBef>
              <a:spcAft>
                <a:spcPts val="0"/>
              </a:spcAft>
              <a:buSzPts val="2000"/>
              <a:buChar char="○"/>
              <a:defRPr/>
            </a:lvl5pPr>
            <a:lvl6pPr indent="-355600" lvl="5" marL="2743200">
              <a:spcBef>
                <a:spcPts val="0"/>
              </a:spcBef>
              <a:spcAft>
                <a:spcPts val="0"/>
              </a:spcAft>
              <a:buSzPts val="2000"/>
              <a:buChar char="■"/>
              <a:defRPr/>
            </a:lvl6pPr>
            <a:lvl7pPr indent="-355600" lvl="6" marL="3200400">
              <a:spcBef>
                <a:spcPts val="0"/>
              </a:spcBef>
              <a:spcAft>
                <a:spcPts val="0"/>
              </a:spcAft>
              <a:buSzPts val="2000"/>
              <a:buChar char="●"/>
              <a:defRPr/>
            </a:lvl7pPr>
            <a:lvl8pPr indent="-355600" lvl="7" marL="3657600">
              <a:spcBef>
                <a:spcPts val="0"/>
              </a:spcBef>
              <a:spcAft>
                <a:spcPts val="0"/>
              </a:spcAft>
              <a:buSzPts val="2000"/>
              <a:buChar char="○"/>
              <a:defRPr/>
            </a:lvl8pPr>
            <a:lvl9pPr indent="-355600" lvl="8" marL="4114800">
              <a:spcBef>
                <a:spcPts val="0"/>
              </a:spcBef>
              <a:spcAft>
                <a:spcPts val="0"/>
              </a:spcAft>
              <a:buSzPts val="2000"/>
              <a:buChar char="■"/>
              <a:defRPr/>
            </a:lvl9pPr>
          </a:lstStyle>
          <a:p/>
        </p:txBody>
      </p:sp>
      <p:sp>
        <p:nvSpPr>
          <p:cNvPr id="48" name="Google Shape;48;p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body +2 columns">
  <p:cSld name="TITLE_AND_TWO_COLUMNS_2">
    <p:spTree>
      <p:nvGrpSpPr>
        <p:cNvPr id="49" name="Shape 49"/>
        <p:cNvGrpSpPr/>
        <p:nvPr/>
      </p:nvGrpSpPr>
      <p:grpSpPr>
        <a:xfrm>
          <a:off x="0" y="0"/>
          <a:ext cx="0" cy="0"/>
          <a:chOff x="0" y="0"/>
          <a:chExt cx="0" cy="0"/>
        </a:xfrm>
      </p:grpSpPr>
      <p:sp>
        <p:nvSpPr>
          <p:cNvPr id="50" name="Google Shape;50;p9"/>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51" name="Google Shape;51;p9"/>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52" name="Google Shape;52;p9"/>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53" name="Google Shape;53;p9"/>
          <p:cNvSpPr txBox="1"/>
          <p:nvPr>
            <p:ph idx="1" type="body"/>
          </p:nvPr>
        </p:nvSpPr>
        <p:spPr>
          <a:xfrm>
            <a:off x="841000" y="2912023"/>
            <a:ext cx="2671800" cy="1837800"/>
          </a:xfrm>
          <a:prstGeom prst="rect">
            <a:avLst/>
          </a:prstGeom>
        </p:spPr>
        <p:txBody>
          <a:bodyPr anchorCtr="0" anchor="t" bIns="91425" lIns="91425" spcFirstLastPara="1" rIns="91425" wrap="square" tIns="91425">
            <a:noAutofit/>
          </a:bodyPr>
          <a:lstStyle>
            <a:lvl1pPr indent="-323850" lvl="0" marL="457200" rtl="0">
              <a:spcBef>
                <a:spcPts val="600"/>
              </a:spcBef>
              <a:spcAft>
                <a:spcPts val="0"/>
              </a:spcAft>
              <a:buSzPts val="1500"/>
              <a:buChar char="▸"/>
              <a:defRPr sz="15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54" name="Google Shape;54;p9"/>
          <p:cNvSpPr txBox="1"/>
          <p:nvPr>
            <p:ph idx="2" type="body"/>
          </p:nvPr>
        </p:nvSpPr>
        <p:spPr>
          <a:xfrm>
            <a:off x="3673850" y="2912023"/>
            <a:ext cx="2671800" cy="1837800"/>
          </a:xfrm>
          <a:prstGeom prst="rect">
            <a:avLst/>
          </a:prstGeom>
        </p:spPr>
        <p:txBody>
          <a:bodyPr anchorCtr="0" anchor="t" bIns="91425" lIns="91425" spcFirstLastPara="1" rIns="91425" wrap="square" tIns="91425">
            <a:noAutofit/>
          </a:bodyPr>
          <a:lstStyle>
            <a:lvl1pPr indent="-323850" lvl="0" marL="457200" rtl="0">
              <a:spcBef>
                <a:spcPts val="600"/>
              </a:spcBef>
              <a:spcAft>
                <a:spcPts val="0"/>
              </a:spcAft>
              <a:buSzPts val="1500"/>
              <a:buChar char="▸"/>
              <a:defRPr sz="1500"/>
            </a:lvl1pPr>
            <a:lvl2pPr indent="-323850" lvl="1" marL="914400" rtl="0">
              <a:spcBef>
                <a:spcPts val="0"/>
              </a:spcBef>
              <a:spcAft>
                <a:spcPts val="0"/>
              </a:spcAft>
              <a:buSzPts val="1500"/>
              <a:buChar char="▹"/>
              <a:defRPr sz="1500"/>
            </a:lvl2pPr>
            <a:lvl3pPr indent="-323850" lvl="2" marL="1371600" rtl="0">
              <a:spcBef>
                <a:spcPts val="0"/>
              </a:spcBef>
              <a:spcAft>
                <a:spcPts val="0"/>
              </a:spcAft>
              <a:buSzPts val="1500"/>
              <a:buChar char="▹"/>
              <a:defRPr sz="1500"/>
            </a:lvl3pPr>
            <a:lvl4pPr indent="-323850" lvl="3" marL="1828800" rtl="0">
              <a:spcBef>
                <a:spcPts val="0"/>
              </a:spcBef>
              <a:spcAft>
                <a:spcPts val="0"/>
              </a:spcAft>
              <a:buSzPts val="1500"/>
              <a:buChar char="●"/>
              <a:defRPr sz="1500"/>
            </a:lvl4pPr>
            <a:lvl5pPr indent="-323850" lvl="4" marL="2286000" rtl="0">
              <a:spcBef>
                <a:spcPts val="0"/>
              </a:spcBef>
              <a:spcAft>
                <a:spcPts val="0"/>
              </a:spcAft>
              <a:buSzPts val="1500"/>
              <a:buChar char="○"/>
              <a:defRPr sz="1500"/>
            </a:lvl5pPr>
            <a:lvl6pPr indent="-323850" lvl="5" marL="2743200" rtl="0">
              <a:spcBef>
                <a:spcPts val="0"/>
              </a:spcBef>
              <a:spcAft>
                <a:spcPts val="0"/>
              </a:spcAft>
              <a:buSzPts val="1500"/>
              <a:buChar char="■"/>
              <a:defRPr sz="1500"/>
            </a:lvl6pPr>
            <a:lvl7pPr indent="-323850" lvl="6" marL="3200400" rtl="0">
              <a:spcBef>
                <a:spcPts val="0"/>
              </a:spcBef>
              <a:spcAft>
                <a:spcPts val="0"/>
              </a:spcAft>
              <a:buSzPts val="1500"/>
              <a:buChar char="●"/>
              <a:defRPr sz="1500"/>
            </a:lvl7pPr>
            <a:lvl8pPr indent="-323850" lvl="7" marL="3657600" rtl="0">
              <a:spcBef>
                <a:spcPts val="0"/>
              </a:spcBef>
              <a:spcAft>
                <a:spcPts val="0"/>
              </a:spcAft>
              <a:buSzPts val="1500"/>
              <a:buChar char="○"/>
              <a:defRPr sz="1500"/>
            </a:lvl8pPr>
            <a:lvl9pPr indent="-323850" lvl="8" marL="4114800" rtl="0">
              <a:spcBef>
                <a:spcPts val="0"/>
              </a:spcBef>
              <a:spcAft>
                <a:spcPts val="0"/>
              </a:spcAft>
              <a:buSzPts val="1500"/>
              <a:buChar char="■"/>
              <a:defRPr sz="1500"/>
            </a:lvl9pPr>
          </a:lstStyle>
          <a:p/>
        </p:txBody>
      </p:sp>
      <p:sp>
        <p:nvSpPr>
          <p:cNvPr id="55" name="Google Shape;55;p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6" name="Google Shape;56;p9"/>
          <p:cNvSpPr txBox="1"/>
          <p:nvPr>
            <p:ph idx="3" type="body"/>
          </p:nvPr>
        </p:nvSpPr>
        <p:spPr>
          <a:xfrm>
            <a:off x="838250" y="1504950"/>
            <a:ext cx="5507400" cy="12360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57" name="Shape 57"/>
        <p:cNvGrpSpPr/>
        <p:nvPr/>
      </p:nvGrpSpPr>
      <p:grpSpPr>
        <a:xfrm>
          <a:off x="0" y="0"/>
          <a:ext cx="0" cy="0"/>
          <a:chOff x="0" y="0"/>
          <a:chExt cx="0" cy="0"/>
        </a:xfrm>
      </p:grpSpPr>
      <p:sp>
        <p:nvSpPr>
          <p:cNvPr id="58" name="Google Shape;58;p10"/>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59" name="Google Shape;59;p10"/>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60" name="Google Shape;60;p10"/>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61" name="Google Shape;61;p10"/>
          <p:cNvSpPr txBox="1"/>
          <p:nvPr>
            <p:ph idx="1" type="body"/>
          </p:nvPr>
        </p:nvSpPr>
        <p:spPr>
          <a:xfrm>
            <a:off x="841000" y="1600975"/>
            <a:ext cx="2094900" cy="2410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2" name="Google Shape;62;p10"/>
          <p:cNvSpPr txBox="1"/>
          <p:nvPr>
            <p:ph idx="2" type="body"/>
          </p:nvPr>
        </p:nvSpPr>
        <p:spPr>
          <a:xfrm>
            <a:off x="3043281" y="1600975"/>
            <a:ext cx="2094900" cy="2410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3" name="Google Shape;63;p10"/>
          <p:cNvSpPr txBox="1"/>
          <p:nvPr>
            <p:ph idx="3" type="body"/>
          </p:nvPr>
        </p:nvSpPr>
        <p:spPr>
          <a:xfrm>
            <a:off x="5245562" y="1600975"/>
            <a:ext cx="2094900" cy="24105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64" name="Google Shape;64;p1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5" name="Shape 65"/>
        <p:cNvGrpSpPr/>
        <p:nvPr/>
      </p:nvGrpSpPr>
      <p:grpSpPr>
        <a:xfrm>
          <a:off x="0" y="0"/>
          <a:ext cx="0" cy="0"/>
          <a:chOff x="0" y="0"/>
          <a:chExt cx="0" cy="0"/>
        </a:xfrm>
      </p:grpSpPr>
      <p:sp>
        <p:nvSpPr>
          <p:cNvPr id="66" name="Google Shape;66;p11"/>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67" name="Google Shape;67;p11"/>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68" name="Google Shape;68;p11"/>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a:lvl1pPr>
            <a:lvl2pPr lvl="1">
              <a:spcBef>
                <a:spcPts val="0"/>
              </a:spcBef>
              <a:spcAft>
                <a:spcPts val="0"/>
              </a:spcAft>
              <a:buSzPts val="2400"/>
              <a:buNone/>
              <a:defRPr/>
            </a:lvl2pPr>
            <a:lvl3pPr lvl="2">
              <a:spcBef>
                <a:spcPts val="0"/>
              </a:spcBef>
              <a:spcAft>
                <a:spcPts val="0"/>
              </a:spcAft>
              <a:buSzPts val="2400"/>
              <a:buNone/>
              <a:defRPr/>
            </a:lvl3pPr>
            <a:lvl4pPr lvl="3">
              <a:spcBef>
                <a:spcPts val="0"/>
              </a:spcBef>
              <a:spcAft>
                <a:spcPts val="0"/>
              </a:spcAft>
              <a:buSzPts val="2400"/>
              <a:buNone/>
              <a:defRPr/>
            </a:lvl4pPr>
            <a:lvl5pPr lvl="4">
              <a:spcBef>
                <a:spcPts val="0"/>
              </a:spcBef>
              <a:spcAft>
                <a:spcPts val="0"/>
              </a:spcAft>
              <a:buSzPts val="2400"/>
              <a:buNone/>
              <a:defRPr/>
            </a:lvl5pPr>
            <a:lvl6pPr lvl="5">
              <a:spcBef>
                <a:spcPts val="0"/>
              </a:spcBef>
              <a:spcAft>
                <a:spcPts val="0"/>
              </a:spcAft>
              <a:buSzPts val="2400"/>
              <a:buNone/>
              <a:defRPr/>
            </a:lvl6pPr>
            <a:lvl7pPr lvl="6">
              <a:spcBef>
                <a:spcPts val="0"/>
              </a:spcBef>
              <a:spcAft>
                <a:spcPts val="0"/>
              </a:spcAft>
              <a:buSzPts val="2400"/>
              <a:buNone/>
              <a:defRPr/>
            </a:lvl7pPr>
            <a:lvl8pPr lvl="7">
              <a:spcBef>
                <a:spcPts val="0"/>
              </a:spcBef>
              <a:spcAft>
                <a:spcPts val="0"/>
              </a:spcAft>
              <a:buSzPts val="2400"/>
              <a:buNone/>
              <a:defRPr/>
            </a:lvl8pPr>
            <a:lvl9pPr lvl="8">
              <a:spcBef>
                <a:spcPts val="0"/>
              </a:spcBef>
              <a:spcAft>
                <a:spcPts val="0"/>
              </a:spcAft>
              <a:buSzPts val="2400"/>
              <a:buNone/>
              <a:defRPr/>
            </a:lvl9pPr>
          </a:lstStyle>
          <a:p/>
        </p:txBody>
      </p:sp>
      <p:sp>
        <p:nvSpPr>
          <p:cNvPr id="69" name="Google Shape;69;p1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2"/>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72" name="Google Shape;72;p12"/>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73" name="Google Shape;73;p12"/>
          <p:cNvSpPr txBox="1"/>
          <p:nvPr>
            <p:ph idx="1" type="body"/>
          </p:nvPr>
        </p:nvSpPr>
        <p:spPr>
          <a:xfrm>
            <a:off x="841000" y="4025300"/>
            <a:ext cx="7845900" cy="519600"/>
          </a:xfrm>
          <a:prstGeom prst="rect">
            <a:avLst/>
          </a:prstGeom>
        </p:spPr>
        <p:txBody>
          <a:bodyPr anchorCtr="0" anchor="b" bIns="91425" lIns="91425" spcFirstLastPara="1" rIns="91425" wrap="square" tIns="91425">
            <a:noAutofit/>
          </a:bodyPr>
          <a:lstStyle>
            <a:lvl1pPr indent="-228600" lvl="0" marL="457200">
              <a:spcBef>
                <a:spcPts val="360"/>
              </a:spcBef>
              <a:spcAft>
                <a:spcPts val="0"/>
              </a:spcAft>
              <a:buSzPts val="2000"/>
              <a:buNone/>
              <a:defRPr/>
            </a:lvl1pPr>
          </a:lstStyle>
          <a:p/>
        </p:txBody>
      </p:sp>
      <p:sp>
        <p:nvSpPr>
          <p:cNvPr id="74" name="Google Shape;74;p1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3"/>
          <p:cNvSpPr/>
          <p:nvPr/>
        </p:nvSpPr>
        <p:spPr>
          <a:xfrm>
            <a:off x="22860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77" name="Google Shape;77;p13"/>
          <p:cNvSpPr/>
          <p:nvPr/>
        </p:nvSpPr>
        <p:spPr>
          <a:xfrm>
            <a:off x="0" y="-10437"/>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sp>
        <p:nvSpPr>
          <p:cNvPr id="78" name="Google Shape;78;p1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er">
  <p:cSld name="BLANK_1">
    <p:spTree>
      <p:nvGrpSpPr>
        <p:cNvPr id="79" name="Shape 79"/>
        <p:cNvGrpSpPr/>
        <p:nvPr/>
      </p:nvGrpSpPr>
      <p:grpSpPr>
        <a:xfrm>
          <a:off x="0" y="0"/>
          <a:ext cx="0" cy="0"/>
          <a:chOff x="0" y="0"/>
          <a:chExt cx="0" cy="0"/>
        </a:xfrm>
      </p:grpSpPr>
      <p:sp>
        <p:nvSpPr>
          <p:cNvPr id="80" name="Google Shape;80;p1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4"/>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4"/>
          <p:cNvSpPr txBox="1"/>
          <p:nvPr>
            <p:ph type="title"/>
          </p:nvPr>
        </p:nvSpPr>
        <p:spPr>
          <a:xfrm>
            <a:off x="529500" y="556000"/>
            <a:ext cx="8085000" cy="4857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2400"/>
              <a:buNone/>
              <a:defRPr>
                <a:solidFill>
                  <a:schemeClr val="dk1"/>
                </a:solidFill>
              </a:defRPr>
            </a:lvl1pPr>
            <a:lvl2pPr lvl="1" rtl="0" algn="ctr">
              <a:spcBef>
                <a:spcPts val="0"/>
              </a:spcBef>
              <a:spcAft>
                <a:spcPts val="0"/>
              </a:spcAft>
              <a:buSzPts val="2400"/>
              <a:buNone/>
              <a:defRPr/>
            </a:lvl2pPr>
            <a:lvl3pPr lvl="2" rtl="0" algn="ctr">
              <a:spcBef>
                <a:spcPts val="0"/>
              </a:spcBef>
              <a:spcAft>
                <a:spcPts val="0"/>
              </a:spcAft>
              <a:buSzPts val="2400"/>
              <a:buNone/>
              <a:defRPr/>
            </a:lvl3pPr>
            <a:lvl4pPr lvl="3" rtl="0" algn="ctr">
              <a:spcBef>
                <a:spcPts val="0"/>
              </a:spcBef>
              <a:spcAft>
                <a:spcPts val="0"/>
              </a:spcAft>
              <a:buSzPts val="2400"/>
              <a:buNone/>
              <a:defRPr/>
            </a:lvl4pPr>
            <a:lvl5pPr lvl="4" rtl="0" algn="ctr">
              <a:spcBef>
                <a:spcPts val="0"/>
              </a:spcBef>
              <a:spcAft>
                <a:spcPts val="0"/>
              </a:spcAft>
              <a:buSzPts val="2400"/>
              <a:buNone/>
              <a:defRPr/>
            </a:lvl5pPr>
            <a:lvl6pPr lvl="5" rtl="0" algn="ctr">
              <a:spcBef>
                <a:spcPts val="0"/>
              </a:spcBef>
              <a:spcAft>
                <a:spcPts val="0"/>
              </a:spcAft>
              <a:buSzPts val="2400"/>
              <a:buNone/>
              <a:defRPr/>
            </a:lvl6pPr>
            <a:lvl7pPr lvl="6" rtl="0" algn="ctr">
              <a:spcBef>
                <a:spcPts val="0"/>
              </a:spcBef>
              <a:spcAft>
                <a:spcPts val="0"/>
              </a:spcAft>
              <a:buSzPts val="2400"/>
              <a:buNone/>
              <a:defRPr/>
            </a:lvl7pPr>
            <a:lvl8pPr lvl="7" rtl="0" algn="ctr">
              <a:spcBef>
                <a:spcPts val="0"/>
              </a:spcBef>
              <a:spcAft>
                <a:spcPts val="0"/>
              </a:spcAft>
              <a:buSzPts val="2400"/>
              <a:buNone/>
              <a:defRPr/>
            </a:lvl8pPr>
            <a:lvl9pPr lvl="8" rtl="0" algn="ctr">
              <a:spcBef>
                <a:spcPts val="0"/>
              </a:spcBef>
              <a:spcAft>
                <a:spcPts val="0"/>
              </a:spcAft>
              <a:buSzPts val="2400"/>
              <a:buNone/>
              <a:defRPr/>
            </a:lvl9pPr>
          </a:lstStyle>
          <a:p/>
        </p:txBody>
      </p:sp>
      <p:sp>
        <p:nvSpPr>
          <p:cNvPr id="83" name="Google Shape;83;p14"/>
          <p:cNvSpPr txBox="1"/>
          <p:nvPr>
            <p:ph idx="1" type="body"/>
          </p:nvPr>
        </p:nvSpPr>
        <p:spPr>
          <a:xfrm>
            <a:off x="301525" y="1515201"/>
            <a:ext cx="3979200" cy="28419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SzPts val="1600"/>
              <a:buChar char="▸"/>
              <a:defRPr sz="1600"/>
            </a:lvl1pPr>
            <a:lvl2pPr indent="-330200" lvl="1" marL="914400" rtl="0">
              <a:spcBef>
                <a:spcPts val="0"/>
              </a:spcBef>
              <a:spcAft>
                <a:spcPts val="0"/>
              </a:spcAft>
              <a:buSzPts val="1600"/>
              <a:buChar char="▹"/>
              <a:defRPr sz="1600"/>
            </a:lvl2pPr>
            <a:lvl3pPr indent="-330200" lvl="2" marL="1371600" rtl="0">
              <a:spcBef>
                <a:spcPts val="0"/>
              </a:spcBef>
              <a:spcAft>
                <a:spcPts val="0"/>
              </a:spcAft>
              <a:buSzPts val="1600"/>
              <a:buChar char="▹"/>
              <a:defRPr sz="1600"/>
            </a:lvl3pPr>
            <a:lvl4pPr indent="-330200" lvl="3" marL="1828800" rtl="0">
              <a:spcBef>
                <a:spcPts val="0"/>
              </a:spcBef>
              <a:spcAft>
                <a:spcPts val="0"/>
              </a:spcAft>
              <a:buSzPts val="1600"/>
              <a:buChar char="●"/>
              <a:defRPr sz="1600"/>
            </a:lvl4pPr>
            <a:lvl5pPr indent="-330200" lvl="4" marL="2286000" rtl="0">
              <a:spcBef>
                <a:spcPts val="0"/>
              </a:spcBef>
              <a:spcAft>
                <a:spcPts val="0"/>
              </a:spcAft>
              <a:buSzPts val="1600"/>
              <a:buChar char="○"/>
              <a:defRPr sz="1600"/>
            </a:lvl5pPr>
            <a:lvl6pPr indent="-330200" lvl="5" marL="2743200" rtl="0">
              <a:spcBef>
                <a:spcPts val="0"/>
              </a:spcBef>
              <a:spcAft>
                <a:spcPts val="0"/>
              </a:spcAft>
              <a:buSzPts val="1600"/>
              <a:buChar char="■"/>
              <a:defRPr sz="1600"/>
            </a:lvl6pPr>
            <a:lvl7pPr indent="-330200" lvl="6" marL="3200400" rtl="0">
              <a:spcBef>
                <a:spcPts val="0"/>
              </a:spcBef>
              <a:spcAft>
                <a:spcPts val="0"/>
              </a:spcAft>
              <a:buSzPts val="1600"/>
              <a:buChar char="●"/>
              <a:defRPr sz="1600"/>
            </a:lvl7pPr>
            <a:lvl8pPr indent="-330200" lvl="7" marL="3657600" rtl="0">
              <a:spcBef>
                <a:spcPts val="0"/>
              </a:spcBef>
              <a:spcAft>
                <a:spcPts val="0"/>
              </a:spcAft>
              <a:buSzPts val="1600"/>
              <a:buChar char="○"/>
              <a:defRPr sz="1600"/>
            </a:lvl8pPr>
            <a:lvl9pPr indent="-330200" lvl="8" marL="4114800" rtl="0">
              <a:spcBef>
                <a:spcPts val="0"/>
              </a:spcBef>
              <a:spcAft>
                <a:spcPts val="0"/>
              </a:spcAft>
              <a:buSzPts val="1600"/>
              <a:buChar char="■"/>
              <a:defRPr sz="1600"/>
            </a:lvl9pPr>
          </a:lstStyle>
          <a:p/>
        </p:txBody>
      </p:sp>
      <p:sp>
        <p:nvSpPr>
          <p:cNvPr id="84" name="Google Shape;84;p14"/>
          <p:cNvSpPr txBox="1"/>
          <p:nvPr>
            <p:ph idx="2" type="body"/>
          </p:nvPr>
        </p:nvSpPr>
        <p:spPr>
          <a:xfrm>
            <a:off x="4944100" y="1582226"/>
            <a:ext cx="3979200" cy="28419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Clr>
                <a:srgbClr val="FFFFFF"/>
              </a:buClr>
              <a:buSzPts val="1600"/>
              <a:buChar char="▸"/>
              <a:defRPr sz="1600">
                <a:solidFill>
                  <a:srgbClr val="FFFFFF"/>
                </a:solidFill>
              </a:defRPr>
            </a:lvl1pPr>
            <a:lvl2pPr indent="-330200" lvl="1" marL="914400" rtl="0">
              <a:spcBef>
                <a:spcPts val="0"/>
              </a:spcBef>
              <a:spcAft>
                <a:spcPts val="0"/>
              </a:spcAft>
              <a:buClr>
                <a:srgbClr val="FFFFFF"/>
              </a:buClr>
              <a:buSzPts val="1600"/>
              <a:buChar char="▹"/>
              <a:defRPr sz="1600">
                <a:solidFill>
                  <a:srgbClr val="FFFFFF"/>
                </a:solidFill>
              </a:defRPr>
            </a:lvl2pPr>
            <a:lvl3pPr indent="-330200" lvl="2" marL="1371600" rtl="0">
              <a:spcBef>
                <a:spcPts val="0"/>
              </a:spcBef>
              <a:spcAft>
                <a:spcPts val="0"/>
              </a:spcAft>
              <a:buClr>
                <a:srgbClr val="FFFFFF"/>
              </a:buClr>
              <a:buSzPts val="1600"/>
              <a:buChar char="▹"/>
              <a:defRPr sz="1600">
                <a:solidFill>
                  <a:srgbClr val="FFFFFF"/>
                </a:solidFill>
              </a:defRPr>
            </a:lvl3pPr>
            <a:lvl4pPr indent="-330200" lvl="3" marL="1828800" rtl="0">
              <a:spcBef>
                <a:spcPts val="0"/>
              </a:spcBef>
              <a:spcAft>
                <a:spcPts val="0"/>
              </a:spcAft>
              <a:buClr>
                <a:srgbClr val="FFFFFF"/>
              </a:buClr>
              <a:buSzPts val="1600"/>
              <a:buChar char="●"/>
              <a:defRPr sz="1600">
                <a:solidFill>
                  <a:srgbClr val="FFFFFF"/>
                </a:solidFill>
              </a:defRPr>
            </a:lvl4pPr>
            <a:lvl5pPr indent="-330200" lvl="4" marL="2286000" rtl="0">
              <a:spcBef>
                <a:spcPts val="0"/>
              </a:spcBef>
              <a:spcAft>
                <a:spcPts val="0"/>
              </a:spcAft>
              <a:buClr>
                <a:srgbClr val="FFFFFF"/>
              </a:buClr>
              <a:buSzPts val="1600"/>
              <a:buChar char="○"/>
              <a:defRPr sz="1600">
                <a:solidFill>
                  <a:srgbClr val="FFFFFF"/>
                </a:solidFill>
              </a:defRPr>
            </a:lvl5pPr>
            <a:lvl6pPr indent="-330200" lvl="5" marL="2743200" rtl="0">
              <a:spcBef>
                <a:spcPts val="0"/>
              </a:spcBef>
              <a:spcAft>
                <a:spcPts val="0"/>
              </a:spcAft>
              <a:buClr>
                <a:srgbClr val="FFFFFF"/>
              </a:buClr>
              <a:buSzPts val="1600"/>
              <a:buChar char="■"/>
              <a:defRPr sz="1600">
                <a:solidFill>
                  <a:srgbClr val="FFFFFF"/>
                </a:solidFill>
              </a:defRPr>
            </a:lvl6pPr>
            <a:lvl7pPr indent="-330200" lvl="6" marL="3200400" rtl="0">
              <a:spcBef>
                <a:spcPts val="0"/>
              </a:spcBef>
              <a:spcAft>
                <a:spcPts val="0"/>
              </a:spcAft>
              <a:buClr>
                <a:srgbClr val="FFFFFF"/>
              </a:buClr>
              <a:buSzPts val="1600"/>
              <a:buChar char="●"/>
              <a:defRPr sz="1600">
                <a:solidFill>
                  <a:srgbClr val="FFFFFF"/>
                </a:solidFill>
              </a:defRPr>
            </a:lvl7pPr>
            <a:lvl8pPr indent="-330200" lvl="7" marL="3657600" rtl="0">
              <a:spcBef>
                <a:spcPts val="0"/>
              </a:spcBef>
              <a:spcAft>
                <a:spcPts val="0"/>
              </a:spcAft>
              <a:buClr>
                <a:srgbClr val="FFFFFF"/>
              </a:buClr>
              <a:buSzPts val="1600"/>
              <a:buChar char="○"/>
              <a:defRPr sz="1600">
                <a:solidFill>
                  <a:srgbClr val="FFFFFF"/>
                </a:solidFill>
              </a:defRPr>
            </a:lvl8pPr>
            <a:lvl9pPr indent="-330200" lvl="8" marL="4114800" rtl="0">
              <a:spcBef>
                <a:spcPts val="0"/>
              </a:spcBef>
              <a:spcAft>
                <a:spcPts val="0"/>
              </a:spcAft>
              <a:buClr>
                <a:srgbClr val="FFFFFF"/>
              </a:buClr>
              <a:buSzPts val="1600"/>
              <a:buChar char="■"/>
              <a:defRPr sz="1600">
                <a:solidFill>
                  <a:srgbClr val="FFFFFF"/>
                </a:solidFill>
              </a:defRPr>
            </a:lvl9pPr>
          </a:lstStyle>
          <a:p/>
        </p:txBody>
      </p:sp>
    </p:spTree>
  </p:cSld>
  <p:clrMapOvr>
    <a:masterClrMapping/>
  </p:clrMapOvr>
  <p:extLst>
    <p:ext uri="{DCECCB84-F9BA-43D5-87BE-67443E8EF086}">
      <p15:sldGuideLst>
        <p15:guide id="1" pos="2880">
          <p15:clr>
            <a:srgbClr val="FA7B17"/>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2">
  <p:cSld name="BLANK_1_3">
    <p:spTree>
      <p:nvGrpSpPr>
        <p:cNvPr id="85" name="Shape 85"/>
        <p:cNvGrpSpPr/>
        <p:nvPr/>
      </p:nvGrpSpPr>
      <p:grpSpPr>
        <a:xfrm>
          <a:off x="0" y="0"/>
          <a:ext cx="0" cy="0"/>
          <a:chOff x="0" y="0"/>
          <a:chExt cx="0" cy="0"/>
        </a:xfrm>
      </p:grpSpPr>
      <p:sp>
        <p:nvSpPr>
          <p:cNvPr id="86" name="Google Shape;86;p1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full">
  <p:cSld name="BLANK_1_2">
    <p:bg>
      <p:bgPr>
        <a:solidFill>
          <a:srgbClr val="333333"/>
        </a:solidFill>
      </p:bgPr>
    </p:bg>
    <p:spTree>
      <p:nvGrpSpPr>
        <p:cNvPr id="87" name="Shape 87"/>
        <p:cNvGrpSpPr/>
        <p:nvPr/>
      </p:nvGrpSpPr>
      <p:grpSpPr>
        <a:xfrm>
          <a:off x="0" y="0"/>
          <a:ext cx="0" cy="0"/>
          <a:chOff x="0" y="0"/>
          <a:chExt cx="0" cy="0"/>
        </a:xfrm>
      </p:grpSpPr>
      <p:sp>
        <p:nvSpPr>
          <p:cNvPr id="88" name="Google Shape;88;p1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6"/>
          <p:cNvSpPr txBox="1"/>
          <p:nvPr>
            <p:ph idx="1" type="body"/>
          </p:nvPr>
        </p:nvSpPr>
        <p:spPr>
          <a:xfrm>
            <a:off x="838200" y="255000"/>
            <a:ext cx="7467600" cy="46335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Clr>
                <a:srgbClr val="FFFFFF"/>
              </a:buClr>
              <a:buSzPts val="2000"/>
              <a:buChar char="▸"/>
              <a:defRPr>
                <a:solidFill>
                  <a:srgbClr val="FFFFFF"/>
                </a:solidFill>
              </a:defRPr>
            </a:lvl1pPr>
            <a:lvl2pPr indent="-355600" lvl="1" marL="914400" rtl="0">
              <a:spcBef>
                <a:spcPts val="0"/>
              </a:spcBef>
              <a:spcAft>
                <a:spcPts val="0"/>
              </a:spcAft>
              <a:buClr>
                <a:srgbClr val="FFFFFF"/>
              </a:buClr>
              <a:buSzPts val="2000"/>
              <a:buChar char="▹"/>
              <a:defRPr>
                <a:solidFill>
                  <a:srgbClr val="FFFFFF"/>
                </a:solidFill>
              </a:defRPr>
            </a:lvl2pPr>
            <a:lvl3pPr indent="-355600" lvl="2" marL="1371600" rtl="0">
              <a:spcBef>
                <a:spcPts val="0"/>
              </a:spcBef>
              <a:spcAft>
                <a:spcPts val="0"/>
              </a:spcAft>
              <a:buClr>
                <a:srgbClr val="FFFFFF"/>
              </a:buClr>
              <a:buSzPts val="2000"/>
              <a:buChar char="▹"/>
              <a:defRPr>
                <a:solidFill>
                  <a:srgbClr val="FFFFFF"/>
                </a:solidFill>
              </a:defRPr>
            </a:lvl3pPr>
            <a:lvl4pPr indent="-355600" lvl="3" marL="1828800" rtl="0">
              <a:spcBef>
                <a:spcPts val="0"/>
              </a:spcBef>
              <a:spcAft>
                <a:spcPts val="0"/>
              </a:spcAft>
              <a:buClr>
                <a:srgbClr val="FFFFFF"/>
              </a:buClr>
              <a:buSzPts val="2000"/>
              <a:buChar char="●"/>
              <a:defRPr>
                <a:solidFill>
                  <a:srgbClr val="FFFFFF"/>
                </a:solidFill>
              </a:defRPr>
            </a:lvl4pPr>
            <a:lvl5pPr indent="-355600" lvl="4" marL="2286000" rtl="0">
              <a:spcBef>
                <a:spcPts val="0"/>
              </a:spcBef>
              <a:spcAft>
                <a:spcPts val="0"/>
              </a:spcAft>
              <a:buClr>
                <a:srgbClr val="FFFFFF"/>
              </a:buClr>
              <a:buSzPts val="2000"/>
              <a:buChar char="○"/>
              <a:defRPr>
                <a:solidFill>
                  <a:srgbClr val="FFFFFF"/>
                </a:solidFill>
              </a:defRPr>
            </a:lvl5pPr>
            <a:lvl6pPr indent="-355600" lvl="5" marL="2743200" rtl="0">
              <a:spcBef>
                <a:spcPts val="0"/>
              </a:spcBef>
              <a:spcAft>
                <a:spcPts val="0"/>
              </a:spcAft>
              <a:buClr>
                <a:srgbClr val="FFFFFF"/>
              </a:buClr>
              <a:buSzPts val="2000"/>
              <a:buChar char="■"/>
              <a:defRPr>
                <a:solidFill>
                  <a:srgbClr val="FFFFFF"/>
                </a:solidFill>
              </a:defRPr>
            </a:lvl6pPr>
            <a:lvl7pPr indent="-355600" lvl="6" marL="3200400" rtl="0">
              <a:spcBef>
                <a:spcPts val="0"/>
              </a:spcBef>
              <a:spcAft>
                <a:spcPts val="0"/>
              </a:spcAft>
              <a:buClr>
                <a:srgbClr val="FFFFFF"/>
              </a:buClr>
              <a:buSzPts val="2000"/>
              <a:buChar char="●"/>
              <a:defRPr>
                <a:solidFill>
                  <a:srgbClr val="FFFFFF"/>
                </a:solidFill>
              </a:defRPr>
            </a:lvl7pPr>
            <a:lvl8pPr indent="-355600" lvl="7" marL="3657600" rtl="0">
              <a:spcBef>
                <a:spcPts val="0"/>
              </a:spcBef>
              <a:spcAft>
                <a:spcPts val="0"/>
              </a:spcAft>
              <a:buClr>
                <a:srgbClr val="FFFFFF"/>
              </a:buClr>
              <a:buSzPts val="2000"/>
              <a:buChar char="○"/>
              <a:defRPr>
                <a:solidFill>
                  <a:srgbClr val="FFFFFF"/>
                </a:solidFill>
              </a:defRPr>
            </a:lvl8pPr>
            <a:lvl9pPr indent="-355600" lvl="8" marL="4114800" rtl="0">
              <a:spcBef>
                <a:spcPts val="0"/>
              </a:spcBef>
              <a:spcAft>
                <a:spcPts val="0"/>
              </a:spcAft>
              <a:buClr>
                <a:srgbClr val="FFFFFF"/>
              </a:buClr>
              <a:buSzPts val="2000"/>
              <a:buChar char="■"/>
              <a:defRPr>
                <a:solidFill>
                  <a:srgbClr val="FFFFFF"/>
                </a:solidFill>
              </a:defRPr>
            </a:lvl9pPr>
          </a:lstStyle>
          <a:p/>
        </p:txBody>
      </p:sp>
    </p:spTree>
  </p:cSld>
  <p:clrMapOvr>
    <a:masterClrMapping/>
  </p:clrMapOvr>
  <p:extLst>
    <p:ext uri="{DCECCB84-F9BA-43D5-87BE-67443E8EF086}">
      <p15:sldGuideLst>
        <p15:guide id="1" pos="528">
          <p15:clr>
            <a:srgbClr val="FA7B17"/>
          </p15:clr>
        </p15:guide>
        <p15:guide id="2" pos="5232">
          <p15:clr>
            <a:srgbClr val="FA7B17"/>
          </p15:clr>
        </p15:guide>
      </p15:sldGuideLst>
    </p:ext>
  </p:extLs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1">
  <p:cSld name="BLANK_1_1">
    <p:bg>
      <p:bgPr>
        <a:noFill/>
      </p:bgPr>
    </p:bg>
    <p:spTree>
      <p:nvGrpSpPr>
        <p:cNvPr id="90" name="Shape 90"/>
        <p:cNvGrpSpPr/>
        <p:nvPr/>
      </p:nvGrpSpPr>
      <p:grpSpPr>
        <a:xfrm>
          <a:off x="0" y="0"/>
          <a:ext cx="0" cy="0"/>
          <a:chOff x="0" y="0"/>
          <a:chExt cx="0" cy="0"/>
        </a:xfrm>
      </p:grpSpPr>
      <p:sp>
        <p:nvSpPr>
          <p:cNvPr id="91" name="Google Shape;91;p1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de">
  <p:cSld name="BLANK_1_1_1">
    <p:spTree>
      <p:nvGrpSpPr>
        <p:cNvPr id="92" name="Shape 92"/>
        <p:cNvGrpSpPr/>
        <p:nvPr/>
      </p:nvGrpSpPr>
      <p:grpSpPr>
        <a:xfrm>
          <a:off x="0" y="0"/>
          <a:ext cx="0" cy="0"/>
          <a:chOff x="0" y="0"/>
          <a:chExt cx="0" cy="0"/>
        </a:xfrm>
      </p:grpSpPr>
      <p:sp>
        <p:nvSpPr>
          <p:cNvPr id="93" name="Google Shape;93;p18"/>
          <p:cNvSpPr/>
          <p:nvPr/>
        </p:nvSpPr>
        <p:spPr>
          <a:xfrm flipH="1">
            <a:off x="0" y="159275"/>
            <a:ext cx="9143546" cy="4997500"/>
          </a:xfrm>
          <a:custGeom>
            <a:rect b="b" l="l" r="r" t="t"/>
            <a:pathLst>
              <a:path extrusionOk="0" h="199900" w="364757">
                <a:moveTo>
                  <a:pt x="0" y="0"/>
                </a:moveTo>
                <a:lnTo>
                  <a:pt x="0" y="199900"/>
                </a:lnTo>
                <a:lnTo>
                  <a:pt x="364757" y="199900"/>
                </a:lnTo>
                <a:lnTo>
                  <a:pt x="364757" y="6637"/>
                </a:lnTo>
                <a:close/>
              </a:path>
            </a:pathLst>
          </a:custGeom>
          <a:solidFill>
            <a:srgbClr val="000000">
              <a:alpha val="7310"/>
            </a:srgbClr>
          </a:solidFill>
          <a:ln>
            <a:noFill/>
          </a:ln>
        </p:spPr>
      </p:sp>
      <p:sp>
        <p:nvSpPr>
          <p:cNvPr id="94" name="Google Shape;94;p18"/>
          <p:cNvSpPr/>
          <p:nvPr/>
        </p:nvSpPr>
        <p:spPr>
          <a:xfrm flipH="1">
            <a:off x="225" y="238925"/>
            <a:ext cx="9143546" cy="4918040"/>
          </a:xfrm>
          <a:custGeom>
            <a:rect b="b" l="l" r="r" t="t"/>
            <a:pathLst>
              <a:path extrusionOk="0" h="199900" w="364757">
                <a:moveTo>
                  <a:pt x="0" y="0"/>
                </a:moveTo>
                <a:lnTo>
                  <a:pt x="0" y="199900"/>
                </a:lnTo>
                <a:lnTo>
                  <a:pt x="364757" y="199900"/>
                </a:lnTo>
                <a:lnTo>
                  <a:pt x="364757" y="6637"/>
                </a:lnTo>
                <a:close/>
              </a:path>
            </a:pathLst>
          </a:custGeom>
          <a:solidFill>
            <a:schemeClr val="lt1"/>
          </a:solidFill>
          <a:ln>
            <a:noFill/>
          </a:ln>
        </p:spPr>
      </p:sp>
      <p:sp>
        <p:nvSpPr>
          <p:cNvPr id="95" name="Google Shape;95;p18"/>
          <p:cNvSpPr txBox="1"/>
          <p:nvPr>
            <p:ph type="title"/>
          </p:nvPr>
        </p:nvSpPr>
        <p:spPr>
          <a:xfrm>
            <a:off x="876375" y="893500"/>
            <a:ext cx="74058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96" name="Google Shape;96;p1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
        <p:nvSpPr>
          <p:cNvPr id="97" name="Google Shape;97;p18"/>
          <p:cNvSpPr txBox="1"/>
          <p:nvPr>
            <p:ph idx="1" type="body"/>
          </p:nvPr>
        </p:nvSpPr>
        <p:spPr>
          <a:xfrm>
            <a:off x="861825" y="1455400"/>
            <a:ext cx="7405800" cy="2255700"/>
          </a:xfrm>
          <a:prstGeom prst="rect">
            <a:avLst/>
          </a:prstGeom>
        </p:spPr>
        <p:txBody>
          <a:bodyPr anchorCtr="0" anchor="t" bIns="91425" lIns="91425" spcFirstLastPara="1" rIns="91425" wrap="square" tIns="91425">
            <a:noAutofit/>
          </a:bodyPr>
          <a:lstStyle>
            <a:lvl1pPr indent="-330200" lvl="0" marL="457200" rtl="0">
              <a:spcBef>
                <a:spcPts val="600"/>
              </a:spcBef>
              <a:spcAft>
                <a:spcPts val="0"/>
              </a:spcAft>
              <a:buClr>
                <a:schemeClr val="dk1"/>
              </a:buClr>
              <a:buSzPts val="1600"/>
              <a:buFont typeface="Karla"/>
              <a:buChar char="▸"/>
              <a:defRPr sz="1600">
                <a:solidFill>
                  <a:schemeClr val="dk1"/>
                </a:solidFill>
                <a:latin typeface="Karla"/>
                <a:ea typeface="Karla"/>
                <a:cs typeface="Karla"/>
                <a:sym typeface="Karla"/>
              </a:defRPr>
            </a:lvl1pPr>
            <a:lvl2pPr indent="-330200" lvl="1" marL="9144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2pPr>
            <a:lvl3pPr indent="-330200" lvl="2" marL="13716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3pPr>
            <a:lvl4pPr indent="-330200" lvl="3" marL="18288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4pPr>
            <a:lvl5pPr indent="-330200" lvl="4" marL="22860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5pPr>
            <a:lvl6pPr indent="-330200" lvl="5" marL="27432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6pPr>
            <a:lvl7pPr indent="-330200" lvl="6" marL="32004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7pPr>
            <a:lvl8pPr indent="-330200" lvl="7" marL="36576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8pPr>
            <a:lvl9pPr indent="-330200" lvl="8" marL="4114800" rtl="0">
              <a:spcBef>
                <a:spcPts val="0"/>
              </a:spcBef>
              <a:spcAft>
                <a:spcPts val="0"/>
              </a:spcAft>
              <a:buClr>
                <a:schemeClr val="dk1"/>
              </a:buClr>
              <a:buSzPts val="1600"/>
              <a:buFont typeface="Karla"/>
              <a:buChar char="■"/>
              <a:defRPr sz="1600">
                <a:solidFill>
                  <a:schemeClr val="dk1"/>
                </a:solidFill>
                <a:latin typeface="Karla"/>
                <a:ea typeface="Karla"/>
                <a:cs typeface="Karla"/>
                <a:sym typeface="Karla"/>
              </a:defRPr>
            </a:lvl9pPr>
          </a:lstStyle>
          <a:p/>
        </p:txBody>
      </p:sp>
    </p:spTree>
  </p:cSld>
  <p:clrMapOvr>
    <a:masterClrMapping/>
  </p:clrMapOvr>
  <p:extLst>
    <p:ext uri="{DCECCB84-F9BA-43D5-87BE-67443E8EF086}">
      <p15:sldGuideLst>
        <p15:guide id="1" pos="567">
          <p15:clr>
            <a:srgbClr val="FA7B17"/>
          </p15:clr>
        </p15:guide>
        <p15:guide id="2" pos="5193">
          <p15:clr>
            <a:srgbClr val="FA7B17"/>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p:cSld name="BLANK_1_4">
    <p:spTree>
      <p:nvGrpSpPr>
        <p:cNvPr id="98" name="Shape 98"/>
        <p:cNvGrpSpPr/>
        <p:nvPr/>
      </p:nvGrpSpPr>
      <p:grpSpPr>
        <a:xfrm>
          <a:off x="0" y="0"/>
          <a:ext cx="0" cy="0"/>
          <a:chOff x="0" y="0"/>
          <a:chExt cx="0" cy="0"/>
        </a:xfrm>
      </p:grpSpPr>
      <p:sp>
        <p:nvSpPr>
          <p:cNvPr id="99" name="Google Shape;99;p1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p:cSld name="BLANK_1_1_2">
    <p:bg>
      <p:bgPr>
        <a:solidFill>
          <a:srgbClr val="333333"/>
        </a:solidFill>
      </p:bgPr>
    </p:bg>
    <p:spTree>
      <p:nvGrpSpPr>
        <p:cNvPr id="100" name="Shape 100"/>
        <p:cNvGrpSpPr/>
        <p:nvPr/>
      </p:nvGrpSpPr>
      <p:grpSpPr>
        <a:xfrm>
          <a:off x="0" y="0"/>
          <a:ext cx="0" cy="0"/>
          <a:chOff x="0" y="0"/>
          <a:chExt cx="0" cy="0"/>
        </a:xfrm>
      </p:grpSpPr>
      <p:grpSp>
        <p:nvGrpSpPr>
          <p:cNvPr id="101" name="Google Shape;101;p20"/>
          <p:cNvGrpSpPr/>
          <p:nvPr/>
        </p:nvGrpSpPr>
        <p:grpSpPr>
          <a:xfrm>
            <a:off x="1227210" y="-10450"/>
            <a:ext cx="7915701" cy="5164387"/>
            <a:chOff x="1113125" y="-10450"/>
            <a:chExt cx="8443415" cy="5164387"/>
          </a:xfrm>
        </p:grpSpPr>
        <p:sp>
          <p:nvSpPr>
            <p:cNvPr id="102" name="Google Shape;102;p20"/>
            <p:cNvSpPr/>
            <p:nvPr/>
          </p:nvSpPr>
          <p:spPr>
            <a:xfrm rot="10800000">
              <a:off x="1113125" y="-10450"/>
              <a:ext cx="8229315" cy="5164387"/>
            </a:xfrm>
            <a:custGeom>
              <a:rect b="b" l="l" r="r" t="t"/>
              <a:pathLst>
                <a:path extrusionOk="0" h="206122" w="328450">
                  <a:moveTo>
                    <a:pt x="0" y="0"/>
                  </a:moveTo>
                  <a:lnTo>
                    <a:pt x="0" y="206122"/>
                  </a:lnTo>
                  <a:lnTo>
                    <a:pt x="328450" y="206122"/>
                  </a:lnTo>
                  <a:lnTo>
                    <a:pt x="273309" y="331"/>
                  </a:lnTo>
                  <a:close/>
                </a:path>
              </a:pathLst>
            </a:custGeom>
            <a:solidFill>
              <a:srgbClr val="000000">
                <a:alpha val="7310"/>
              </a:srgbClr>
            </a:solidFill>
            <a:ln>
              <a:noFill/>
            </a:ln>
          </p:spPr>
        </p:sp>
        <p:sp>
          <p:nvSpPr>
            <p:cNvPr id="103" name="Google Shape;103;p20"/>
            <p:cNvSpPr/>
            <p:nvPr/>
          </p:nvSpPr>
          <p:spPr>
            <a:xfrm rot="10800000">
              <a:off x="1327225" y="-10450"/>
              <a:ext cx="8229315" cy="5164387"/>
            </a:xfrm>
            <a:custGeom>
              <a:rect b="b" l="l" r="r" t="t"/>
              <a:pathLst>
                <a:path extrusionOk="0" h="206122" w="328450">
                  <a:moveTo>
                    <a:pt x="0" y="0"/>
                  </a:moveTo>
                  <a:lnTo>
                    <a:pt x="0" y="206122"/>
                  </a:lnTo>
                  <a:lnTo>
                    <a:pt x="328450" y="206122"/>
                  </a:lnTo>
                  <a:lnTo>
                    <a:pt x="273309" y="331"/>
                  </a:lnTo>
                  <a:close/>
                </a:path>
              </a:pathLst>
            </a:custGeom>
            <a:solidFill>
              <a:srgbClr val="FFFFFF"/>
            </a:solidFill>
            <a:ln>
              <a:noFill/>
            </a:ln>
          </p:spPr>
        </p:sp>
      </p:grpSp>
      <p:sp>
        <p:nvSpPr>
          <p:cNvPr id="104" name="Google Shape;104;p2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0"/>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06" name="Google Shape;106;p20"/>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lvl1pPr lvl="0">
              <a:spcBef>
                <a:spcPts val="600"/>
              </a:spcBef>
              <a:spcAft>
                <a:spcPts val="0"/>
              </a:spcAft>
              <a:buSzPts val="2000"/>
              <a:buFont typeface="Fira Code"/>
              <a:buNone/>
              <a:defRPr>
                <a:latin typeface="Fira Code"/>
                <a:ea typeface="Fira Code"/>
                <a:cs typeface="Fira Code"/>
                <a:sym typeface="Fira Code"/>
              </a:defRPr>
            </a:lvl1pPr>
            <a:lvl2pPr lvl="1">
              <a:spcBef>
                <a:spcPts val="0"/>
              </a:spcBef>
              <a:spcAft>
                <a:spcPts val="0"/>
              </a:spcAft>
              <a:buSzPts val="1500"/>
              <a:buFont typeface="Fira Code"/>
              <a:buNone/>
              <a:defRPr sz="1500">
                <a:latin typeface="Fira Code"/>
                <a:ea typeface="Fira Code"/>
                <a:cs typeface="Fira Code"/>
                <a:sym typeface="Fira Code"/>
              </a:defRPr>
            </a:lvl2pPr>
            <a:lvl3pPr lvl="2">
              <a:spcBef>
                <a:spcPts val="0"/>
              </a:spcBef>
              <a:spcAft>
                <a:spcPts val="0"/>
              </a:spcAft>
              <a:buSzPts val="1500"/>
              <a:buFont typeface="Fira Code"/>
              <a:buNone/>
              <a:defRPr sz="1500">
                <a:latin typeface="Fira Code"/>
                <a:ea typeface="Fira Code"/>
                <a:cs typeface="Fira Code"/>
                <a:sym typeface="Fira Code"/>
              </a:defRPr>
            </a:lvl3pPr>
            <a:lvl4pPr lvl="3">
              <a:spcBef>
                <a:spcPts val="0"/>
              </a:spcBef>
              <a:spcAft>
                <a:spcPts val="0"/>
              </a:spcAft>
              <a:buSzPts val="1500"/>
              <a:buFont typeface="Fira Code"/>
              <a:buNone/>
              <a:defRPr sz="1500">
                <a:latin typeface="Fira Code"/>
                <a:ea typeface="Fira Code"/>
                <a:cs typeface="Fira Code"/>
                <a:sym typeface="Fira Code"/>
              </a:defRPr>
            </a:lvl4pPr>
            <a:lvl5pPr lvl="4">
              <a:spcBef>
                <a:spcPts val="0"/>
              </a:spcBef>
              <a:spcAft>
                <a:spcPts val="0"/>
              </a:spcAft>
              <a:buSzPts val="1500"/>
              <a:buFont typeface="Fira Code"/>
              <a:buNone/>
              <a:defRPr sz="1500">
                <a:latin typeface="Fira Code"/>
                <a:ea typeface="Fira Code"/>
                <a:cs typeface="Fira Code"/>
                <a:sym typeface="Fira Code"/>
              </a:defRPr>
            </a:lvl5pPr>
            <a:lvl6pPr lvl="5">
              <a:spcBef>
                <a:spcPts val="0"/>
              </a:spcBef>
              <a:spcAft>
                <a:spcPts val="0"/>
              </a:spcAft>
              <a:buSzPts val="1500"/>
              <a:buFont typeface="Fira Code"/>
              <a:buNone/>
              <a:defRPr sz="1500">
                <a:latin typeface="Fira Code"/>
                <a:ea typeface="Fira Code"/>
                <a:cs typeface="Fira Code"/>
                <a:sym typeface="Fira Code"/>
              </a:defRPr>
            </a:lvl6pPr>
            <a:lvl7pPr lvl="6">
              <a:spcBef>
                <a:spcPts val="0"/>
              </a:spcBef>
              <a:spcAft>
                <a:spcPts val="0"/>
              </a:spcAft>
              <a:buSzPts val="1500"/>
              <a:buFont typeface="Fira Code"/>
              <a:buNone/>
              <a:defRPr sz="1500">
                <a:latin typeface="Fira Code"/>
                <a:ea typeface="Fira Code"/>
                <a:cs typeface="Fira Code"/>
                <a:sym typeface="Fira Code"/>
              </a:defRPr>
            </a:lvl7pPr>
            <a:lvl8pPr lvl="7">
              <a:spcBef>
                <a:spcPts val="0"/>
              </a:spcBef>
              <a:spcAft>
                <a:spcPts val="0"/>
              </a:spcAft>
              <a:buSzPts val="1500"/>
              <a:buFont typeface="Fira Code"/>
              <a:buNone/>
              <a:defRPr sz="1500">
                <a:latin typeface="Fira Code"/>
                <a:ea typeface="Fira Code"/>
                <a:cs typeface="Fira Code"/>
                <a:sym typeface="Fira Code"/>
              </a:defRPr>
            </a:lvl8pPr>
            <a:lvl9pPr lvl="8">
              <a:spcBef>
                <a:spcPts val="0"/>
              </a:spcBef>
              <a:spcAft>
                <a:spcPts val="0"/>
              </a:spcAft>
              <a:buSzPts val="1500"/>
              <a:buFont typeface="Fira Code"/>
              <a:buNone/>
              <a:defRPr sz="1500">
                <a:latin typeface="Fira Code"/>
                <a:ea typeface="Fira Code"/>
                <a:cs typeface="Fira Code"/>
                <a:sym typeface="Fira Code"/>
              </a:defRPr>
            </a:lvl9pPr>
          </a:lstStyle>
          <a:p/>
        </p:txBody>
      </p:sp>
      <p:sp>
        <p:nvSpPr>
          <p:cNvPr id="107" name="Google Shape;107;p20"/>
          <p:cNvSpPr txBox="1"/>
          <p:nvPr>
            <p:ph idx="2" type="body"/>
          </p:nvPr>
        </p:nvSpPr>
        <p:spPr>
          <a:xfrm>
            <a:off x="2692125" y="1504950"/>
            <a:ext cx="5324100" cy="2255700"/>
          </a:xfrm>
          <a:prstGeom prst="rect">
            <a:avLst/>
          </a:prstGeom>
        </p:spPr>
        <p:txBody>
          <a:bodyPr anchorCtr="0" anchor="t" bIns="91425" lIns="91425" spcFirstLastPara="1" rIns="91425" wrap="square" tIns="91425">
            <a:sp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g 1">
  <p:cSld name="BLANK_1_1_2_1">
    <p:bg>
      <p:bgPr>
        <a:noFill/>
      </p:bgPr>
    </p:bg>
    <p:spTree>
      <p:nvGrpSpPr>
        <p:cNvPr id="108" name="Shape 108"/>
        <p:cNvGrpSpPr/>
        <p:nvPr/>
      </p:nvGrpSpPr>
      <p:grpSpPr>
        <a:xfrm>
          <a:off x="0" y="0"/>
          <a:ext cx="0" cy="0"/>
          <a:chOff x="0" y="0"/>
          <a:chExt cx="0" cy="0"/>
        </a:xfrm>
      </p:grpSpPr>
      <p:sp>
        <p:nvSpPr>
          <p:cNvPr id="109" name="Google Shape;109;p2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1"/>
          <p:cNvSpPr/>
          <p:nvPr/>
        </p:nvSpPr>
        <p:spPr>
          <a:xfrm>
            <a:off x="0" y="0"/>
            <a:ext cx="2379000" cy="5156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1"/>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12" name="Google Shape;112;p21"/>
          <p:cNvSpPr txBox="1"/>
          <p:nvPr>
            <p:ph idx="1" type="body"/>
          </p:nvPr>
        </p:nvSpPr>
        <p:spPr>
          <a:xfrm>
            <a:off x="2819450" y="1504950"/>
            <a:ext cx="5823300" cy="2255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113" name="Google Shape;113;p21"/>
          <p:cNvSpPr/>
          <p:nvPr/>
        </p:nvSpPr>
        <p:spPr>
          <a:xfrm>
            <a:off x="2377450" y="0"/>
            <a:ext cx="54300" cy="51435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ample">
  <p:cSld name="TITLE_AND_BODY_1">
    <p:bg>
      <p:bgPr>
        <a:noFill/>
      </p:bgPr>
    </p:bg>
    <p:spTree>
      <p:nvGrpSpPr>
        <p:cNvPr id="114" name="Shape 114"/>
        <p:cNvGrpSpPr/>
        <p:nvPr/>
      </p:nvGrpSpPr>
      <p:grpSpPr>
        <a:xfrm>
          <a:off x="0" y="0"/>
          <a:ext cx="0" cy="0"/>
          <a:chOff x="0" y="0"/>
          <a:chExt cx="0" cy="0"/>
        </a:xfrm>
      </p:grpSpPr>
      <p:sp>
        <p:nvSpPr>
          <p:cNvPr id="115" name="Google Shape;115;p22"/>
          <p:cNvSpPr txBox="1"/>
          <p:nvPr>
            <p:ph type="title"/>
          </p:nvPr>
        </p:nvSpPr>
        <p:spPr>
          <a:xfrm>
            <a:off x="838350" y="893500"/>
            <a:ext cx="7188000" cy="48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
        <p:nvSpPr>
          <p:cNvPr id="116" name="Google Shape;116;p22"/>
          <p:cNvSpPr txBox="1"/>
          <p:nvPr>
            <p:ph idx="1" type="body"/>
          </p:nvPr>
        </p:nvSpPr>
        <p:spPr>
          <a:xfrm>
            <a:off x="838250" y="1504950"/>
            <a:ext cx="7540500" cy="2255700"/>
          </a:xfrm>
          <a:prstGeom prst="rect">
            <a:avLst/>
          </a:prstGeom>
        </p:spPr>
        <p:txBody>
          <a:bodyPr anchorCtr="0" anchor="t" bIns="91425" lIns="91425" spcFirstLastPara="1" rIns="91425" wrap="square" tIns="91425">
            <a:noAutofit/>
          </a:bodyPr>
          <a:lstStyle>
            <a:lvl1pPr indent="-355600" lvl="0" marL="457200" rtl="0">
              <a:spcBef>
                <a:spcPts val="600"/>
              </a:spcBef>
              <a:spcAft>
                <a:spcPts val="0"/>
              </a:spcAft>
              <a:buSzPts val="2000"/>
              <a:buChar char="▸"/>
              <a:defRPr/>
            </a:lvl1pPr>
            <a:lvl2pPr indent="-355600" lvl="1" marL="914400" rtl="0">
              <a:spcBef>
                <a:spcPts val="0"/>
              </a:spcBef>
              <a:spcAft>
                <a:spcPts val="0"/>
              </a:spcAft>
              <a:buSzPts val="2000"/>
              <a:buChar char="▹"/>
              <a:defRPr/>
            </a:lvl2pPr>
            <a:lvl3pPr indent="-355600" lvl="2" marL="1371600" rtl="0">
              <a:spcBef>
                <a:spcPts val="0"/>
              </a:spcBef>
              <a:spcAft>
                <a:spcPts val="0"/>
              </a:spcAft>
              <a:buSzPts val="2000"/>
              <a:buChar char="▹"/>
              <a:defRPr/>
            </a:lvl3pPr>
            <a:lvl4pPr indent="-355600" lvl="3" marL="1828800" rtl="0">
              <a:spcBef>
                <a:spcPts val="0"/>
              </a:spcBef>
              <a:spcAft>
                <a:spcPts val="0"/>
              </a:spcAft>
              <a:buSzPts val="2000"/>
              <a:buChar char="●"/>
              <a:defRPr/>
            </a:lvl4pPr>
            <a:lvl5pPr indent="-355600" lvl="4" marL="2286000" rtl="0">
              <a:spcBef>
                <a:spcPts val="0"/>
              </a:spcBef>
              <a:spcAft>
                <a:spcPts val="0"/>
              </a:spcAft>
              <a:buSzPts val="2000"/>
              <a:buChar char="○"/>
              <a:defRPr/>
            </a:lvl5pPr>
            <a:lvl6pPr indent="-355600" lvl="5" marL="2743200" rtl="0">
              <a:spcBef>
                <a:spcPts val="0"/>
              </a:spcBef>
              <a:spcAft>
                <a:spcPts val="0"/>
              </a:spcAft>
              <a:buSzPts val="2000"/>
              <a:buChar char="■"/>
              <a:defRPr/>
            </a:lvl6pPr>
            <a:lvl7pPr indent="-355600" lvl="6" marL="3200400" rtl="0">
              <a:spcBef>
                <a:spcPts val="0"/>
              </a:spcBef>
              <a:spcAft>
                <a:spcPts val="0"/>
              </a:spcAft>
              <a:buSzPts val="2000"/>
              <a:buChar char="●"/>
              <a:defRPr/>
            </a:lvl7pPr>
            <a:lvl8pPr indent="-355600" lvl="7" marL="3657600" rtl="0">
              <a:spcBef>
                <a:spcPts val="0"/>
              </a:spcBef>
              <a:spcAft>
                <a:spcPts val="0"/>
              </a:spcAft>
              <a:buSzPts val="2000"/>
              <a:buChar char="○"/>
              <a:defRPr/>
            </a:lvl8pPr>
            <a:lvl9pPr indent="-355600" lvl="8" marL="4114800" rtl="0">
              <a:spcBef>
                <a:spcPts val="0"/>
              </a:spcBef>
              <a:spcAft>
                <a:spcPts val="0"/>
              </a:spcAft>
              <a:buSzPts val="2000"/>
              <a:buChar char="■"/>
              <a:defRPr/>
            </a:lvl9pPr>
          </a:lstStyle>
          <a:p/>
        </p:txBody>
      </p:sp>
      <p:sp>
        <p:nvSpPr>
          <p:cNvPr id="117" name="Google Shape;117;p2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solidFill>
                  <a:srgbClr val="FFFFFF"/>
                </a:solidFill>
              </a:defRPr>
            </a:lvl1pPr>
            <a:lvl2pPr lvl="1" rtl="0">
              <a:buNone/>
              <a:defRPr>
                <a:solidFill>
                  <a:srgbClr val="FFFFFF"/>
                </a:solidFill>
              </a:defRPr>
            </a:lvl2pPr>
            <a:lvl3pPr lvl="2" rtl="0">
              <a:buNone/>
              <a:defRPr>
                <a:solidFill>
                  <a:srgbClr val="FFFFFF"/>
                </a:solidFill>
              </a:defRPr>
            </a:lvl3pPr>
            <a:lvl4pPr lvl="3" rtl="0">
              <a:buNone/>
              <a:defRPr>
                <a:solidFill>
                  <a:srgbClr val="FFFFFF"/>
                </a:solidFill>
              </a:defRPr>
            </a:lvl4pPr>
            <a:lvl5pPr lvl="4" rtl="0">
              <a:buNone/>
              <a:defRPr>
                <a:solidFill>
                  <a:srgbClr val="FFFFFF"/>
                </a:solidFill>
              </a:defRPr>
            </a:lvl5pPr>
            <a:lvl6pPr lvl="5" rtl="0">
              <a:buNone/>
              <a:defRPr>
                <a:solidFill>
                  <a:srgbClr val="FFFFFF"/>
                </a:solidFill>
              </a:defRPr>
            </a:lvl6pPr>
            <a:lvl7pPr lvl="6" rtl="0">
              <a:buNone/>
              <a:defRPr>
                <a:solidFill>
                  <a:srgbClr val="FFFFFF"/>
                </a:solidFill>
              </a:defRPr>
            </a:lvl7pPr>
            <a:lvl8pPr lvl="7" rtl="0">
              <a:buNone/>
              <a:defRPr>
                <a:solidFill>
                  <a:srgbClr val="FFFFFF"/>
                </a:solidFill>
              </a:defRPr>
            </a:lvl8pPr>
            <a:lvl9pPr lvl="8" rtl="0">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mpty 3">
  <p:cSld name="BLANK_1_5">
    <p:spTree>
      <p:nvGrpSpPr>
        <p:cNvPr id="118" name="Shape 118"/>
        <p:cNvGrpSpPr/>
        <p:nvPr/>
      </p:nvGrpSpPr>
      <p:grpSpPr>
        <a:xfrm>
          <a:off x="0" y="0"/>
          <a:ext cx="0" cy="0"/>
          <a:chOff x="0" y="0"/>
          <a:chExt cx="0" cy="0"/>
        </a:xfrm>
      </p:grpSpPr>
      <p:sp>
        <p:nvSpPr>
          <p:cNvPr id="119" name="Google Shape;119;p2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23"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solidFill>
          <a:srgbClr val="33333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741100"/>
            <a:ext cx="5185200" cy="4746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1pPr>
            <a:lvl2pPr lvl="1">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2pPr>
            <a:lvl3pPr lvl="2">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3pPr>
            <a:lvl4pPr lvl="3">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4pPr>
            <a:lvl5pPr lvl="4">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5pPr>
            <a:lvl6pPr lvl="5">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6pPr>
            <a:lvl7pPr lvl="6">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7pPr>
            <a:lvl8pPr lvl="7">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8pPr>
            <a:lvl9pPr lvl="8">
              <a:spcBef>
                <a:spcPts val="0"/>
              </a:spcBef>
              <a:spcAft>
                <a:spcPts val="0"/>
              </a:spcAft>
              <a:buClr>
                <a:schemeClr val="dk2"/>
              </a:buClr>
              <a:buSzPts val="2400"/>
              <a:buFont typeface="Montserrat"/>
              <a:buNone/>
              <a:defRPr b="1" sz="2400">
                <a:solidFill>
                  <a:schemeClr val="dk2"/>
                </a:solidFill>
                <a:latin typeface="Montserrat"/>
                <a:ea typeface="Montserrat"/>
                <a:cs typeface="Montserrat"/>
                <a:sym typeface="Montserrat"/>
              </a:defRPr>
            </a:lvl9pPr>
          </a:lstStyle>
          <a:p/>
        </p:txBody>
      </p:sp>
      <p:sp>
        <p:nvSpPr>
          <p:cNvPr id="7" name="Google Shape;7;p1"/>
          <p:cNvSpPr txBox="1"/>
          <p:nvPr>
            <p:ph idx="1" type="body"/>
          </p:nvPr>
        </p:nvSpPr>
        <p:spPr>
          <a:xfrm>
            <a:off x="457200" y="1352550"/>
            <a:ext cx="5185200" cy="2255700"/>
          </a:xfrm>
          <a:prstGeom prst="rect">
            <a:avLst/>
          </a:prstGeom>
          <a:noFill/>
          <a:ln>
            <a:noFill/>
          </a:ln>
        </p:spPr>
        <p:txBody>
          <a:bodyPr anchorCtr="0" anchor="t" bIns="91425" lIns="91425" spcFirstLastPara="1" rIns="91425" wrap="square" tIns="91425">
            <a:noAutofit/>
          </a:bodyPr>
          <a:lstStyle>
            <a:lvl1pPr indent="-355600" lvl="0" marL="457200">
              <a:spcBef>
                <a:spcPts val="600"/>
              </a:spcBef>
              <a:spcAft>
                <a:spcPts val="0"/>
              </a:spcAft>
              <a:buClr>
                <a:schemeClr val="dk1"/>
              </a:buClr>
              <a:buSzPts val="2000"/>
              <a:buFont typeface="Karla"/>
              <a:buChar char="▸"/>
              <a:defRPr sz="2000">
                <a:solidFill>
                  <a:schemeClr val="dk1"/>
                </a:solidFill>
                <a:latin typeface="Karla"/>
                <a:ea typeface="Karla"/>
                <a:cs typeface="Karla"/>
                <a:sym typeface="Karla"/>
              </a:defRPr>
            </a:lvl1pPr>
            <a:lvl2pPr indent="-355600" lvl="1" marL="9144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2pPr>
            <a:lvl3pPr indent="-355600" lvl="2" marL="13716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3pPr>
            <a:lvl4pPr indent="-355600" lvl="3" marL="18288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4pPr>
            <a:lvl5pPr indent="-355600" lvl="4" marL="22860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5pPr>
            <a:lvl6pPr indent="-355600" lvl="5" marL="27432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6pPr>
            <a:lvl7pPr indent="-355600" lvl="6" marL="32004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7pPr>
            <a:lvl8pPr indent="-355600" lvl="7" marL="36576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8pPr>
            <a:lvl9pPr indent="-355600" lvl="8" marL="4114800">
              <a:spcBef>
                <a:spcPts val="0"/>
              </a:spcBef>
              <a:spcAft>
                <a:spcPts val="0"/>
              </a:spcAft>
              <a:buClr>
                <a:schemeClr val="dk1"/>
              </a:buClr>
              <a:buSzPts val="2000"/>
              <a:buFont typeface="Karla"/>
              <a:buChar char="■"/>
              <a:defRPr sz="2000">
                <a:solidFill>
                  <a:schemeClr val="dk1"/>
                </a:solidFill>
                <a:latin typeface="Karla"/>
                <a:ea typeface="Karla"/>
                <a:cs typeface="Karla"/>
                <a:sym typeface="Karla"/>
              </a:defRPr>
            </a:lvl9pPr>
          </a:lstStyle>
          <a:p/>
        </p:txBody>
      </p:sp>
      <p:sp>
        <p:nvSpPr>
          <p:cNvPr id="8" name="Google Shape;8;p1"/>
          <p:cNvSpPr txBox="1"/>
          <p:nvPr>
            <p:ph idx="12" type="sldNum"/>
          </p:nvPr>
        </p:nvSpPr>
        <p:spPr>
          <a:xfrm>
            <a:off x="8543227" y="4749851"/>
            <a:ext cx="548700" cy="393600"/>
          </a:xfrm>
          <a:prstGeom prst="rect">
            <a:avLst/>
          </a:prstGeom>
          <a:noFill/>
          <a:ln>
            <a:noFill/>
          </a:ln>
        </p:spPr>
        <p:txBody>
          <a:bodyPr anchorCtr="0" anchor="t" bIns="91425" lIns="91425" spcFirstLastPara="1" rIns="91425" wrap="square" tIns="91425">
            <a:noAutofit/>
          </a:bodyPr>
          <a:lstStyle>
            <a:lvl1pPr lvl="0" algn="r">
              <a:buNone/>
              <a:defRPr b="1" sz="1300">
                <a:solidFill>
                  <a:schemeClr val="lt1"/>
                </a:solidFill>
                <a:latin typeface="Montserrat"/>
                <a:ea typeface="Montserrat"/>
                <a:cs typeface="Montserrat"/>
                <a:sym typeface="Montserrat"/>
              </a:defRPr>
            </a:lvl1pPr>
            <a:lvl2pPr lvl="1" algn="r">
              <a:buNone/>
              <a:defRPr b="1" sz="1300">
                <a:solidFill>
                  <a:schemeClr val="lt1"/>
                </a:solidFill>
                <a:latin typeface="Montserrat"/>
                <a:ea typeface="Montserrat"/>
                <a:cs typeface="Montserrat"/>
                <a:sym typeface="Montserrat"/>
              </a:defRPr>
            </a:lvl2pPr>
            <a:lvl3pPr lvl="2" algn="r">
              <a:buNone/>
              <a:defRPr b="1" sz="1300">
                <a:solidFill>
                  <a:schemeClr val="lt1"/>
                </a:solidFill>
                <a:latin typeface="Montserrat"/>
                <a:ea typeface="Montserrat"/>
                <a:cs typeface="Montserrat"/>
                <a:sym typeface="Montserrat"/>
              </a:defRPr>
            </a:lvl3pPr>
            <a:lvl4pPr lvl="3" algn="r">
              <a:buNone/>
              <a:defRPr b="1" sz="1300">
                <a:solidFill>
                  <a:schemeClr val="lt1"/>
                </a:solidFill>
                <a:latin typeface="Montserrat"/>
                <a:ea typeface="Montserrat"/>
                <a:cs typeface="Montserrat"/>
                <a:sym typeface="Montserrat"/>
              </a:defRPr>
            </a:lvl4pPr>
            <a:lvl5pPr lvl="4" algn="r">
              <a:buNone/>
              <a:defRPr b="1" sz="1300">
                <a:solidFill>
                  <a:schemeClr val="lt1"/>
                </a:solidFill>
                <a:latin typeface="Montserrat"/>
                <a:ea typeface="Montserrat"/>
                <a:cs typeface="Montserrat"/>
                <a:sym typeface="Montserrat"/>
              </a:defRPr>
            </a:lvl5pPr>
            <a:lvl6pPr lvl="5" algn="r">
              <a:buNone/>
              <a:defRPr b="1" sz="1300">
                <a:solidFill>
                  <a:schemeClr val="lt1"/>
                </a:solidFill>
                <a:latin typeface="Montserrat"/>
                <a:ea typeface="Montserrat"/>
                <a:cs typeface="Montserrat"/>
                <a:sym typeface="Montserrat"/>
              </a:defRPr>
            </a:lvl6pPr>
            <a:lvl7pPr lvl="6" algn="r">
              <a:buNone/>
              <a:defRPr b="1" sz="1300">
                <a:solidFill>
                  <a:schemeClr val="lt1"/>
                </a:solidFill>
                <a:latin typeface="Montserrat"/>
                <a:ea typeface="Montserrat"/>
                <a:cs typeface="Montserrat"/>
                <a:sym typeface="Montserrat"/>
              </a:defRPr>
            </a:lvl7pPr>
            <a:lvl8pPr lvl="7" algn="r">
              <a:buNone/>
              <a:defRPr b="1" sz="1300">
                <a:solidFill>
                  <a:schemeClr val="lt1"/>
                </a:solidFill>
                <a:latin typeface="Montserrat"/>
                <a:ea typeface="Montserrat"/>
                <a:cs typeface="Montserrat"/>
                <a:sym typeface="Montserrat"/>
              </a:defRPr>
            </a:lvl8pPr>
            <a:lvl9pPr lvl="8" algn="r">
              <a:buNone/>
              <a:defRPr b="1" sz="1300">
                <a:solidFill>
                  <a:schemeClr val="lt1"/>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Lst>
  <p:transition>
    <p:fade thruBlk="1"/>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PROGRESS_BAR_ID"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hyperlink" Target="#PROGRESS_BAR_ID"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PROGRESS_BAR_ID"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hyperlink" Target="#PROGRESS_BAR_I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PROGRESS_BAR_ID"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PROGRESS_BAR_ID" TargetMode="External"/><Relationship Id="rId4" Type="http://schemas.openxmlformats.org/officeDocument/2006/relationships/image" Target="../media/image9.png"/><Relationship Id="rId5" Type="http://schemas.openxmlformats.org/officeDocument/2006/relationships/hyperlink" Target="https://gs.statcounter.com/browser-market-share#monthly-202209-202309-ba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PROGRESS_BAR_ID"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hyperlink" Target="#PROGRESS_BAR_ID"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hyperlink" Target="#PROGRESS_BAR_ID"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PROGRESS_BAR_ID"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PROGRESS_BAR_ID"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PROGRESS_BAR_ID"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PROGRESS_BAR_ID"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 Id="rId3" Type="http://schemas.openxmlformats.org/officeDocument/2006/relationships/hyperlink" Target="#PROGRESS_BAR_ID"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PROGRESS_BAR_ID"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PROGRESS_BAR_ID"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hyperlink" Target="#PROGRESS_BAR_ID"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PROGRESS_BAR_I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PROGRESS_BAR_ID"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hyperlink" Target="#PROGRESS_BAR_ID"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2.xml"/><Relationship Id="rId3" Type="http://schemas.openxmlformats.org/officeDocument/2006/relationships/hyperlink" Target="#PROGRESS_BAR_ID"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hyperlink" Target="#PROGRESS_BAR_ID"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4.xml"/><Relationship Id="rId3" Type="http://schemas.openxmlformats.org/officeDocument/2006/relationships/hyperlink" Target="#PROGRESS_BAR_ID"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hyperlink" Target="#PROGRESS_BAR_ID"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6.xml"/><Relationship Id="rId3" Type="http://schemas.openxmlformats.org/officeDocument/2006/relationships/hyperlink" Target="#PROGRESS_BAR_ID"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7.xml"/><Relationship Id="rId3" Type="http://schemas.openxmlformats.org/officeDocument/2006/relationships/hyperlink" Target="#PROGRESS_BAR_ID"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8.xml"/><Relationship Id="rId3" Type="http://schemas.openxmlformats.org/officeDocument/2006/relationships/hyperlink" Target="#PROGRESS_BAR_ID"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9.xml"/><Relationship Id="rId3" Type="http://schemas.openxmlformats.org/officeDocument/2006/relationships/hyperlink" Target="#PROGRESS_BAR_ID"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0.xml"/><Relationship Id="rId3" Type="http://schemas.openxmlformats.org/officeDocument/2006/relationships/hyperlink" Target="#PROGRESS_BAR_ID"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3.xml"/><Relationship Id="rId3"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6.xml"/><Relationship Id="rId3" Type="http://schemas.openxmlformats.org/officeDocument/2006/relationships/image" Target="../media/image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8.xml"/><Relationship Id="rId3" Type="http://schemas.openxmlformats.org/officeDocument/2006/relationships/image" Target="../media/image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39.xml"/><Relationship Id="rId3" Type="http://schemas.openxmlformats.org/officeDocument/2006/relationships/image" Target="../media/image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PROGRESS_BAR_ID"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 Id="rId3" Type="http://schemas.openxmlformats.org/officeDocument/2006/relationships/image" Target="../media/image12.jpg"/><Relationship Id="rId4" Type="http://schemas.openxmlformats.org/officeDocument/2006/relationships/hyperlink" Target="#PROGRESS_BAR_ID"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 Id="rId3" Type="http://schemas.openxmlformats.org/officeDocument/2006/relationships/hyperlink" Target="#PROGRESS_BAR_ID"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 Id="rId3" Type="http://schemas.openxmlformats.org/officeDocument/2006/relationships/hyperlink" Target="#PROGRESS_BAR_ID"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PROGRESS_BAR_ID"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 Id="rId3" Type="http://schemas.openxmlformats.org/officeDocument/2006/relationships/hyperlink" Target="#PROGRESS_BAR_ID"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hyperlink" Target="#PROGRESS_BAR_ID"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 Id="rId3" Type="http://schemas.openxmlformats.org/officeDocument/2006/relationships/hyperlink" Target="#PROGRESS_BAR_ID"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 Id="rId3" Type="http://schemas.openxmlformats.org/officeDocument/2006/relationships/hyperlink" Target="#PROGRESS_BAR_ID"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 Id="rId3" Type="http://schemas.openxmlformats.org/officeDocument/2006/relationships/hyperlink" Target="#PROGRESS_BAR_ID"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 Id="rId3" Type="http://schemas.openxmlformats.org/officeDocument/2006/relationships/hyperlink" Target="#PROGRESS_BAR_ID" TargetMode="External"/><Relationship Id="rId4" Type="http://schemas.openxmlformats.org/officeDocument/2006/relationships/hyperlink" Target="https://stackblitz.com/edit/stackblitz-starters-fkwcma?description=HTML/CSS/JS%20Starter&amp;file=styles.css,index.html&amp;terminalHeight=10&amp;title=Static%20Starter"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4.png"/><Relationship Id="rId4" Type="http://schemas.openxmlformats.org/officeDocument/2006/relationships/hyperlink" Target="#PROGRESS_BAR_ID"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2.xml"/><Relationship Id="rId3" Type="http://schemas.openxmlformats.org/officeDocument/2006/relationships/hyperlink" Target="#PROGRESS_BAR_ID"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3.xml"/><Relationship Id="rId3" Type="http://schemas.openxmlformats.org/officeDocument/2006/relationships/hyperlink" Target="#PROGRESS_BAR_ID"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4.xml"/><Relationship Id="rId3" Type="http://schemas.openxmlformats.org/officeDocument/2006/relationships/hyperlink" Target="#PROGRESS_BAR_ID"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5.xml"/><Relationship Id="rId3" Type="http://schemas.openxmlformats.org/officeDocument/2006/relationships/hyperlink" Target="#PROGRESS_BAR_ID"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6.xml"/><Relationship Id="rId3" Type="http://schemas.openxmlformats.org/officeDocument/2006/relationships/hyperlink" Target="#PROGRESS_BAR_ID"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7.xml"/><Relationship Id="rId3" Type="http://schemas.openxmlformats.org/officeDocument/2006/relationships/hyperlink" Target="#PROGRESS_BAR_ID"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8.xml"/><Relationship Id="rId3" Type="http://schemas.openxmlformats.org/officeDocument/2006/relationships/hyperlink" Target="#PROGRESS_BAR_ID"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9.xml"/><Relationship Id="rId3" Type="http://schemas.openxmlformats.org/officeDocument/2006/relationships/hyperlink" Target="#PROGRESS_BAR_ID"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0.xml"/><Relationship Id="rId3" Type="http://schemas.openxmlformats.org/officeDocument/2006/relationships/hyperlink" Target="#PROGRESS_BAR_ID"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1.xml"/><Relationship Id="rId3" Type="http://schemas.openxmlformats.org/officeDocument/2006/relationships/hyperlink" Target="#PROGRESS_BAR_ID"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2.xml"/><Relationship Id="rId3" Type="http://schemas.openxmlformats.org/officeDocument/2006/relationships/hyperlink" Target="#PROGRESS_BAR_ID"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3.xml"/><Relationship Id="rId3" Type="http://schemas.openxmlformats.org/officeDocument/2006/relationships/hyperlink" Target="#PROGRESS_BAR_ID"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4.xml"/><Relationship Id="rId3" Type="http://schemas.openxmlformats.org/officeDocument/2006/relationships/hyperlink" Target="#PROGRESS_BAR_ID"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5.xml"/><Relationship Id="rId3" Type="http://schemas.openxmlformats.org/officeDocument/2006/relationships/hyperlink" Target="#PROGRESS_BAR_ID"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6.xml"/><Relationship Id="rId3" Type="http://schemas.openxmlformats.org/officeDocument/2006/relationships/image" Target="../media/image10.jpg"/><Relationship Id="rId4" Type="http://schemas.openxmlformats.org/officeDocument/2006/relationships/hyperlink" Target="#PROGRESS_BAR_ID" TargetMode="External"/></Relationships>
</file>

<file path=ppt/slides/_rels/slide67.xml.rels><?xml version="1.0" encoding="UTF-8" standalone="yes"?><Relationships xmlns="http://schemas.openxmlformats.org/package/2006/relationships"><Relationship Id="rId11" Type="http://schemas.openxmlformats.org/officeDocument/2006/relationships/image" Target="../media/image7.png"/><Relationship Id="rId10" Type="http://schemas.openxmlformats.org/officeDocument/2006/relationships/hyperlink" Target="https://www.google.it/" TargetMode="External"/><Relationship Id="rId12" Type="http://schemas.openxmlformats.org/officeDocument/2006/relationships/hyperlink" Target="#PROGRESS_BAR_ID" TargetMode="External"/><Relationship Id="rId1" Type="http://schemas.openxmlformats.org/officeDocument/2006/relationships/slideLayout" Target="../slideLayouts/slideLayout10.xml"/><Relationship Id="rId2" Type="http://schemas.openxmlformats.org/officeDocument/2006/relationships/notesSlide" Target="../notesSlides/notesSlide67.xml"/><Relationship Id="rId3" Type="http://schemas.openxmlformats.org/officeDocument/2006/relationships/hyperlink" Target="https://code.visualstudio.com/" TargetMode="External"/><Relationship Id="rId4" Type="http://schemas.openxmlformats.org/officeDocument/2006/relationships/hyperlink" Target="https://stackblitz.com/edit/stackblitz-starters-dspzs4?description=HTML/CSS/JS%20Starter&amp;file=index.html,styles.css&amp;terminalHeight=10&amp;title=Static%20Starter" TargetMode="External"/><Relationship Id="rId9" Type="http://schemas.openxmlformats.org/officeDocument/2006/relationships/hyperlink" Target="https://www.freecodecamp.org/" TargetMode="External"/><Relationship Id="rId5" Type="http://schemas.openxmlformats.org/officeDocument/2006/relationships/hyperlink" Target="https://developer.mozilla.org/en-US/docs/Web/HTML/Element" TargetMode="External"/><Relationship Id="rId6" Type="http://schemas.openxmlformats.org/officeDocument/2006/relationships/hyperlink" Target="https://www.w3schools.com/cssref/css_selectors.asp" TargetMode="External"/><Relationship Id="rId7" Type="http://schemas.openxmlformats.org/officeDocument/2006/relationships/hyperlink" Target="https://www.w3schools.com/cssref/trysel.asp" TargetMode="External"/><Relationship Id="rId8" Type="http://schemas.openxmlformats.org/officeDocument/2006/relationships/hyperlink" Target="https://www.w3schools.com/html/html_filepaths.asp"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hyperlink" Target="#PROGRESS_BAR_I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23" name="Shape 123"/>
        <p:cNvGrpSpPr/>
        <p:nvPr/>
      </p:nvGrpSpPr>
      <p:grpSpPr>
        <a:xfrm>
          <a:off x="0" y="0"/>
          <a:ext cx="0" cy="0"/>
          <a:chOff x="0" y="0"/>
          <a:chExt cx="0" cy="0"/>
        </a:xfrm>
      </p:grpSpPr>
      <p:sp>
        <p:nvSpPr>
          <p:cNvPr id="124" name="Google Shape;124;p24"/>
          <p:cNvSpPr txBox="1"/>
          <p:nvPr>
            <p:ph type="ctrTitle"/>
          </p:nvPr>
        </p:nvSpPr>
        <p:spPr>
          <a:xfrm>
            <a:off x="648300" y="3175950"/>
            <a:ext cx="4229100" cy="118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Corso di</a:t>
            </a:r>
            <a:endParaRPr/>
          </a:p>
          <a:p>
            <a:pPr indent="0" lvl="0" marL="0" rtl="0" algn="l">
              <a:spcBef>
                <a:spcPts val="0"/>
              </a:spcBef>
              <a:spcAft>
                <a:spcPts val="0"/>
              </a:spcAft>
              <a:buNone/>
            </a:pPr>
            <a:r>
              <a:rPr lang="en">
                <a:solidFill>
                  <a:srgbClr val="333333"/>
                </a:solidFill>
              </a:rPr>
              <a:t>CVeDI (8 CFU)</a:t>
            </a:r>
            <a:r>
              <a:rPr lang="en"/>
              <a:t> </a:t>
            </a:r>
            <a:endParaRPr/>
          </a:p>
        </p:txBody>
      </p:sp>
      <p:grpSp>
        <p:nvGrpSpPr>
          <p:cNvPr id="125" name="Google Shape;125;p24"/>
          <p:cNvGrpSpPr/>
          <p:nvPr/>
        </p:nvGrpSpPr>
        <p:grpSpPr>
          <a:xfrm>
            <a:off x="770812" y="2018590"/>
            <a:ext cx="387933" cy="367467"/>
            <a:chOff x="2583100" y="2973775"/>
            <a:chExt cx="461550" cy="437200"/>
          </a:xfrm>
        </p:grpSpPr>
        <p:sp>
          <p:nvSpPr>
            <p:cNvPr id="126" name="Google Shape;126;p24"/>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1217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4"/>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12175">
              <a:solidFill>
                <a:srgbClr val="33333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128" name="Google Shape;128;p24"/>
          <p:cNvCxnSpPr/>
          <p:nvPr/>
        </p:nvCxnSpPr>
        <p:spPr>
          <a:xfrm>
            <a:off x="754150" y="2784125"/>
            <a:ext cx="1516800" cy="0"/>
          </a:xfrm>
          <a:prstGeom prst="straightConnector1">
            <a:avLst/>
          </a:prstGeom>
          <a:noFill/>
          <a:ln cap="flat" cmpd="sng" w="19050">
            <a:solidFill>
              <a:srgbClr val="999999"/>
            </a:solidFill>
            <a:prstDash val="solid"/>
            <a:round/>
            <a:headEnd len="med" w="med" type="none"/>
            <a:tailEnd len="med" w="med" type="none"/>
          </a:ln>
        </p:spPr>
      </p:cxnSp>
      <p:sp>
        <p:nvSpPr>
          <p:cNvPr id="129" name="Google Shape;129;p24"/>
          <p:cNvSpPr txBox="1"/>
          <p:nvPr/>
        </p:nvSpPr>
        <p:spPr>
          <a:xfrm>
            <a:off x="682250" y="2416625"/>
            <a:ext cx="2870100" cy="367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b="1" lang="en" sz="1200">
                <a:solidFill>
                  <a:srgbClr val="999999"/>
                </a:solidFill>
                <a:latin typeface="Montserrat"/>
                <a:ea typeface="Montserrat"/>
                <a:cs typeface="Montserrat"/>
                <a:sym typeface="Montserrat"/>
              </a:rPr>
              <a:t>ESERCITAZIONE 1</a:t>
            </a:r>
            <a:endParaRPr b="1" sz="1200">
              <a:solidFill>
                <a:srgbClr val="999999"/>
              </a:solidFill>
              <a:latin typeface="Montserrat"/>
              <a:ea typeface="Montserrat"/>
              <a:cs typeface="Montserrat"/>
              <a:sym typeface="Montserrat"/>
            </a:endParaRPr>
          </a:p>
        </p:txBody>
      </p:sp>
      <p:pic>
        <p:nvPicPr>
          <p:cNvPr id="130" name="Google Shape;130;p24"/>
          <p:cNvPicPr preferRelativeResize="0"/>
          <p:nvPr/>
        </p:nvPicPr>
        <p:blipFill>
          <a:blip r:embed="rId3">
            <a:alphaModFix/>
          </a:blip>
          <a:stretch>
            <a:fillRect/>
          </a:stretch>
        </p:blipFill>
        <p:spPr>
          <a:xfrm>
            <a:off x="8052459" y="209475"/>
            <a:ext cx="885366" cy="965400"/>
          </a:xfrm>
          <a:prstGeom prst="rect">
            <a:avLst/>
          </a:prstGeom>
          <a:noFill/>
          <a:ln>
            <a:noFill/>
          </a:ln>
        </p:spPr>
      </p:pic>
      <p:grpSp>
        <p:nvGrpSpPr>
          <p:cNvPr id="131" name="Google Shape;131;p24"/>
          <p:cNvGrpSpPr/>
          <p:nvPr/>
        </p:nvGrpSpPr>
        <p:grpSpPr>
          <a:xfrm>
            <a:off x="7075525" y="209475"/>
            <a:ext cx="935100" cy="965400"/>
            <a:chOff x="2211650" y="411500"/>
            <a:chExt cx="935100" cy="965400"/>
          </a:xfrm>
        </p:grpSpPr>
        <p:sp>
          <p:nvSpPr>
            <p:cNvPr id="132" name="Google Shape;132;p24"/>
            <p:cNvSpPr/>
            <p:nvPr/>
          </p:nvSpPr>
          <p:spPr>
            <a:xfrm>
              <a:off x="2211650" y="411500"/>
              <a:ext cx="935100" cy="965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3" name="Google Shape;133;p24"/>
            <p:cNvPicPr preferRelativeResize="0"/>
            <p:nvPr/>
          </p:nvPicPr>
          <p:blipFill>
            <a:blip r:embed="rId4">
              <a:alphaModFix/>
            </a:blip>
            <a:stretch>
              <a:fillRect/>
            </a:stretch>
          </p:blipFill>
          <p:spPr>
            <a:xfrm>
              <a:off x="2241325" y="456337"/>
              <a:ext cx="875725" cy="875725"/>
            </a:xfrm>
            <a:prstGeom prst="rect">
              <a:avLst/>
            </a:prstGeom>
            <a:noFill/>
            <a:ln>
              <a:noFill/>
            </a:ln>
          </p:spPr>
        </p:pic>
      </p:grpSp>
      <p:sp>
        <p:nvSpPr>
          <p:cNvPr id="134" name="Google Shape;134;p24"/>
          <p:cNvSpPr txBox="1"/>
          <p:nvPr/>
        </p:nvSpPr>
        <p:spPr>
          <a:xfrm>
            <a:off x="5802725" y="3214950"/>
            <a:ext cx="2948700" cy="16932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1300">
                <a:solidFill>
                  <a:srgbClr val="FFFFFF"/>
                </a:solidFill>
                <a:latin typeface="Verdana"/>
                <a:ea typeface="Verdana"/>
                <a:cs typeface="Verdana"/>
                <a:sym typeface="Verdana"/>
              </a:rPr>
              <a:t>Elia Guarnieri</a:t>
            </a:r>
            <a:endParaRPr b="1" sz="1300">
              <a:solidFill>
                <a:srgbClr val="FFFFFF"/>
              </a:solidFill>
              <a:latin typeface="Verdana"/>
              <a:ea typeface="Verdana"/>
              <a:cs typeface="Verdana"/>
              <a:sym typeface="Verdana"/>
            </a:endParaRPr>
          </a:p>
          <a:p>
            <a:pPr indent="0" lvl="0" marL="0" rtl="0" algn="ctr">
              <a:spcBef>
                <a:spcPts val="0"/>
              </a:spcBef>
              <a:spcAft>
                <a:spcPts val="0"/>
              </a:spcAft>
              <a:buNone/>
            </a:pPr>
            <a:r>
              <a:rPr b="1" i="1" lang="en" sz="1100">
                <a:solidFill>
                  <a:srgbClr val="FFFFFF"/>
                </a:solidFill>
                <a:latin typeface="Verdana"/>
                <a:ea typeface="Verdana"/>
                <a:cs typeface="Verdana"/>
                <a:sym typeface="Verdana"/>
              </a:rPr>
              <a:t>elia.guarnieri@unimib.it</a:t>
            </a:r>
            <a:endParaRPr b="1" i="1" sz="1100">
              <a:solidFill>
                <a:srgbClr val="FFFFFF"/>
              </a:solidFill>
              <a:latin typeface="Verdana"/>
              <a:ea typeface="Verdana"/>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38" name="Shape 138"/>
        <p:cNvGrpSpPr/>
        <p:nvPr/>
      </p:nvGrpSpPr>
      <p:grpSpPr>
        <a:xfrm>
          <a:off x="0" y="0"/>
          <a:ext cx="0" cy="0"/>
          <a:chOff x="0" y="0"/>
          <a:chExt cx="0" cy="0"/>
        </a:xfrm>
      </p:grpSpPr>
      <p:sp>
        <p:nvSpPr>
          <p:cNvPr id="139" name="Google Shape;139;p2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RIPASSO </a:t>
            </a:r>
            <a:r>
              <a:rPr lang="en"/>
              <a:t>HTML E CSS</a:t>
            </a:r>
            <a:endParaRPr/>
          </a:p>
        </p:txBody>
      </p:sp>
      <p:sp>
        <p:nvSpPr>
          <p:cNvPr id="140" name="Google Shape;140;p25"/>
          <p:cNvSpPr txBox="1"/>
          <p:nvPr>
            <p:ph idx="1" type="body"/>
          </p:nvPr>
        </p:nvSpPr>
        <p:spPr>
          <a:xfrm>
            <a:off x="838250" y="1504950"/>
            <a:ext cx="5324100" cy="22557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AutoNum type="arabicPeriod"/>
            </a:pPr>
            <a:r>
              <a:rPr lang="en"/>
              <a:t>Pagine web e codice di markup</a:t>
            </a:r>
            <a:endParaRPr/>
          </a:p>
          <a:p>
            <a:pPr indent="-355600" lvl="0" marL="457200" rtl="0" algn="l">
              <a:spcBef>
                <a:spcPts val="0"/>
              </a:spcBef>
              <a:spcAft>
                <a:spcPts val="0"/>
              </a:spcAft>
              <a:buSzPts val="2000"/>
              <a:buAutoNum type="arabicPeriod"/>
            </a:pPr>
            <a:r>
              <a:rPr lang="en"/>
              <a:t>Tag e attributi</a:t>
            </a:r>
            <a:endParaRPr/>
          </a:p>
          <a:p>
            <a:pPr indent="-355600" lvl="0" marL="457200" rtl="0" algn="l">
              <a:spcBef>
                <a:spcPts val="0"/>
              </a:spcBef>
              <a:spcAft>
                <a:spcPts val="0"/>
              </a:spcAft>
              <a:buSzPts val="2000"/>
              <a:buAutoNum type="arabicPeriod"/>
            </a:pPr>
            <a:r>
              <a:rPr lang="en"/>
              <a:t>Gerarchia dei tag</a:t>
            </a:r>
            <a:endParaRPr/>
          </a:p>
          <a:p>
            <a:pPr indent="-355600" lvl="0" marL="457200" rtl="0" algn="l">
              <a:spcBef>
                <a:spcPts val="0"/>
              </a:spcBef>
              <a:spcAft>
                <a:spcPts val="0"/>
              </a:spcAft>
              <a:buSzPts val="2000"/>
              <a:buAutoNum type="arabicPeriod"/>
            </a:pPr>
            <a:r>
              <a:rPr lang="en"/>
              <a:t>Introduzione ai CSS</a:t>
            </a:r>
            <a:endParaRPr sz="1400"/>
          </a:p>
          <a:p>
            <a:pPr indent="0" lvl="0" marL="0" rtl="0" algn="l">
              <a:spcBef>
                <a:spcPts val="600"/>
              </a:spcBef>
              <a:spcAft>
                <a:spcPts val="0"/>
              </a:spcAft>
              <a:buNone/>
            </a:pPr>
            <a:r>
              <a:t/>
            </a:r>
            <a:endParaRPr/>
          </a:p>
          <a:p>
            <a:pPr indent="0" lvl="0" marL="457200" rtl="0" algn="l">
              <a:spcBef>
                <a:spcPts val="600"/>
              </a:spcBef>
              <a:spcAft>
                <a:spcPts val="0"/>
              </a:spcAft>
              <a:buNone/>
            </a:pPr>
            <a:r>
              <a:t/>
            </a:r>
            <a:endParaRPr/>
          </a:p>
        </p:txBody>
      </p:sp>
      <p:sp>
        <p:nvSpPr>
          <p:cNvPr id="141" name="Google Shape;141;p2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2" name="Google Shape;142;p25">
            <a:hlinkClick r:id="rId3"/>
          </p:cNvPr>
          <p:cNvSpPr/>
          <p:nvPr/>
        </p:nvSpPr>
        <p:spPr>
          <a:xfrm>
            <a:off x="0" y="5092700"/>
            <a:ext cx="152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46" name="Shape 146"/>
        <p:cNvGrpSpPr/>
        <p:nvPr/>
      </p:nvGrpSpPr>
      <p:grpSpPr>
        <a:xfrm>
          <a:off x="0" y="0"/>
          <a:ext cx="0" cy="0"/>
          <a:chOff x="0" y="0"/>
          <a:chExt cx="0" cy="0"/>
        </a:xfrm>
      </p:grpSpPr>
      <p:sp>
        <p:nvSpPr>
          <p:cNvPr id="147" name="Google Shape;147;p26"/>
          <p:cNvSpPr txBox="1"/>
          <p:nvPr>
            <p:ph type="ctrTitle"/>
          </p:nvPr>
        </p:nvSpPr>
        <p:spPr>
          <a:xfrm>
            <a:off x="648300" y="1354750"/>
            <a:ext cx="35223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a:t>PAGINE WEB E CODICE DI MARKUP</a:t>
            </a:r>
            <a:endParaRPr/>
          </a:p>
        </p:txBody>
      </p:sp>
      <p:sp>
        <p:nvSpPr>
          <p:cNvPr id="148" name="Google Shape;148;p2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149" name="Google Shape;149;p26">
            <a:hlinkClick r:id="rId3"/>
          </p:cNvPr>
          <p:cNvSpPr/>
          <p:nvPr/>
        </p:nvSpPr>
        <p:spPr>
          <a:xfrm>
            <a:off x="0" y="5092700"/>
            <a:ext cx="304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53" name="Shape 153"/>
        <p:cNvGrpSpPr/>
        <p:nvPr/>
      </p:nvGrpSpPr>
      <p:grpSpPr>
        <a:xfrm>
          <a:off x="0" y="0"/>
          <a:ext cx="0" cy="0"/>
          <a:chOff x="0" y="0"/>
          <a:chExt cx="0" cy="0"/>
        </a:xfrm>
      </p:grpSpPr>
      <p:sp>
        <p:nvSpPr>
          <p:cNvPr id="154" name="Google Shape;154;p2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5" name="Google Shape;155;p2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L’ARCHITETTURA DEL WEB</a:t>
            </a:r>
            <a:endParaRPr/>
          </a:p>
        </p:txBody>
      </p:sp>
      <p:sp>
        <p:nvSpPr>
          <p:cNvPr id="156" name="Google Shape;156;p27"/>
          <p:cNvSpPr txBox="1"/>
          <p:nvPr>
            <p:ph idx="1" type="body"/>
          </p:nvPr>
        </p:nvSpPr>
        <p:spPr>
          <a:xfrm>
            <a:off x="838250" y="1504950"/>
            <a:ext cx="5324100" cy="2647500"/>
          </a:xfrm>
          <a:prstGeom prst="rect">
            <a:avLst/>
          </a:prstGeom>
        </p:spPr>
        <p:txBody>
          <a:bodyPr anchorCtr="0" anchor="t" bIns="91425" lIns="91425" spcFirstLastPara="1" rIns="91425" wrap="square" tIns="91425">
            <a:spAutoFit/>
          </a:bodyPr>
          <a:lstStyle/>
          <a:p>
            <a:pPr indent="-323850" lvl="0" marL="457200" rtl="0" algn="l">
              <a:lnSpc>
                <a:spcPct val="100000"/>
              </a:lnSpc>
              <a:spcBef>
                <a:spcPts val="600"/>
              </a:spcBef>
              <a:spcAft>
                <a:spcPts val="0"/>
              </a:spcAft>
              <a:buSzPts val="1500"/>
              <a:buChar char="▸"/>
            </a:pPr>
            <a:r>
              <a:rPr lang="en" sz="1500"/>
              <a:t>Internet è una rete di reti.</a:t>
            </a:r>
            <a:endParaRPr sz="1500"/>
          </a:p>
          <a:p>
            <a:pPr indent="-323850" lvl="0" marL="457200" rtl="0" algn="l">
              <a:lnSpc>
                <a:spcPct val="100000"/>
              </a:lnSpc>
              <a:spcBef>
                <a:spcPts val="1000"/>
              </a:spcBef>
              <a:spcAft>
                <a:spcPts val="0"/>
              </a:spcAft>
              <a:buSzPts val="1500"/>
              <a:buChar char="▸"/>
            </a:pPr>
            <a:r>
              <a:rPr lang="en" sz="1500"/>
              <a:t>I nodi delle reti di computer sono anche detti </a:t>
            </a:r>
            <a:r>
              <a:rPr b="1" lang="en" sz="1500"/>
              <a:t>host</a:t>
            </a:r>
            <a:r>
              <a:rPr lang="en" sz="1500"/>
              <a:t>, “ospiti”, perché ospitano le applicazioni.</a:t>
            </a:r>
            <a:endParaRPr sz="1500"/>
          </a:p>
          <a:p>
            <a:pPr indent="-323850" lvl="0" marL="457200" rtl="0" algn="l">
              <a:lnSpc>
                <a:spcPct val="100000"/>
              </a:lnSpc>
              <a:spcBef>
                <a:spcPts val="1000"/>
              </a:spcBef>
              <a:spcAft>
                <a:spcPts val="0"/>
              </a:spcAft>
              <a:buSzPts val="1500"/>
              <a:buChar char="▸"/>
            </a:pPr>
            <a:r>
              <a:rPr lang="en" sz="1500"/>
              <a:t>La comunicazione tra diverse entità della rete è regolata dai cosiddetti “</a:t>
            </a:r>
            <a:r>
              <a:rPr b="1" lang="en" sz="1500"/>
              <a:t>protocolli di comunicazione</a:t>
            </a:r>
            <a:r>
              <a:rPr lang="en" sz="1500"/>
              <a:t>”</a:t>
            </a:r>
            <a:endParaRPr sz="1500"/>
          </a:p>
          <a:p>
            <a:pPr indent="-323850" lvl="0" marL="457200" rtl="0" algn="l">
              <a:lnSpc>
                <a:spcPct val="100000"/>
              </a:lnSpc>
              <a:spcBef>
                <a:spcPts val="1000"/>
              </a:spcBef>
              <a:spcAft>
                <a:spcPts val="1000"/>
              </a:spcAft>
              <a:buSzPts val="1500"/>
              <a:buChar char="▸"/>
            </a:pPr>
            <a:r>
              <a:rPr lang="en" sz="1500"/>
              <a:t>Possiamo affermare che il </a:t>
            </a:r>
            <a:r>
              <a:rPr b="1" lang="en" sz="1500"/>
              <a:t>World Wide Web </a:t>
            </a:r>
            <a:r>
              <a:rPr lang="en" sz="1500"/>
              <a:t>è nato dall’applicazione del concetto di </a:t>
            </a:r>
            <a:r>
              <a:rPr b="1" lang="en" sz="1500"/>
              <a:t>ipertesto </a:t>
            </a:r>
            <a:r>
              <a:rPr lang="en" sz="1500"/>
              <a:t>al contesto di Internet (Tim Barners-Lee, primi anni ‘90)</a:t>
            </a:r>
            <a:endParaRPr sz="1500"/>
          </a:p>
        </p:txBody>
      </p:sp>
      <p:sp>
        <p:nvSpPr>
          <p:cNvPr id="157" name="Google Shape;157;p27">
            <a:hlinkClick r:id="rId3"/>
          </p:cNvPr>
          <p:cNvSpPr/>
          <p:nvPr/>
        </p:nvSpPr>
        <p:spPr>
          <a:xfrm>
            <a:off x="0" y="5092700"/>
            <a:ext cx="457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61" name="Shape 161"/>
        <p:cNvGrpSpPr/>
        <p:nvPr/>
      </p:nvGrpSpPr>
      <p:grpSpPr>
        <a:xfrm>
          <a:off x="0" y="0"/>
          <a:ext cx="0" cy="0"/>
          <a:chOff x="0" y="0"/>
          <a:chExt cx="0" cy="0"/>
        </a:xfrm>
      </p:grpSpPr>
      <p:sp>
        <p:nvSpPr>
          <p:cNvPr id="162" name="Google Shape;162;p28"/>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L’ARCHITETTURA DEL WEB</a:t>
            </a:r>
            <a:endParaRPr/>
          </a:p>
        </p:txBody>
      </p:sp>
      <p:sp>
        <p:nvSpPr>
          <p:cNvPr id="163" name="Google Shape;163;p28"/>
          <p:cNvSpPr txBox="1"/>
          <p:nvPr>
            <p:ph idx="1" type="body"/>
          </p:nvPr>
        </p:nvSpPr>
        <p:spPr>
          <a:xfrm>
            <a:off x="838250" y="1504950"/>
            <a:ext cx="5324100" cy="4155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Il Web supporta l’interazione tra client e server via </a:t>
            </a:r>
            <a:r>
              <a:rPr b="1" lang="en" sz="1500"/>
              <a:t>HTTP</a:t>
            </a:r>
            <a:endParaRPr sz="1500"/>
          </a:p>
        </p:txBody>
      </p:sp>
      <p:pic>
        <p:nvPicPr>
          <p:cNvPr id="164" name="Google Shape;164;p28"/>
          <p:cNvPicPr preferRelativeResize="0"/>
          <p:nvPr/>
        </p:nvPicPr>
        <p:blipFill>
          <a:blip r:embed="rId3">
            <a:alphaModFix/>
          </a:blip>
          <a:stretch>
            <a:fillRect/>
          </a:stretch>
        </p:blipFill>
        <p:spPr>
          <a:xfrm>
            <a:off x="2451409" y="1920450"/>
            <a:ext cx="2097975" cy="1003175"/>
          </a:xfrm>
          <a:prstGeom prst="rect">
            <a:avLst/>
          </a:prstGeom>
          <a:noFill/>
          <a:ln>
            <a:noFill/>
          </a:ln>
        </p:spPr>
      </p:pic>
      <p:sp>
        <p:nvSpPr>
          <p:cNvPr id="165" name="Google Shape;165;p2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6" name="Google Shape;166;p28"/>
          <p:cNvSpPr txBox="1"/>
          <p:nvPr/>
        </p:nvSpPr>
        <p:spPr>
          <a:xfrm>
            <a:off x="838350" y="2923625"/>
            <a:ext cx="5324100" cy="1595700"/>
          </a:xfrm>
          <a:prstGeom prst="rect">
            <a:avLst/>
          </a:prstGeom>
          <a:noFill/>
          <a:ln>
            <a:noFill/>
          </a:ln>
        </p:spPr>
        <p:txBody>
          <a:bodyPr anchorCtr="0" anchor="t" bIns="91425" lIns="91425" spcFirstLastPara="1" rIns="91425" wrap="square" tIns="91425">
            <a:spAutoFit/>
          </a:bodyPr>
          <a:lstStyle/>
          <a:p>
            <a:pPr indent="-323850" lvl="0" marL="457200" rtl="0" algn="l">
              <a:spcBef>
                <a:spcPts val="600"/>
              </a:spcBef>
              <a:spcAft>
                <a:spcPts val="0"/>
              </a:spcAft>
              <a:buClr>
                <a:schemeClr val="dk1"/>
              </a:buClr>
              <a:buSzPts val="1500"/>
              <a:buFont typeface="Karla"/>
              <a:buChar char="▸"/>
            </a:pPr>
            <a:r>
              <a:rPr lang="en" sz="1500">
                <a:solidFill>
                  <a:schemeClr val="dk1"/>
                </a:solidFill>
                <a:latin typeface="Karla"/>
                <a:ea typeface="Karla"/>
                <a:cs typeface="Karla"/>
                <a:sym typeface="Karla"/>
              </a:rPr>
              <a:t>il client è realizzato da un “Browser”</a:t>
            </a:r>
            <a:endParaRPr sz="1500">
              <a:solidFill>
                <a:schemeClr val="dk1"/>
              </a:solidFill>
              <a:latin typeface="Karla"/>
              <a:ea typeface="Karla"/>
              <a:cs typeface="Karla"/>
              <a:sym typeface="Karla"/>
            </a:endParaRPr>
          </a:p>
          <a:p>
            <a:pPr indent="-323850" lvl="0" marL="457200" rtl="0" algn="l">
              <a:spcBef>
                <a:spcPts val="1000"/>
              </a:spcBef>
              <a:spcAft>
                <a:spcPts val="0"/>
              </a:spcAft>
              <a:buClr>
                <a:schemeClr val="dk1"/>
              </a:buClr>
              <a:buSzPts val="1500"/>
              <a:buFont typeface="Karla"/>
              <a:buChar char="▸"/>
            </a:pPr>
            <a:r>
              <a:rPr lang="en" sz="1500">
                <a:solidFill>
                  <a:schemeClr val="dk1"/>
                </a:solidFill>
                <a:latin typeface="Karla"/>
                <a:ea typeface="Karla"/>
                <a:cs typeface="Karla"/>
                <a:sym typeface="Karla"/>
              </a:rPr>
              <a:t>il server è realizzato da un “HTTP Server” o “Web Server”</a:t>
            </a:r>
            <a:endParaRPr sz="1500">
              <a:solidFill>
                <a:schemeClr val="dk1"/>
              </a:solidFill>
              <a:latin typeface="Karla"/>
              <a:ea typeface="Karla"/>
              <a:cs typeface="Karla"/>
              <a:sym typeface="Karla"/>
            </a:endParaRPr>
          </a:p>
          <a:p>
            <a:pPr indent="-323850" lvl="0" marL="457200" rtl="0" algn="l">
              <a:spcBef>
                <a:spcPts val="1000"/>
              </a:spcBef>
              <a:spcAft>
                <a:spcPts val="1000"/>
              </a:spcAft>
              <a:buClr>
                <a:schemeClr val="dk1"/>
              </a:buClr>
              <a:buSzPts val="1500"/>
              <a:buFont typeface="Karla"/>
              <a:buChar char="▸"/>
            </a:pPr>
            <a:r>
              <a:rPr lang="en" sz="1500">
                <a:solidFill>
                  <a:schemeClr val="dk1"/>
                </a:solidFill>
                <a:latin typeface="Karla"/>
                <a:ea typeface="Karla"/>
                <a:cs typeface="Karla"/>
                <a:sym typeface="Karla"/>
              </a:rPr>
              <a:t>l’interazione “client/server” si configura come “domanda/risposta” </a:t>
            </a:r>
            <a:endParaRPr/>
          </a:p>
        </p:txBody>
      </p:sp>
      <p:sp>
        <p:nvSpPr>
          <p:cNvPr id="167" name="Google Shape;167;p28">
            <a:hlinkClick r:id="rId4"/>
          </p:cNvPr>
          <p:cNvSpPr/>
          <p:nvPr/>
        </p:nvSpPr>
        <p:spPr>
          <a:xfrm>
            <a:off x="0" y="5092700"/>
            <a:ext cx="609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171" name="Shape 171"/>
        <p:cNvGrpSpPr/>
        <p:nvPr/>
      </p:nvGrpSpPr>
      <p:grpSpPr>
        <a:xfrm>
          <a:off x="0" y="0"/>
          <a:ext cx="0" cy="0"/>
          <a:chOff x="0" y="0"/>
          <a:chExt cx="0" cy="0"/>
        </a:xfrm>
      </p:grpSpPr>
      <p:sp>
        <p:nvSpPr>
          <p:cNvPr id="172" name="Google Shape;172;p29"/>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IL BROWSER</a:t>
            </a:r>
            <a:endParaRPr/>
          </a:p>
        </p:txBody>
      </p:sp>
      <p:sp>
        <p:nvSpPr>
          <p:cNvPr id="173" name="Google Shape;173;p29"/>
          <p:cNvSpPr txBox="1"/>
          <p:nvPr>
            <p:ph idx="1" type="body"/>
          </p:nvPr>
        </p:nvSpPr>
        <p:spPr>
          <a:xfrm>
            <a:off x="838250" y="1504950"/>
            <a:ext cx="5324100" cy="32838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400"/>
              <a:t>Il </a:t>
            </a:r>
            <a:r>
              <a:rPr b="1" lang="en" sz="1400"/>
              <a:t>browser</a:t>
            </a:r>
            <a:r>
              <a:rPr lang="en" sz="1400"/>
              <a:t> è l’applicazione per il Web sul lato del client. Dall’inglese “to browse” che vuol dire “sfogliare”.</a:t>
            </a:r>
            <a:endParaRPr sz="1400"/>
          </a:p>
          <a:p>
            <a:pPr indent="0" lvl="0" marL="0" rtl="0" algn="l">
              <a:spcBef>
                <a:spcPts val="1000"/>
              </a:spcBef>
              <a:spcAft>
                <a:spcPts val="0"/>
              </a:spcAft>
              <a:buNone/>
            </a:pPr>
            <a:r>
              <a:rPr lang="en" sz="1400"/>
              <a:t>Un web browser (detto User-Agent) è un programma che consente la navigazione nel Web da parte di un utente.</a:t>
            </a:r>
            <a:endParaRPr sz="1400"/>
          </a:p>
          <a:p>
            <a:pPr indent="0" lvl="0" marL="0" rtl="0" algn="l">
              <a:spcBef>
                <a:spcPts val="1000"/>
              </a:spcBef>
              <a:spcAft>
                <a:spcPts val="0"/>
              </a:spcAft>
              <a:buNone/>
            </a:pPr>
            <a:r>
              <a:rPr lang="en" sz="1400"/>
              <a:t>La funzione primaria di un browser è quella di </a:t>
            </a:r>
            <a:r>
              <a:rPr b="1" lang="en" sz="1400"/>
              <a:t>interpretare</a:t>
            </a:r>
            <a:r>
              <a:rPr i="1" lang="en" sz="1400"/>
              <a:t> </a:t>
            </a:r>
            <a:r>
              <a:rPr lang="en" sz="1400"/>
              <a:t>il</a:t>
            </a:r>
            <a:r>
              <a:rPr i="1" lang="en" sz="1400"/>
              <a:t> </a:t>
            </a:r>
            <a:r>
              <a:rPr b="1" lang="en" sz="1400"/>
              <a:t>codice </a:t>
            </a:r>
            <a:r>
              <a:rPr lang="en" sz="1400"/>
              <a:t>con cui sono espresse le informazioni (pagine web) e visualizzarlo (operazione di </a:t>
            </a:r>
            <a:r>
              <a:rPr b="1" lang="en" sz="1400"/>
              <a:t>rendering</a:t>
            </a:r>
            <a:r>
              <a:rPr lang="en" sz="1400"/>
              <a:t>) in forma di ipertesto.</a:t>
            </a:r>
            <a:endParaRPr sz="1400"/>
          </a:p>
          <a:p>
            <a:pPr indent="0" lvl="0" marL="0" rtl="0" algn="l">
              <a:spcBef>
                <a:spcPts val="1000"/>
              </a:spcBef>
              <a:spcAft>
                <a:spcPts val="0"/>
              </a:spcAft>
              <a:buNone/>
            </a:pPr>
            <a:r>
              <a:rPr lang="en" sz="1400"/>
              <a:t>I browser moderni hanno anche funzioni più avanzate per trattare altri tipi di dati (i.e. Multimedialità, RSS, …)</a:t>
            </a:r>
            <a:endParaRPr sz="1400"/>
          </a:p>
          <a:p>
            <a:pPr indent="0" lvl="0" marL="0" rtl="0" algn="l">
              <a:spcBef>
                <a:spcPts val="1000"/>
              </a:spcBef>
              <a:spcAft>
                <a:spcPts val="1000"/>
              </a:spcAft>
              <a:buNone/>
            </a:pPr>
            <a:r>
              <a:rPr lang="en" sz="1400"/>
              <a:t>Il rendering dipende dai dispositivi utilizzati, anche “non visuali”, ad esempio per supportare utenti non-vedenti (es., sintesi vocale, alfabeto Braille)</a:t>
            </a:r>
            <a:endParaRPr sz="1400"/>
          </a:p>
        </p:txBody>
      </p:sp>
      <p:sp>
        <p:nvSpPr>
          <p:cNvPr id="174" name="Google Shape;174;p2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9">
            <a:hlinkClick r:id="rId3"/>
          </p:cNvPr>
          <p:cNvSpPr/>
          <p:nvPr/>
        </p:nvSpPr>
        <p:spPr>
          <a:xfrm>
            <a:off x="0" y="5092700"/>
            <a:ext cx="762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DIFFUSIONE DEI BROWSER</a:t>
            </a:r>
            <a:endParaRPr/>
          </a:p>
        </p:txBody>
      </p:sp>
      <p:sp>
        <p:nvSpPr>
          <p:cNvPr id="181" name="Google Shape;181;p3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2" name="Google Shape;182;p30">
            <a:hlinkClick r:id="rId3"/>
          </p:cNvPr>
          <p:cNvSpPr/>
          <p:nvPr/>
        </p:nvSpPr>
        <p:spPr>
          <a:xfrm>
            <a:off x="0" y="5092700"/>
            <a:ext cx="914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30"/>
          <p:cNvPicPr preferRelativeResize="0"/>
          <p:nvPr/>
        </p:nvPicPr>
        <p:blipFill>
          <a:blip r:embed="rId4">
            <a:alphaModFix/>
          </a:blip>
          <a:stretch>
            <a:fillRect/>
          </a:stretch>
        </p:blipFill>
        <p:spPr>
          <a:xfrm>
            <a:off x="914400" y="1439850"/>
            <a:ext cx="5569725" cy="3132950"/>
          </a:xfrm>
          <a:prstGeom prst="rect">
            <a:avLst/>
          </a:prstGeom>
          <a:noFill/>
          <a:ln>
            <a:noFill/>
          </a:ln>
        </p:spPr>
      </p:pic>
      <p:sp>
        <p:nvSpPr>
          <p:cNvPr id="184" name="Google Shape;184;p30"/>
          <p:cNvSpPr txBox="1"/>
          <p:nvPr/>
        </p:nvSpPr>
        <p:spPr>
          <a:xfrm>
            <a:off x="7915900" y="936250"/>
            <a:ext cx="681300" cy="4002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1000"/>
              </a:spcAft>
              <a:buNone/>
            </a:pPr>
            <a:r>
              <a:rPr lang="en" u="sng">
                <a:solidFill>
                  <a:schemeClr val="hlink"/>
                </a:solidFill>
                <a:latin typeface="Karla"/>
                <a:ea typeface="Karla"/>
                <a:cs typeface="Karla"/>
                <a:sym typeface="Karla"/>
                <a:hlinkClick r:id="rId5"/>
              </a:rPr>
              <a:t>Fonte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WEB PAGE</a:t>
            </a:r>
            <a:endParaRPr/>
          </a:p>
        </p:txBody>
      </p:sp>
      <p:sp>
        <p:nvSpPr>
          <p:cNvPr id="190" name="Google Shape;190;p31"/>
          <p:cNvSpPr txBox="1"/>
          <p:nvPr>
            <p:ph idx="1" type="body"/>
          </p:nvPr>
        </p:nvSpPr>
        <p:spPr>
          <a:xfrm>
            <a:off x="838250" y="1504950"/>
            <a:ext cx="5324100" cy="3276000"/>
          </a:xfrm>
          <a:prstGeom prst="rect">
            <a:avLst/>
          </a:prstGeom>
        </p:spPr>
        <p:txBody>
          <a:bodyPr anchorCtr="0" anchor="t" bIns="91425" lIns="91425" spcFirstLastPara="1" rIns="91425" wrap="square" tIns="91425">
            <a:spAutoFit/>
          </a:bodyPr>
          <a:lstStyle/>
          <a:p>
            <a:pPr indent="-311150" lvl="0" marL="457200" marR="0" rtl="0" algn="l">
              <a:lnSpc>
                <a:spcPct val="115000"/>
              </a:lnSpc>
              <a:spcBef>
                <a:spcPts val="1000"/>
              </a:spcBef>
              <a:spcAft>
                <a:spcPts val="0"/>
              </a:spcAft>
              <a:buSzPts val="1300"/>
              <a:buChar char="▸"/>
            </a:pPr>
            <a:r>
              <a:rPr lang="en" sz="1300"/>
              <a:t>Una </a:t>
            </a:r>
            <a:r>
              <a:rPr b="1" lang="en" sz="1300"/>
              <a:t>pagina web</a:t>
            </a:r>
            <a:r>
              <a:rPr lang="en" sz="1300"/>
              <a:t> (web page, o anche documento) è costituita da diversi oggetti (risorse nella terminologia del we</a:t>
            </a:r>
            <a:r>
              <a:rPr lang="en" sz="1300"/>
              <a:t>b)</a:t>
            </a:r>
            <a:r>
              <a:rPr lang="en" sz="1300"/>
              <a:t>.</a:t>
            </a:r>
            <a:endParaRPr sz="1300"/>
          </a:p>
          <a:p>
            <a:pPr indent="-311150" lvl="0" marL="457200" marR="0" rtl="0" algn="l">
              <a:lnSpc>
                <a:spcPct val="115000"/>
              </a:lnSpc>
              <a:spcBef>
                <a:spcPts val="1600"/>
              </a:spcBef>
              <a:spcAft>
                <a:spcPts val="0"/>
              </a:spcAft>
              <a:buSzPts val="1300"/>
              <a:buChar char="▸"/>
            </a:pPr>
            <a:r>
              <a:rPr lang="en" sz="1300"/>
              <a:t>Una </a:t>
            </a:r>
            <a:r>
              <a:rPr b="1" lang="en" sz="1300"/>
              <a:t>risorsa </a:t>
            </a:r>
            <a:r>
              <a:rPr lang="en" sz="1300"/>
              <a:t>è un file, cioè una sequenza di dati (in formato digitale), residente in un computer. Questo file è identificato da un </a:t>
            </a:r>
            <a:r>
              <a:rPr b="1" lang="en" sz="1300"/>
              <a:t>URL </a:t>
            </a:r>
            <a:r>
              <a:rPr lang="en" sz="1300"/>
              <a:t>(cioè un </a:t>
            </a:r>
            <a:r>
              <a:rPr i="1" lang="en" sz="1300"/>
              <a:t>indirizzo univoco</a:t>
            </a:r>
            <a:r>
              <a:rPr lang="en" sz="1300"/>
              <a:t> per la risorsa).</a:t>
            </a:r>
            <a:endParaRPr sz="1300"/>
          </a:p>
          <a:p>
            <a:pPr indent="-311150" lvl="0" marL="457200" marR="0" rtl="0" algn="l">
              <a:lnSpc>
                <a:spcPct val="115000"/>
              </a:lnSpc>
              <a:spcBef>
                <a:spcPts val="1000"/>
              </a:spcBef>
              <a:spcAft>
                <a:spcPts val="0"/>
              </a:spcAft>
              <a:buSzPts val="1300"/>
              <a:buChar char="▸"/>
            </a:pPr>
            <a:r>
              <a:rPr lang="en" sz="1300"/>
              <a:t>La maggior parte delle pagine web sono costituite da un file </a:t>
            </a:r>
            <a:r>
              <a:rPr b="1" lang="en" sz="1300"/>
              <a:t>HTML </a:t>
            </a:r>
            <a:r>
              <a:rPr lang="en" sz="1300"/>
              <a:t>che definisce </a:t>
            </a:r>
            <a:r>
              <a:rPr i="1" lang="en" sz="1300"/>
              <a:t>la struttura e i contenuti </a:t>
            </a:r>
            <a:r>
              <a:rPr lang="en" sz="1300"/>
              <a:t>della pagina.</a:t>
            </a:r>
            <a:endParaRPr sz="1300"/>
          </a:p>
          <a:p>
            <a:pPr indent="-311150" lvl="0" marL="457200" marR="0" rtl="0" algn="l">
              <a:lnSpc>
                <a:spcPct val="115000"/>
              </a:lnSpc>
              <a:spcBef>
                <a:spcPts val="1000"/>
              </a:spcBef>
              <a:spcAft>
                <a:spcPts val="0"/>
              </a:spcAft>
              <a:buSzPts val="1300"/>
              <a:buChar char="▸"/>
            </a:pPr>
            <a:r>
              <a:rPr lang="en" sz="1300"/>
              <a:t>L’HTML è il linguaggio con cui si scrivono gli ipertesti. Permette di definire collegamenti, inserire immagini, elenchi...</a:t>
            </a:r>
            <a:endParaRPr sz="1300"/>
          </a:p>
          <a:p>
            <a:pPr indent="-311150" lvl="0" marL="457200" marR="0" rtl="0" algn="l">
              <a:lnSpc>
                <a:spcPct val="115000"/>
              </a:lnSpc>
              <a:spcBef>
                <a:spcPts val="1000"/>
              </a:spcBef>
              <a:spcAft>
                <a:spcPts val="1600"/>
              </a:spcAft>
              <a:buSzPts val="1300"/>
              <a:buChar char="▸"/>
            </a:pPr>
            <a:r>
              <a:rPr lang="en" sz="1300"/>
              <a:t>Il </a:t>
            </a:r>
            <a:r>
              <a:rPr b="1" lang="en" sz="1300"/>
              <a:t>Web Server</a:t>
            </a:r>
            <a:r>
              <a:rPr lang="en" sz="1300"/>
              <a:t> si occupa di gestire le risorse (file) su un computer e di renderle disponibili ai client. </a:t>
            </a:r>
            <a:endParaRPr sz="1300"/>
          </a:p>
        </p:txBody>
      </p:sp>
      <p:sp>
        <p:nvSpPr>
          <p:cNvPr id="191" name="Google Shape;191;p3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2" name="Google Shape;192;p31">
            <a:hlinkClick r:id="rId3"/>
          </p:cNvPr>
          <p:cNvSpPr/>
          <p:nvPr/>
        </p:nvSpPr>
        <p:spPr>
          <a:xfrm>
            <a:off x="0" y="5092700"/>
            <a:ext cx="1066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32"/>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GLI IPERTESTI</a:t>
            </a:r>
            <a:endParaRPr/>
          </a:p>
        </p:txBody>
      </p:sp>
      <p:sp>
        <p:nvSpPr>
          <p:cNvPr id="198" name="Google Shape;198;p32"/>
          <p:cNvSpPr txBox="1"/>
          <p:nvPr>
            <p:ph idx="1" type="body"/>
          </p:nvPr>
        </p:nvSpPr>
        <p:spPr>
          <a:xfrm>
            <a:off x="838250" y="1504950"/>
            <a:ext cx="5324100" cy="15699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Un </a:t>
            </a:r>
            <a:r>
              <a:rPr b="1" lang="en" sz="1500"/>
              <a:t>ipertesto </a:t>
            </a:r>
            <a:r>
              <a:rPr lang="en" sz="1500"/>
              <a:t>(hypertext) è un insieme di testi o pagine leggibili in maniera </a:t>
            </a:r>
            <a:r>
              <a:rPr i="1" lang="en" sz="1500"/>
              <a:t>non sequenziale</a:t>
            </a:r>
            <a:r>
              <a:rPr lang="en" sz="1500"/>
              <a:t>, tramite particolari collegamenti che si chiamano hyperlink (o più semplicemente link), che costituiscono un rete raggiata o variamente incrociata di informazioni organizzate secondo criteri paritetici o gerarchici (i.e. menu) </a:t>
            </a:r>
            <a:endParaRPr sz="1500"/>
          </a:p>
        </p:txBody>
      </p:sp>
      <p:pic>
        <p:nvPicPr>
          <p:cNvPr id="199" name="Google Shape;199;p32"/>
          <p:cNvPicPr preferRelativeResize="0"/>
          <p:nvPr/>
        </p:nvPicPr>
        <p:blipFill>
          <a:blip r:embed="rId3">
            <a:alphaModFix/>
          </a:blip>
          <a:stretch>
            <a:fillRect/>
          </a:stretch>
        </p:blipFill>
        <p:spPr>
          <a:xfrm>
            <a:off x="2130675" y="3245175"/>
            <a:ext cx="2739450" cy="1299325"/>
          </a:xfrm>
          <a:prstGeom prst="rect">
            <a:avLst/>
          </a:prstGeom>
          <a:noFill/>
          <a:ln>
            <a:noFill/>
          </a:ln>
        </p:spPr>
      </p:pic>
      <p:sp>
        <p:nvSpPr>
          <p:cNvPr id="200" name="Google Shape;200;p3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32">
            <a:hlinkClick r:id="rId4"/>
          </p:cNvPr>
          <p:cNvSpPr/>
          <p:nvPr/>
        </p:nvSpPr>
        <p:spPr>
          <a:xfrm>
            <a:off x="0" y="5092700"/>
            <a:ext cx="1219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3"/>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 LINGUAGGI DI MARKUP</a:t>
            </a:r>
            <a:endParaRPr/>
          </a:p>
        </p:txBody>
      </p:sp>
      <p:sp>
        <p:nvSpPr>
          <p:cNvPr id="207" name="Google Shape;207;p33"/>
          <p:cNvSpPr txBox="1"/>
          <p:nvPr>
            <p:ph idx="1" type="body"/>
          </p:nvPr>
        </p:nvSpPr>
        <p:spPr>
          <a:xfrm>
            <a:off x="838250" y="1504950"/>
            <a:ext cx="5324100" cy="2724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 sz="1500"/>
              <a:t>HTML </a:t>
            </a:r>
            <a:r>
              <a:rPr lang="en" sz="1500"/>
              <a:t>(HyperText Markup Language)</a:t>
            </a:r>
            <a:r>
              <a:rPr b="1" lang="en" sz="1500"/>
              <a:t> </a:t>
            </a:r>
            <a:r>
              <a:rPr lang="en" sz="1500"/>
              <a:t>è un linguaggio di markup</a:t>
            </a:r>
            <a:endParaRPr sz="1500"/>
          </a:p>
          <a:p>
            <a:pPr indent="0" lvl="0" marL="0" rtl="0" algn="l">
              <a:spcBef>
                <a:spcPts val="600"/>
              </a:spcBef>
              <a:spcAft>
                <a:spcPts val="0"/>
              </a:spcAft>
              <a:buNone/>
            </a:pPr>
            <a:r>
              <a:rPr lang="en" sz="1500"/>
              <a:t>In generale, un linguaggio di markup è un linguaggio che consente di descrivere dati tramite dei </a:t>
            </a:r>
            <a:r>
              <a:rPr b="1" lang="en" sz="1500"/>
              <a:t>marcatori </a:t>
            </a:r>
            <a:r>
              <a:rPr lang="en" sz="1500"/>
              <a:t>(tag)</a:t>
            </a:r>
            <a:endParaRPr sz="1500"/>
          </a:p>
          <a:p>
            <a:pPr indent="0" lvl="0" marL="0" rtl="0" algn="l">
              <a:spcBef>
                <a:spcPts val="600"/>
              </a:spcBef>
              <a:spcAft>
                <a:spcPts val="0"/>
              </a:spcAft>
              <a:buNone/>
            </a:pPr>
            <a:r>
              <a:rPr lang="en" sz="1500"/>
              <a:t>Il termine markup (o marcatura) deriva dall'</a:t>
            </a:r>
            <a:r>
              <a:rPr b="1" lang="en" sz="1500"/>
              <a:t>ambiente tipografico</a:t>
            </a:r>
            <a:r>
              <a:rPr lang="en" sz="1500"/>
              <a:t> (le parti del testo che andavano evidenziate durante la stampa venivano segnalate con dei marcatori)</a:t>
            </a:r>
            <a:endParaRPr sz="1500"/>
          </a:p>
          <a:p>
            <a:pPr indent="0" lvl="0" marL="0" rtl="0" algn="l">
              <a:spcBef>
                <a:spcPts val="600"/>
              </a:spcBef>
              <a:spcAft>
                <a:spcPts val="0"/>
              </a:spcAft>
              <a:buNone/>
            </a:pPr>
            <a:r>
              <a:rPr lang="en" sz="1500"/>
              <a:t>Così come il compositore delle tipografie interpretava i marcatori, oggi i client web interpretano i tag e trattano il loro contenuto seguendo determinate convenzioni</a:t>
            </a:r>
            <a:endParaRPr sz="1500"/>
          </a:p>
        </p:txBody>
      </p:sp>
      <p:sp>
        <p:nvSpPr>
          <p:cNvPr id="208" name="Google Shape;208;p3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9" name="Google Shape;209;p33">
            <a:hlinkClick r:id="rId3"/>
          </p:cNvPr>
          <p:cNvSpPr/>
          <p:nvPr/>
        </p:nvSpPr>
        <p:spPr>
          <a:xfrm>
            <a:off x="0" y="5092700"/>
            <a:ext cx="1371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4"/>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NON È UN LINGUAGGIO DI PROGRAMMAZIONE</a:t>
            </a:r>
            <a:endParaRPr/>
          </a:p>
        </p:txBody>
      </p:sp>
      <p:sp>
        <p:nvSpPr>
          <p:cNvPr id="215" name="Google Shape;215;p34"/>
          <p:cNvSpPr txBox="1"/>
          <p:nvPr>
            <p:ph idx="1" type="body"/>
          </p:nvPr>
        </p:nvSpPr>
        <p:spPr>
          <a:xfrm>
            <a:off x="838250" y="1504950"/>
            <a:ext cx="5324100" cy="31092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I linguaggi di programmazione sono dei linguaggi formali che permettono l’elaborazione dei dati in input per generare un output</a:t>
            </a:r>
            <a:endParaRPr sz="1500"/>
          </a:p>
          <a:p>
            <a:pPr indent="0" lvl="0" marL="0" rtl="0" algn="l">
              <a:spcBef>
                <a:spcPts val="600"/>
              </a:spcBef>
              <a:spcAft>
                <a:spcPts val="0"/>
              </a:spcAft>
              <a:buNone/>
            </a:pPr>
            <a:r>
              <a:rPr lang="en" sz="1500"/>
              <a:t>Per fare questo i linguaggi di programmazione mettono a disposizione degli strumenti di base come le istruzioni e le variabili</a:t>
            </a:r>
            <a:endParaRPr sz="1500"/>
          </a:p>
          <a:p>
            <a:pPr indent="0" lvl="0" marL="0" rtl="0" algn="l">
              <a:spcBef>
                <a:spcPts val="600"/>
              </a:spcBef>
              <a:spcAft>
                <a:spcPts val="0"/>
              </a:spcAft>
              <a:buNone/>
            </a:pPr>
            <a:r>
              <a:rPr lang="en" sz="1500"/>
              <a:t>HTML (così come CSS) non è un linguaggio di programmazione. I tag possono venire annidati l’uno dentro l’altro e definire la struttura gerarchica del documento, ma si occupano principalmente della </a:t>
            </a:r>
            <a:r>
              <a:rPr b="1" lang="en" sz="1500"/>
              <a:t>presentazione </a:t>
            </a:r>
            <a:r>
              <a:rPr lang="en" sz="1500"/>
              <a:t>dei dati, non della loro elaborazione o generazione</a:t>
            </a:r>
            <a:endParaRPr sz="1500"/>
          </a:p>
        </p:txBody>
      </p:sp>
      <p:sp>
        <p:nvSpPr>
          <p:cNvPr id="216" name="Google Shape;216;p3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 name="Google Shape;217;p34">
            <a:hlinkClick r:id="rId3"/>
          </p:cNvPr>
          <p:cNvSpPr/>
          <p:nvPr/>
        </p:nvSpPr>
        <p:spPr>
          <a:xfrm>
            <a:off x="0" y="5092700"/>
            <a:ext cx="1524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PAGINA HTML</a:t>
            </a:r>
            <a:endParaRPr/>
          </a:p>
        </p:txBody>
      </p:sp>
      <p:sp>
        <p:nvSpPr>
          <p:cNvPr id="223" name="Google Shape;223;p35"/>
          <p:cNvSpPr txBox="1"/>
          <p:nvPr>
            <p:ph idx="1" type="body"/>
          </p:nvPr>
        </p:nvSpPr>
        <p:spPr>
          <a:xfrm>
            <a:off x="838250" y="1504950"/>
            <a:ext cx="5324100" cy="23859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900"/>
              <a:t>Una </a:t>
            </a:r>
            <a:r>
              <a:rPr b="1" lang="en" sz="1900"/>
              <a:t>pagina HTML</a:t>
            </a:r>
            <a:r>
              <a:rPr lang="en" sz="1900"/>
              <a:t> è rappresentata da un file di testo, ovvero un file che possiamo modificare con programmi come notepad. </a:t>
            </a:r>
            <a:endParaRPr sz="1900"/>
          </a:p>
          <a:p>
            <a:pPr indent="0" lvl="0" marL="0" rtl="0" algn="l">
              <a:spcBef>
                <a:spcPts val="600"/>
              </a:spcBef>
              <a:spcAft>
                <a:spcPts val="0"/>
              </a:spcAft>
              <a:buNone/>
            </a:pPr>
            <a:r>
              <a:rPr lang="en" sz="1900"/>
              <a:t>Basta salvare il documento con l’estensione “.html”</a:t>
            </a:r>
            <a:endParaRPr sz="1900"/>
          </a:p>
          <a:p>
            <a:pPr indent="0" lvl="0" marL="0" rtl="0" algn="l">
              <a:spcBef>
                <a:spcPts val="600"/>
              </a:spcBef>
              <a:spcAft>
                <a:spcPts val="0"/>
              </a:spcAft>
              <a:buNone/>
            </a:pPr>
            <a:r>
              <a:rPr lang="en" sz="1900"/>
              <a:t>Da quel momento in poi, sarà possibile aprirlo in un browser per visualizzare il rendering</a:t>
            </a:r>
            <a:endParaRPr sz="1900"/>
          </a:p>
        </p:txBody>
      </p:sp>
      <p:sp>
        <p:nvSpPr>
          <p:cNvPr id="224" name="Google Shape;224;p3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5" name="Google Shape;225;p35">
            <a:hlinkClick r:id="rId3"/>
          </p:cNvPr>
          <p:cNvSpPr/>
          <p:nvPr/>
        </p:nvSpPr>
        <p:spPr>
          <a:xfrm>
            <a:off x="0" y="5092700"/>
            <a:ext cx="1676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6"/>
          <p:cNvSpPr txBox="1"/>
          <p:nvPr/>
        </p:nvSpPr>
        <p:spPr>
          <a:xfrm>
            <a:off x="956075" y="1638550"/>
            <a:ext cx="5324100" cy="2978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doctype</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html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html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head</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title</a:t>
            </a:r>
            <a:r>
              <a:rPr lang="en" sz="1050">
                <a:solidFill>
                  <a:srgbClr val="ABB2BF"/>
                </a:solidFill>
                <a:latin typeface="Fira Code"/>
                <a:ea typeface="Fira Code"/>
                <a:cs typeface="Fira Code"/>
                <a:sym typeface="Fira Code"/>
              </a:rPr>
              <a:t>&gt;Pagina HTML base&lt;/</a:t>
            </a:r>
            <a:r>
              <a:rPr lang="en" sz="1050">
                <a:solidFill>
                  <a:srgbClr val="E06C75"/>
                </a:solidFill>
                <a:latin typeface="Fira Code"/>
                <a:ea typeface="Fira Code"/>
                <a:cs typeface="Fira Code"/>
                <a:sym typeface="Fira Code"/>
              </a:rPr>
              <a:t>title</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head</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body</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a:t>
            </a:r>
            <a:r>
              <a:rPr lang="en" sz="1050">
                <a:solidFill>
                  <a:srgbClr val="5C6370"/>
                </a:solidFill>
                <a:latin typeface="Fira Code"/>
                <a:ea typeface="Fira Code"/>
                <a:cs typeface="Fira Code"/>
                <a:sym typeface="Fira Code"/>
              </a:rPr>
              <a:t>&lt;!-- solo il codice in questa sezione sarà visualizzato --&gt;</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Costruiamo una pagina web…</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body</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html</a:t>
            </a:r>
            <a:r>
              <a:rPr lang="en" sz="1050">
                <a:solidFill>
                  <a:srgbClr val="ABB2BF"/>
                </a:solidFill>
                <a:latin typeface="Fira Code"/>
                <a:ea typeface="Fira Code"/>
                <a:cs typeface="Fira Code"/>
                <a:sym typeface="Fira Code"/>
              </a:rPr>
              <a:t>&gt;</a:t>
            </a:r>
            <a:endParaRPr sz="1050">
              <a:latin typeface="Fira Code"/>
              <a:ea typeface="Fira Code"/>
              <a:cs typeface="Fira Code"/>
              <a:sym typeface="Fira Code"/>
            </a:endParaRPr>
          </a:p>
        </p:txBody>
      </p:sp>
      <p:sp>
        <p:nvSpPr>
          <p:cNvPr id="231" name="Google Shape;231;p36"/>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PAGINA HTML</a:t>
            </a:r>
            <a:r>
              <a:rPr lang="en"/>
              <a:t>	</a:t>
            </a:r>
            <a:r>
              <a:rPr lang="en"/>
              <a:t>BASE </a:t>
            </a:r>
            <a:r>
              <a:rPr lang="en"/>
              <a:t>-</a:t>
            </a:r>
            <a:r>
              <a:rPr lang="en"/>
              <a:t> ESEMPIO DI ANNIDAMENTO DEI TAG</a:t>
            </a:r>
            <a:endParaRPr/>
          </a:p>
        </p:txBody>
      </p:sp>
      <p:sp>
        <p:nvSpPr>
          <p:cNvPr id="232" name="Google Shape;232;p3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3" name="Google Shape;233;p36">
            <a:hlinkClick r:id="rId3"/>
          </p:cNvPr>
          <p:cNvSpPr/>
          <p:nvPr/>
        </p:nvSpPr>
        <p:spPr>
          <a:xfrm>
            <a:off x="0" y="5092700"/>
            <a:ext cx="1828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37" name="Shape 237"/>
        <p:cNvGrpSpPr/>
        <p:nvPr/>
      </p:nvGrpSpPr>
      <p:grpSpPr>
        <a:xfrm>
          <a:off x="0" y="0"/>
          <a:ext cx="0" cy="0"/>
          <a:chOff x="0" y="0"/>
          <a:chExt cx="0" cy="0"/>
        </a:xfrm>
      </p:grpSpPr>
      <p:sp>
        <p:nvSpPr>
          <p:cNvPr id="238" name="Google Shape;238;p37"/>
          <p:cNvSpPr txBox="1"/>
          <p:nvPr>
            <p:ph type="ctrTitle"/>
          </p:nvPr>
        </p:nvSpPr>
        <p:spPr>
          <a:xfrm>
            <a:off x="648300" y="1354750"/>
            <a:ext cx="35223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a:t>TAG E ATTRIBUTI</a:t>
            </a:r>
            <a:endParaRPr/>
          </a:p>
        </p:txBody>
      </p:sp>
      <p:sp>
        <p:nvSpPr>
          <p:cNvPr id="239" name="Google Shape;239;p3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40" name="Google Shape;240;p37">
            <a:hlinkClick r:id="rId3"/>
          </p:cNvPr>
          <p:cNvSpPr/>
          <p:nvPr/>
        </p:nvSpPr>
        <p:spPr>
          <a:xfrm>
            <a:off x="0" y="5092700"/>
            <a:ext cx="1981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44" name="Shape 244"/>
        <p:cNvGrpSpPr/>
        <p:nvPr/>
      </p:nvGrpSpPr>
      <p:grpSpPr>
        <a:xfrm>
          <a:off x="0" y="0"/>
          <a:ext cx="0" cy="0"/>
          <a:chOff x="0" y="0"/>
          <a:chExt cx="0" cy="0"/>
        </a:xfrm>
      </p:grpSpPr>
      <p:sp>
        <p:nvSpPr>
          <p:cNvPr id="245" name="Google Shape;245;p3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46" name="Google Shape;246;p38"/>
          <p:cNvSpPr txBox="1"/>
          <p:nvPr/>
        </p:nvSpPr>
        <p:spPr>
          <a:xfrm>
            <a:off x="2222100" y="2325450"/>
            <a:ext cx="4630800" cy="4926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&lt;</a:t>
            </a:r>
            <a:r>
              <a:rPr lang="en" sz="2000">
                <a:solidFill>
                  <a:srgbClr val="E06C75"/>
                </a:solidFill>
                <a:latin typeface="Fira Code"/>
                <a:ea typeface="Fira Code"/>
                <a:cs typeface="Fira Code"/>
                <a:sym typeface="Fira Code"/>
              </a:rPr>
              <a:t>tag</a:t>
            </a:r>
            <a:r>
              <a:rPr lang="en" sz="2000">
                <a:solidFill>
                  <a:srgbClr val="ABB2BF"/>
                </a:solidFill>
                <a:latin typeface="Fira Code"/>
                <a:ea typeface="Fira Code"/>
                <a:cs typeface="Fira Code"/>
                <a:sym typeface="Fira Code"/>
              </a:rPr>
              <a:t>&gt;</a:t>
            </a:r>
            <a:r>
              <a:rPr lang="en" sz="2000">
                <a:solidFill>
                  <a:srgbClr val="5C6370"/>
                </a:solidFill>
                <a:latin typeface="Fira Code"/>
                <a:ea typeface="Fira Code"/>
                <a:cs typeface="Fira Code"/>
                <a:sym typeface="Fira Code"/>
              </a:rPr>
              <a:t>&lt;!-- contenuto --&gt;</a:t>
            </a:r>
            <a:r>
              <a:rPr lang="en" sz="2000">
                <a:solidFill>
                  <a:srgbClr val="ABB2BF"/>
                </a:solidFill>
                <a:latin typeface="Fira Code"/>
                <a:ea typeface="Fira Code"/>
                <a:cs typeface="Fira Code"/>
                <a:sym typeface="Fira Code"/>
              </a:rPr>
              <a:t>&lt;/</a:t>
            </a:r>
            <a:r>
              <a:rPr lang="en" sz="2000">
                <a:solidFill>
                  <a:srgbClr val="E06C75"/>
                </a:solidFill>
                <a:latin typeface="Fira Code"/>
                <a:ea typeface="Fira Code"/>
                <a:cs typeface="Fira Code"/>
                <a:sym typeface="Fira Code"/>
              </a:rPr>
              <a:t>tag</a:t>
            </a:r>
            <a:r>
              <a:rPr lang="en" sz="2000">
                <a:solidFill>
                  <a:srgbClr val="ABB2BF"/>
                </a:solidFill>
                <a:latin typeface="Fira Code"/>
                <a:ea typeface="Fira Code"/>
                <a:cs typeface="Fira Code"/>
                <a:sym typeface="Fira Code"/>
              </a:rPr>
              <a:t>&gt;</a:t>
            </a:r>
            <a:endParaRPr sz="2000">
              <a:solidFill>
                <a:srgbClr val="ABB2BF"/>
              </a:solidFill>
              <a:latin typeface="Fira Code"/>
              <a:ea typeface="Fira Code"/>
              <a:cs typeface="Fira Code"/>
              <a:sym typeface="Fira Code"/>
            </a:endParaRPr>
          </a:p>
        </p:txBody>
      </p:sp>
      <p:sp>
        <p:nvSpPr>
          <p:cNvPr id="247" name="Google Shape;247;p38"/>
          <p:cNvSpPr txBox="1"/>
          <p:nvPr/>
        </p:nvSpPr>
        <p:spPr>
          <a:xfrm>
            <a:off x="2222100" y="3070750"/>
            <a:ext cx="1085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latin typeface="Karla"/>
                <a:ea typeface="Karla"/>
                <a:cs typeface="Karla"/>
                <a:sym typeface="Karla"/>
              </a:rPr>
              <a:t>APERTURA</a:t>
            </a:r>
            <a:endParaRPr>
              <a:latin typeface="Karla"/>
              <a:ea typeface="Karla"/>
              <a:cs typeface="Karla"/>
              <a:sym typeface="Karla"/>
            </a:endParaRPr>
          </a:p>
        </p:txBody>
      </p:sp>
      <p:sp>
        <p:nvSpPr>
          <p:cNvPr id="248" name="Google Shape;248;p38"/>
          <p:cNvSpPr txBox="1"/>
          <p:nvPr/>
        </p:nvSpPr>
        <p:spPr>
          <a:xfrm>
            <a:off x="5767800" y="3070750"/>
            <a:ext cx="1085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latin typeface="Karla"/>
                <a:ea typeface="Karla"/>
                <a:cs typeface="Karla"/>
                <a:sym typeface="Karla"/>
              </a:rPr>
              <a:t>CHIUSURA</a:t>
            </a:r>
            <a:endParaRPr>
              <a:latin typeface="Karla"/>
              <a:ea typeface="Karla"/>
              <a:cs typeface="Karla"/>
              <a:sym typeface="Karla"/>
            </a:endParaRPr>
          </a:p>
        </p:txBody>
      </p:sp>
      <p:sp>
        <p:nvSpPr>
          <p:cNvPr id="249" name="Google Shape;249;p38">
            <a:hlinkClick r:id="rId3"/>
          </p:cNvPr>
          <p:cNvSpPr/>
          <p:nvPr/>
        </p:nvSpPr>
        <p:spPr>
          <a:xfrm>
            <a:off x="0" y="5092700"/>
            <a:ext cx="2133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9"/>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lnSpc>
                <a:spcPct val="115000"/>
              </a:lnSpc>
              <a:spcBef>
                <a:spcPts val="800"/>
              </a:spcBef>
              <a:spcAft>
                <a:spcPts val="800"/>
              </a:spcAft>
              <a:buNone/>
            </a:pPr>
            <a:r>
              <a:rPr lang="en"/>
              <a:t>GLI ELEMENTI IN HTML</a:t>
            </a:r>
            <a:endParaRPr/>
          </a:p>
        </p:txBody>
      </p:sp>
      <p:sp>
        <p:nvSpPr>
          <p:cNvPr id="255" name="Google Shape;255;p39"/>
          <p:cNvSpPr txBox="1"/>
          <p:nvPr>
            <p:ph idx="1" type="body"/>
          </p:nvPr>
        </p:nvSpPr>
        <p:spPr>
          <a:xfrm>
            <a:off x="838250" y="1504950"/>
            <a:ext cx="5324100" cy="2237100"/>
          </a:xfrm>
          <a:prstGeom prst="rect">
            <a:avLst/>
          </a:prstGeom>
        </p:spPr>
        <p:txBody>
          <a:bodyPr anchorCtr="0" anchor="t" bIns="91425" lIns="91425" spcFirstLastPara="1" rIns="91425" wrap="square" tIns="91425">
            <a:spAutoFit/>
          </a:bodyPr>
          <a:lstStyle/>
          <a:p>
            <a:pPr indent="0" lvl="0" marL="0" marR="190500" rtl="0" algn="l">
              <a:lnSpc>
                <a:spcPct val="100000"/>
              </a:lnSpc>
              <a:spcBef>
                <a:spcPts val="800"/>
              </a:spcBef>
              <a:spcAft>
                <a:spcPts val="0"/>
              </a:spcAft>
              <a:buNone/>
            </a:pPr>
            <a:r>
              <a:rPr lang="en" sz="1500">
                <a:solidFill>
                  <a:srgbClr val="333333"/>
                </a:solidFill>
              </a:rPr>
              <a:t>Molti elementi in HTML servono per descrivere porzioni di pagina, aree, o contenuti. Ad esempio </a:t>
            </a:r>
            <a:r>
              <a:rPr lang="en" sz="1500">
                <a:solidFill>
                  <a:srgbClr val="333333"/>
                </a:solidFill>
                <a:latin typeface="Fira Code"/>
                <a:ea typeface="Fira Code"/>
                <a:cs typeface="Fira Code"/>
                <a:sym typeface="Fira Code"/>
              </a:rPr>
              <a:t>&lt;body&gt;</a:t>
            </a:r>
            <a:r>
              <a:rPr lang="en" sz="1500">
                <a:solidFill>
                  <a:srgbClr val="333333"/>
                </a:solidFill>
              </a:rPr>
              <a:t> descrive il contenuto di tutta la pagina, </a:t>
            </a:r>
            <a:r>
              <a:rPr lang="en" sz="1500">
                <a:solidFill>
                  <a:srgbClr val="333333"/>
                </a:solidFill>
                <a:latin typeface="Fira Code"/>
                <a:ea typeface="Fira Code"/>
                <a:cs typeface="Fira Code"/>
                <a:sym typeface="Fira Code"/>
              </a:rPr>
              <a:t>&lt;h1&gt;</a:t>
            </a:r>
            <a:r>
              <a:rPr lang="en" sz="1500">
                <a:solidFill>
                  <a:srgbClr val="333333"/>
                </a:solidFill>
              </a:rPr>
              <a:t> racchiude un titolo e </a:t>
            </a:r>
            <a:r>
              <a:rPr lang="en" sz="1500">
                <a:solidFill>
                  <a:srgbClr val="333333"/>
                </a:solidFill>
                <a:latin typeface="Fira Code"/>
                <a:ea typeface="Fira Code"/>
                <a:cs typeface="Fira Code"/>
                <a:sym typeface="Fira Code"/>
              </a:rPr>
              <a:t>&lt;p&gt;</a:t>
            </a:r>
            <a:r>
              <a:rPr lang="en" sz="1500">
                <a:solidFill>
                  <a:srgbClr val="333333"/>
                </a:solidFill>
              </a:rPr>
              <a:t> denota un paragrafo nel testo</a:t>
            </a:r>
            <a:endParaRPr sz="1500">
              <a:solidFill>
                <a:srgbClr val="333333"/>
              </a:solidFill>
            </a:endParaRPr>
          </a:p>
          <a:p>
            <a:pPr indent="0" lvl="0" marL="0" marR="190500" rtl="0" algn="l">
              <a:lnSpc>
                <a:spcPct val="100000"/>
              </a:lnSpc>
              <a:spcBef>
                <a:spcPts val="800"/>
              </a:spcBef>
              <a:spcAft>
                <a:spcPts val="0"/>
              </a:spcAft>
              <a:buNone/>
            </a:pPr>
            <a:r>
              <a:rPr lang="en" sz="1500">
                <a:solidFill>
                  <a:srgbClr val="333333"/>
                </a:solidFill>
              </a:rPr>
              <a:t>Pertanto </a:t>
            </a:r>
            <a:r>
              <a:rPr b="1" lang="en" sz="1500">
                <a:solidFill>
                  <a:srgbClr val="333333"/>
                </a:solidFill>
              </a:rPr>
              <a:t>un elemento HTML è quasi sempre un contenitore</a:t>
            </a:r>
            <a:r>
              <a:rPr lang="en" sz="1500">
                <a:solidFill>
                  <a:srgbClr val="333333"/>
                </a:solidFill>
              </a:rPr>
              <a:t> e il suo contenuto è delimitato da</a:t>
            </a:r>
            <a:endParaRPr sz="1500">
              <a:solidFill>
                <a:srgbClr val="333333"/>
              </a:solidFill>
            </a:endParaRPr>
          </a:p>
          <a:p>
            <a:pPr indent="-323850" lvl="0" marL="457200" rtl="0" algn="l">
              <a:lnSpc>
                <a:spcPct val="100000"/>
              </a:lnSpc>
              <a:spcBef>
                <a:spcPts val="800"/>
              </a:spcBef>
              <a:spcAft>
                <a:spcPts val="0"/>
              </a:spcAft>
              <a:buClr>
                <a:srgbClr val="333333"/>
              </a:buClr>
              <a:buSzPts val="1500"/>
              <a:buFont typeface="Source Code Pro"/>
              <a:buChar char="▸"/>
            </a:pPr>
            <a:r>
              <a:rPr lang="en" sz="1500">
                <a:solidFill>
                  <a:srgbClr val="333333"/>
                </a:solidFill>
              </a:rPr>
              <a:t>tag di apertura (es. </a:t>
            </a:r>
            <a:r>
              <a:rPr lang="en" sz="1500">
                <a:solidFill>
                  <a:srgbClr val="333333"/>
                </a:solidFill>
                <a:latin typeface="Fira Code"/>
                <a:ea typeface="Fira Code"/>
                <a:cs typeface="Fira Code"/>
                <a:sym typeface="Fira Code"/>
              </a:rPr>
              <a:t>&lt;div&gt;</a:t>
            </a:r>
            <a:r>
              <a:rPr lang="en" sz="1500">
                <a:solidFill>
                  <a:srgbClr val="333333"/>
                </a:solidFill>
              </a:rPr>
              <a:t>);</a:t>
            </a:r>
            <a:endParaRPr sz="1500">
              <a:solidFill>
                <a:srgbClr val="333333"/>
              </a:solidFill>
            </a:endParaRPr>
          </a:p>
          <a:p>
            <a:pPr indent="-323850" lvl="0" marL="457200" rtl="0" algn="l">
              <a:lnSpc>
                <a:spcPct val="100000"/>
              </a:lnSpc>
              <a:spcBef>
                <a:spcPts val="0"/>
              </a:spcBef>
              <a:spcAft>
                <a:spcPts val="0"/>
              </a:spcAft>
              <a:buClr>
                <a:srgbClr val="333333"/>
              </a:buClr>
              <a:buSzPts val="1500"/>
              <a:buFont typeface="Source Code Pro"/>
              <a:buChar char="▸"/>
            </a:pPr>
            <a:r>
              <a:rPr lang="en" sz="1500">
                <a:solidFill>
                  <a:srgbClr val="333333"/>
                </a:solidFill>
              </a:rPr>
              <a:t>tag di chiusura (es. </a:t>
            </a:r>
            <a:r>
              <a:rPr lang="en" sz="1500">
                <a:solidFill>
                  <a:srgbClr val="333333"/>
                </a:solidFill>
                <a:latin typeface="Fira Code"/>
                <a:ea typeface="Fira Code"/>
                <a:cs typeface="Fira Code"/>
                <a:sym typeface="Fira Code"/>
              </a:rPr>
              <a:t>&lt;/div&gt;</a:t>
            </a:r>
            <a:r>
              <a:rPr lang="en" sz="1500">
                <a:solidFill>
                  <a:srgbClr val="333333"/>
                </a:solidFill>
              </a:rPr>
              <a:t>).</a:t>
            </a:r>
            <a:endParaRPr sz="1500"/>
          </a:p>
        </p:txBody>
      </p:sp>
      <p:sp>
        <p:nvSpPr>
          <p:cNvPr id="256" name="Google Shape;256;p3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7" name="Google Shape;257;p39"/>
          <p:cNvSpPr txBox="1"/>
          <p:nvPr/>
        </p:nvSpPr>
        <p:spPr>
          <a:xfrm>
            <a:off x="956075" y="3867800"/>
            <a:ext cx="53241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Lorem ipsum, quia dolor sit, amet, consectetur, adipisci</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velit, sed quia non numquam eius modi tempora incidunt.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258" name="Google Shape;258;p39">
            <a:hlinkClick r:id="rId3"/>
          </p:cNvPr>
          <p:cNvSpPr/>
          <p:nvPr/>
        </p:nvSpPr>
        <p:spPr>
          <a:xfrm>
            <a:off x="0" y="5092700"/>
            <a:ext cx="2286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ESEMPIO DI RENDERING</a:t>
            </a:r>
            <a:endParaRPr/>
          </a:p>
        </p:txBody>
      </p:sp>
      <p:sp>
        <p:nvSpPr>
          <p:cNvPr id="264" name="Google Shape;264;p40"/>
          <p:cNvSpPr txBox="1"/>
          <p:nvPr>
            <p:ph idx="1" type="body"/>
          </p:nvPr>
        </p:nvSpPr>
        <p:spPr>
          <a:xfrm>
            <a:off x="838250" y="1504950"/>
            <a:ext cx="5324100" cy="946500"/>
          </a:xfrm>
          <a:prstGeom prst="rect">
            <a:avLst/>
          </a:prstGeom>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None/>
            </a:pPr>
            <a:r>
              <a:rPr lang="en" sz="1500"/>
              <a:t>Una frase contenuta tra i tags </a:t>
            </a:r>
            <a:r>
              <a:rPr lang="en" sz="1500">
                <a:latin typeface="Fira Code"/>
                <a:ea typeface="Fira Code"/>
                <a:cs typeface="Fira Code"/>
                <a:sym typeface="Fira Code"/>
              </a:rPr>
              <a:t>&lt;u&gt;&lt;/u&gt;</a:t>
            </a:r>
            <a:r>
              <a:rPr lang="en" sz="1500"/>
              <a:t>, quando viene richiamata da un browser, viene visualizzata come sottolineata (u=underline, sottolinea)</a:t>
            </a:r>
            <a:endParaRPr sz="1500" u="sng"/>
          </a:p>
        </p:txBody>
      </p:sp>
      <p:sp>
        <p:nvSpPr>
          <p:cNvPr id="265" name="Google Shape;265;p4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40"/>
          <p:cNvSpPr txBox="1"/>
          <p:nvPr/>
        </p:nvSpPr>
        <p:spPr>
          <a:xfrm>
            <a:off x="945825" y="3062850"/>
            <a:ext cx="22683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u</a:t>
            </a:r>
            <a:r>
              <a:rPr lang="en" sz="1050">
                <a:solidFill>
                  <a:srgbClr val="ABB2BF"/>
                </a:solidFill>
                <a:latin typeface="Fira Code"/>
                <a:ea typeface="Fira Code"/>
                <a:cs typeface="Fira Code"/>
                <a:sym typeface="Fira Code"/>
              </a:rPr>
              <a:t>&gt;Esercitazioni CVeDI&lt;/</a:t>
            </a:r>
            <a:r>
              <a:rPr lang="en" sz="1050">
                <a:solidFill>
                  <a:srgbClr val="E06C75"/>
                </a:solidFill>
                <a:latin typeface="Fira Code"/>
                <a:ea typeface="Fira Code"/>
                <a:cs typeface="Fira Code"/>
                <a:sym typeface="Fira Code"/>
              </a:rPr>
              <a:t>u</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267" name="Google Shape;267;p40"/>
          <p:cNvSpPr txBox="1"/>
          <p:nvPr/>
        </p:nvSpPr>
        <p:spPr>
          <a:xfrm>
            <a:off x="4301850" y="3028200"/>
            <a:ext cx="1860600" cy="415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None/>
            </a:pPr>
            <a:r>
              <a:rPr lang="en" sz="1500" u="sng">
                <a:solidFill>
                  <a:schemeClr val="dk1"/>
                </a:solidFill>
                <a:latin typeface="Karla"/>
                <a:ea typeface="Karla"/>
                <a:cs typeface="Karla"/>
                <a:sym typeface="Karla"/>
              </a:rPr>
              <a:t>Esercitazioni CVeDI</a:t>
            </a:r>
            <a:endParaRPr/>
          </a:p>
        </p:txBody>
      </p:sp>
      <p:sp>
        <p:nvSpPr>
          <p:cNvPr id="268" name="Google Shape;268;p40">
            <a:hlinkClick r:id="rId3"/>
          </p:cNvPr>
          <p:cNvSpPr/>
          <p:nvPr/>
        </p:nvSpPr>
        <p:spPr>
          <a:xfrm>
            <a:off x="0" y="5092700"/>
            <a:ext cx="2438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9" name="Google Shape;269;p40"/>
          <p:cNvCxnSpPr/>
          <p:nvPr/>
        </p:nvCxnSpPr>
        <p:spPr>
          <a:xfrm>
            <a:off x="3364263" y="3235950"/>
            <a:ext cx="882000" cy="0"/>
          </a:xfrm>
          <a:prstGeom prst="straightConnector1">
            <a:avLst/>
          </a:prstGeom>
          <a:noFill/>
          <a:ln cap="flat" cmpd="sng" w="9525">
            <a:solidFill>
              <a:srgbClr val="ABB2BF"/>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73" name="Shape 273"/>
        <p:cNvGrpSpPr/>
        <p:nvPr/>
      </p:nvGrpSpPr>
      <p:grpSpPr>
        <a:xfrm>
          <a:off x="0" y="0"/>
          <a:ext cx="0" cy="0"/>
          <a:chOff x="0" y="0"/>
          <a:chExt cx="0" cy="0"/>
        </a:xfrm>
      </p:grpSpPr>
      <p:sp>
        <p:nvSpPr>
          <p:cNvPr id="274" name="Google Shape;274;p4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275" name="Google Shape;275;p41"/>
          <p:cNvSpPr txBox="1"/>
          <p:nvPr/>
        </p:nvSpPr>
        <p:spPr>
          <a:xfrm>
            <a:off x="2256600" y="1281000"/>
            <a:ext cx="4630800" cy="25815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&lt;</a:t>
            </a:r>
            <a:r>
              <a:rPr lang="en" sz="2000">
                <a:solidFill>
                  <a:srgbClr val="E06C75"/>
                </a:solidFill>
                <a:latin typeface="Fira Code"/>
                <a:ea typeface="Fira Code"/>
                <a:cs typeface="Fira Code"/>
                <a:sym typeface="Fira Code"/>
              </a:rPr>
              <a:t>tag</a:t>
            </a:r>
            <a:endParaRPr sz="2000">
              <a:solidFill>
                <a:srgbClr val="E06C75"/>
              </a:solidFill>
              <a:latin typeface="Fira Code"/>
              <a:ea typeface="Fira Code"/>
              <a:cs typeface="Fira Code"/>
              <a:sym typeface="Fira Code"/>
            </a:endParaRPr>
          </a:p>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  </a:t>
            </a:r>
            <a:r>
              <a:rPr lang="en" sz="2000">
                <a:solidFill>
                  <a:srgbClr val="D19A66"/>
                </a:solidFill>
                <a:latin typeface="Fira Code"/>
                <a:ea typeface="Fira Code"/>
                <a:cs typeface="Fira Code"/>
                <a:sym typeface="Fira Code"/>
              </a:rPr>
              <a:t>attributo1</a:t>
            </a:r>
            <a:r>
              <a:rPr lang="en" sz="2000">
                <a:solidFill>
                  <a:srgbClr val="ABB2BF"/>
                </a:solidFill>
                <a:latin typeface="Fira Code"/>
                <a:ea typeface="Fira Code"/>
                <a:cs typeface="Fira Code"/>
                <a:sym typeface="Fira Code"/>
              </a:rPr>
              <a:t>=</a:t>
            </a:r>
            <a:r>
              <a:rPr lang="en" sz="2000">
                <a:solidFill>
                  <a:srgbClr val="98C379"/>
                </a:solidFill>
                <a:latin typeface="Fira Code"/>
                <a:ea typeface="Fira Code"/>
                <a:cs typeface="Fira Code"/>
                <a:sym typeface="Fira Code"/>
              </a:rPr>
              <a:t>"valore1"</a:t>
            </a:r>
            <a:endParaRPr sz="2000">
              <a:solidFill>
                <a:srgbClr val="98C379"/>
              </a:solidFill>
              <a:latin typeface="Fira Code"/>
              <a:ea typeface="Fira Code"/>
              <a:cs typeface="Fira Code"/>
              <a:sym typeface="Fira Code"/>
            </a:endParaRPr>
          </a:p>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  </a:t>
            </a:r>
            <a:r>
              <a:rPr lang="en" sz="2000">
                <a:solidFill>
                  <a:srgbClr val="D19A66"/>
                </a:solidFill>
                <a:latin typeface="Fira Code"/>
                <a:ea typeface="Fira Code"/>
                <a:cs typeface="Fira Code"/>
                <a:sym typeface="Fira Code"/>
              </a:rPr>
              <a:t>attributo2</a:t>
            </a:r>
            <a:r>
              <a:rPr lang="en" sz="2000">
                <a:solidFill>
                  <a:srgbClr val="ABB2BF"/>
                </a:solidFill>
                <a:latin typeface="Fira Code"/>
                <a:ea typeface="Fira Code"/>
                <a:cs typeface="Fira Code"/>
                <a:sym typeface="Fira Code"/>
              </a:rPr>
              <a:t>=</a:t>
            </a:r>
            <a:r>
              <a:rPr lang="en" sz="2000">
                <a:solidFill>
                  <a:srgbClr val="98C379"/>
                </a:solidFill>
                <a:latin typeface="Fira Code"/>
                <a:ea typeface="Fira Code"/>
                <a:cs typeface="Fira Code"/>
                <a:sym typeface="Fira Code"/>
              </a:rPr>
              <a:t>"valore2"</a:t>
            </a:r>
            <a:endParaRPr sz="2000">
              <a:solidFill>
                <a:srgbClr val="98C379"/>
              </a:solidFill>
              <a:latin typeface="Fira Code"/>
              <a:ea typeface="Fira Code"/>
              <a:cs typeface="Fira Code"/>
              <a:sym typeface="Fira Code"/>
            </a:endParaRPr>
          </a:p>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&gt;</a:t>
            </a:r>
            <a:endParaRPr sz="200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  </a:t>
            </a:r>
            <a:r>
              <a:rPr lang="en" sz="2000">
                <a:solidFill>
                  <a:srgbClr val="5C6370"/>
                </a:solidFill>
                <a:latin typeface="Fira Code"/>
                <a:ea typeface="Fira Code"/>
                <a:cs typeface="Fira Code"/>
                <a:sym typeface="Fira Code"/>
              </a:rPr>
              <a:t>&lt;!-- contenuto --&gt;</a:t>
            </a:r>
            <a:endParaRPr sz="200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&lt;/</a:t>
            </a:r>
            <a:r>
              <a:rPr lang="en" sz="2000">
                <a:solidFill>
                  <a:srgbClr val="E06C75"/>
                </a:solidFill>
                <a:latin typeface="Fira Code"/>
                <a:ea typeface="Fira Code"/>
                <a:cs typeface="Fira Code"/>
                <a:sym typeface="Fira Code"/>
              </a:rPr>
              <a:t>tag</a:t>
            </a:r>
            <a:r>
              <a:rPr lang="en" sz="2000">
                <a:solidFill>
                  <a:srgbClr val="ABB2BF"/>
                </a:solidFill>
                <a:latin typeface="Fira Code"/>
                <a:ea typeface="Fira Code"/>
                <a:cs typeface="Fira Code"/>
                <a:sym typeface="Fira Code"/>
              </a:rPr>
              <a:t>&gt;</a:t>
            </a:r>
            <a:endParaRPr sz="2000">
              <a:solidFill>
                <a:srgbClr val="ABB2BF"/>
              </a:solidFill>
              <a:latin typeface="Fira Code"/>
              <a:ea typeface="Fira Code"/>
              <a:cs typeface="Fira Code"/>
              <a:sym typeface="Fira Code"/>
            </a:endParaRPr>
          </a:p>
        </p:txBody>
      </p:sp>
      <p:sp>
        <p:nvSpPr>
          <p:cNvPr id="276" name="Google Shape;276;p41">
            <a:hlinkClick r:id="rId3"/>
          </p:cNvPr>
          <p:cNvSpPr/>
          <p:nvPr/>
        </p:nvSpPr>
        <p:spPr>
          <a:xfrm>
            <a:off x="0" y="5092700"/>
            <a:ext cx="2590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2"/>
          <p:cNvSpPr txBox="1"/>
          <p:nvPr>
            <p:ph type="title"/>
          </p:nvPr>
        </p:nvSpPr>
        <p:spPr>
          <a:xfrm>
            <a:off x="838350" y="893500"/>
            <a:ext cx="5324100" cy="4857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800"/>
              </a:spcBef>
              <a:spcAft>
                <a:spcPts val="800"/>
              </a:spcAft>
              <a:buNone/>
            </a:pPr>
            <a:r>
              <a:rPr lang="en"/>
              <a:t>GLI ATTRIBUTI</a:t>
            </a:r>
            <a:endParaRPr/>
          </a:p>
        </p:txBody>
      </p:sp>
      <p:sp>
        <p:nvSpPr>
          <p:cNvPr id="282" name="Google Shape;282;p42"/>
          <p:cNvSpPr txBox="1"/>
          <p:nvPr>
            <p:ph idx="1" type="body"/>
          </p:nvPr>
        </p:nvSpPr>
        <p:spPr>
          <a:xfrm>
            <a:off x="838250" y="1504950"/>
            <a:ext cx="5324100" cy="2134500"/>
          </a:xfrm>
          <a:prstGeom prst="rect">
            <a:avLst/>
          </a:prstGeom>
        </p:spPr>
        <p:txBody>
          <a:bodyPr anchorCtr="0" anchor="t" bIns="91425" lIns="91425" spcFirstLastPara="1" rIns="91425" wrap="square" tIns="91425">
            <a:spAutoFit/>
          </a:bodyPr>
          <a:lstStyle/>
          <a:p>
            <a:pPr indent="0" lvl="0" marL="0" marR="190500" rtl="0" algn="l">
              <a:lnSpc>
                <a:spcPct val="100000"/>
              </a:lnSpc>
              <a:spcBef>
                <a:spcPts val="800"/>
              </a:spcBef>
              <a:spcAft>
                <a:spcPts val="0"/>
              </a:spcAft>
              <a:buNone/>
            </a:pPr>
            <a:r>
              <a:rPr lang="en" sz="1500"/>
              <a:t>In sostanza gli </a:t>
            </a:r>
            <a:r>
              <a:rPr b="1" lang="en" sz="1500"/>
              <a:t>attributi</a:t>
            </a:r>
            <a:r>
              <a:rPr lang="en" sz="1500"/>
              <a:t>:</a:t>
            </a:r>
            <a:endParaRPr sz="1500"/>
          </a:p>
          <a:p>
            <a:pPr indent="-323850" lvl="0" marL="457200" marR="190500" rtl="0" algn="l">
              <a:lnSpc>
                <a:spcPct val="100000"/>
              </a:lnSpc>
              <a:spcBef>
                <a:spcPts val="800"/>
              </a:spcBef>
              <a:spcAft>
                <a:spcPts val="0"/>
              </a:spcAft>
              <a:buSzPts val="1500"/>
              <a:buChar char="▸"/>
            </a:pPr>
            <a:r>
              <a:rPr lang="en" sz="1500"/>
              <a:t>sono </a:t>
            </a:r>
            <a:r>
              <a:rPr b="1" lang="en" sz="1500"/>
              <a:t>coppie chiave-valore</a:t>
            </a:r>
            <a:r>
              <a:rPr lang="en" sz="1500"/>
              <a:t> separate dal carattere “=” (uguale)</a:t>
            </a:r>
            <a:endParaRPr sz="1500"/>
          </a:p>
          <a:p>
            <a:pPr indent="-323850" lvl="0" marL="457200" marR="190500" rtl="0" algn="l">
              <a:lnSpc>
                <a:spcPct val="100000"/>
              </a:lnSpc>
              <a:spcBef>
                <a:spcPts val="0"/>
              </a:spcBef>
              <a:spcAft>
                <a:spcPts val="0"/>
              </a:spcAft>
              <a:buSzPts val="1500"/>
              <a:buChar char="▸"/>
            </a:pPr>
            <a:r>
              <a:rPr lang="en" sz="1500"/>
              <a:t>i valori sono tipicamente racchiusi tra virgolette "", ma è possibile anche utilizzare gli apici ' '</a:t>
            </a:r>
            <a:endParaRPr sz="1500"/>
          </a:p>
          <a:p>
            <a:pPr indent="-323850" lvl="0" marL="457200" marR="190500" rtl="0" algn="l">
              <a:lnSpc>
                <a:spcPct val="100000"/>
              </a:lnSpc>
              <a:spcBef>
                <a:spcPts val="0"/>
              </a:spcBef>
              <a:spcAft>
                <a:spcPts val="0"/>
              </a:spcAft>
              <a:buSzPts val="1500"/>
              <a:buChar char="▸"/>
            </a:pPr>
            <a:r>
              <a:rPr lang="en" sz="1500"/>
              <a:t>si scrivono lasciando almeno uno spazio dopo il nome dell’elemento nel tag di apertura (o nell’unico tag nel caso di elementi non contenitori)</a:t>
            </a:r>
            <a:endParaRPr sz="1900"/>
          </a:p>
        </p:txBody>
      </p:sp>
      <p:sp>
        <p:nvSpPr>
          <p:cNvPr id="283" name="Google Shape;283;p4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4" name="Google Shape;284;p42">
            <a:hlinkClick r:id="rId3"/>
          </p:cNvPr>
          <p:cNvSpPr/>
          <p:nvPr/>
        </p:nvSpPr>
        <p:spPr>
          <a:xfrm>
            <a:off x="0" y="5092700"/>
            <a:ext cx="2743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43"/>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DIVERSI TIPI DI TAG</a:t>
            </a:r>
            <a:endParaRPr/>
          </a:p>
        </p:txBody>
      </p:sp>
      <p:sp>
        <p:nvSpPr>
          <p:cNvPr id="290" name="Google Shape;290;p43"/>
          <p:cNvSpPr txBox="1"/>
          <p:nvPr>
            <p:ph idx="1" type="body"/>
          </p:nvPr>
        </p:nvSpPr>
        <p:spPr>
          <a:xfrm>
            <a:off x="838250" y="1504950"/>
            <a:ext cx="5324100" cy="1185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Con tag di chiusura vs empty tag</a:t>
            </a:r>
            <a:endParaRPr sz="1500"/>
          </a:p>
          <a:p>
            <a:pPr indent="-323850" lvl="0" marL="457200" rtl="0" algn="l">
              <a:spcBef>
                <a:spcPts val="600"/>
              </a:spcBef>
              <a:spcAft>
                <a:spcPts val="0"/>
              </a:spcAft>
              <a:buSzPts val="1500"/>
              <a:buChar char="▸"/>
            </a:pPr>
            <a:r>
              <a:rPr b="1" lang="en" sz="1500"/>
              <a:t>Con necessità di chiusura</a:t>
            </a:r>
            <a:r>
              <a:rPr lang="en" sz="1500"/>
              <a:t>: quasi tutti i tag html. Necessitano di un tag di apertura, seguito dal contenuto, e di un tag di chiusura </a:t>
            </a:r>
            <a:endParaRPr sz="1500"/>
          </a:p>
        </p:txBody>
      </p:sp>
      <p:sp>
        <p:nvSpPr>
          <p:cNvPr id="291" name="Google Shape;291;p4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2" name="Google Shape;292;p43"/>
          <p:cNvSpPr txBox="1"/>
          <p:nvPr/>
        </p:nvSpPr>
        <p:spPr>
          <a:xfrm>
            <a:off x="1396200" y="2690250"/>
            <a:ext cx="16491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&gt;Lorem ipsum&lt;/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 </a:t>
            </a:r>
            <a:endParaRPr sz="1050">
              <a:solidFill>
                <a:srgbClr val="ABB2BF"/>
              </a:solidFill>
              <a:latin typeface="Fira Code"/>
              <a:ea typeface="Fira Code"/>
              <a:cs typeface="Fira Code"/>
              <a:sym typeface="Fira Code"/>
            </a:endParaRPr>
          </a:p>
        </p:txBody>
      </p:sp>
      <p:sp>
        <p:nvSpPr>
          <p:cNvPr id="293" name="Google Shape;293;p43"/>
          <p:cNvSpPr txBox="1"/>
          <p:nvPr/>
        </p:nvSpPr>
        <p:spPr>
          <a:xfrm>
            <a:off x="838350" y="3036450"/>
            <a:ext cx="5324100" cy="646500"/>
          </a:xfrm>
          <a:prstGeom prst="rect">
            <a:avLst/>
          </a:prstGeom>
          <a:noFill/>
          <a:ln>
            <a:noFill/>
          </a:ln>
        </p:spPr>
        <p:txBody>
          <a:bodyPr anchorCtr="0" anchor="t" bIns="91425" lIns="91425" spcFirstLastPara="1" rIns="91425" wrap="square" tIns="91425">
            <a:spAutoFit/>
          </a:bodyPr>
          <a:lstStyle/>
          <a:p>
            <a:pPr indent="-323850" lvl="0" marL="457200" rtl="0" algn="l">
              <a:spcBef>
                <a:spcPts val="600"/>
              </a:spcBef>
              <a:spcAft>
                <a:spcPts val="0"/>
              </a:spcAft>
              <a:buClr>
                <a:schemeClr val="dk1"/>
              </a:buClr>
              <a:buSzPts val="1500"/>
              <a:buFont typeface="Karla"/>
              <a:buChar char="▸"/>
            </a:pPr>
            <a:r>
              <a:rPr b="1" lang="en" sz="1500">
                <a:solidFill>
                  <a:schemeClr val="dk1"/>
                </a:solidFill>
                <a:latin typeface="Karla"/>
                <a:ea typeface="Karla"/>
                <a:cs typeface="Karla"/>
                <a:sym typeface="Karla"/>
              </a:rPr>
              <a:t>Empty tag</a:t>
            </a:r>
            <a:r>
              <a:rPr lang="en" sz="1500">
                <a:solidFill>
                  <a:schemeClr val="dk1"/>
                </a:solidFill>
                <a:latin typeface="Karla"/>
                <a:ea typeface="Karla"/>
                <a:cs typeface="Karla"/>
                <a:sym typeface="Karla"/>
              </a:rPr>
              <a:t>: non hanno contenuto. Spesso si affidano agli attributi</a:t>
            </a:r>
            <a:endParaRPr/>
          </a:p>
        </p:txBody>
      </p:sp>
      <p:sp>
        <p:nvSpPr>
          <p:cNvPr id="294" name="Google Shape;294;p43"/>
          <p:cNvSpPr txBox="1"/>
          <p:nvPr/>
        </p:nvSpPr>
        <p:spPr>
          <a:xfrm>
            <a:off x="1396200" y="3682950"/>
            <a:ext cx="47661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br</a:t>
            </a:r>
            <a:r>
              <a:rPr lang="en" sz="1050">
                <a:solidFill>
                  <a:srgbClr val="ABB2BF"/>
                </a:solidFill>
                <a:latin typeface="Fira Code"/>
                <a:ea typeface="Fira Code"/>
                <a:cs typeface="Fira Code"/>
                <a:sym typeface="Fira Code"/>
              </a:rPr>
              <a:t>/</a:t>
            </a:r>
            <a:r>
              <a:rPr lang="en" sz="1050">
                <a:solidFill>
                  <a:srgbClr val="ABB2BF"/>
                </a:solidFill>
                <a:latin typeface="Fira Code"/>
                <a:ea typeface="Fira Code"/>
                <a:cs typeface="Fira Code"/>
                <a:sym typeface="Fira Code"/>
              </a:rPr>
              <a:t>&gt; </a:t>
            </a:r>
            <a:r>
              <a:rPr lang="en" sz="1050">
                <a:solidFill>
                  <a:srgbClr val="5C6370"/>
                </a:solidFill>
                <a:latin typeface="Fira Code"/>
                <a:ea typeface="Fira Code"/>
                <a:cs typeface="Fira Code"/>
                <a:sym typeface="Fira Code"/>
              </a:rPr>
              <a:t>&lt;!-- tag per andare a capo --&gt;</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img</a:t>
            </a:r>
            <a:r>
              <a:rPr lang="en" sz="1050">
                <a:solidFill>
                  <a:srgbClr val="ABB2BF"/>
                </a:solidFill>
                <a:latin typeface="Fira Code"/>
                <a:ea typeface="Fira Code"/>
                <a:cs typeface="Fira Code"/>
                <a:sym typeface="Fira Code"/>
              </a:rPr>
              <a:t>/</a:t>
            </a:r>
            <a:r>
              <a:rPr lang="en" sz="1050">
                <a:solidFill>
                  <a:srgbClr val="ABB2BF"/>
                </a:solidFill>
                <a:latin typeface="Fira Code"/>
                <a:ea typeface="Fira Code"/>
                <a:cs typeface="Fira Code"/>
                <a:sym typeface="Fira Code"/>
              </a:rPr>
              <a:t>&gt; </a:t>
            </a:r>
            <a:r>
              <a:rPr lang="en" sz="1050">
                <a:solidFill>
                  <a:srgbClr val="5C6370"/>
                </a:solidFill>
                <a:latin typeface="Fira Code"/>
                <a:ea typeface="Fira Code"/>
                <a:cs typeface="Fira Code"/>
                <a:sym typeface="Fira Code"/>
              </a:rPr>
              <a:t>&lt;!-- tag per inserire immagini (attributi comuni: src, alt, title) --&gt;</a:t>
            </a:r>
            <a:endParaRPr sz="1050">
              <a:solidFill>
                <a:srgbClr val="ABB2BF"/>
              </a:solidFill>
              <a:latin typeface="Fira Code"/>
              <a:ea typeface="Fira Code"/>
              <a:cs typeface="Fira Code"/>
              <a:sym typeface="Fira Code"/>
            </a:endParaRPr>
          </a:p>
        </p:txBody>
      </p:sp>
      <p:sp>
        <p:nvSpPr>
          <p:cNvPr id="295" name="Google Shape;295;p43">
            <a:hlinkClick r:id="rId3"/>
          </p:cNvPr>
          <p:cNvSpPr/>
          <p:nvPr/>
        </p:nvSpPr>
        <p:spPr>
          <a:xfrm>
            <a:off x="0" y="5092700"/>
            <a:ext cx="3048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299" name="Shape 299"/>
        <p:cNvGrpSpPr/>
        <p:nvPr/>
      </p:nvGrpSpPr>
      <p:grpSpPr>
        <a:xfrm>
          <a:off x="0" y="0"/>
          <a:ext cx="0" cy="0"/>
          <a:chOff x="0" y="0"/>
          <a:chExt cx="0" cy="0"/>
        </a:xfrm>
      </p:grpSpPr>
      <p:sp>
        <p:nvSpPr>
          <p:cNvPr id="300" name="Google Shape;300;p44"/>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TAG PER IL LAYOUT</a:t>
            </a:r>
            <a:endParaRPr/>
          </a:p>
        </p:txBody>
      </p:sp>
      <p:sp>
        <p:nvSpPr>
          <p:cNvPr id="301" name="Google Shape;301;p44"/>
          <p:cNvSpPr txBox="1"/>
          <p:nvPr>
            <p:ph idx="2" type="body"/>
          </p:nvPr>
        </p:nvSpPr>
        <p:spPr>
          <a:xfrm>
            <a:off x="2669800" y="1504950"/>
            <a:ext cx="5324100" cy="369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 sz="1200"/>
              <a:t>Divisore</a:t>
            </a:r>
            <a:endParaRPr sz="1200">
              <a:highlight>
                <a:srgbClr val="FFFFFF"/>
              </a:highlight>
            </a:endParaRPr>
          </a:p>
        </p:txBody>
      </p:sp>
      <p:sp>
        <p:nvSpPr>
          <p:cNvPr id="302" name="Google Shape;302;p4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4"/>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spcBef>
                <a:spcPts val="600"/>
              </a:spcBef>
              <a:spcAft>
                <a:spcPts val="0"/>
              </a:spcAft>
              <a:buNone/>
            </a:pPr>
            <a:r>
              <a:rPr lang="en">
                <a:solidFill>
                  <a:srgbClr val="ABB2BF"/>
                </a:solidFill>
              </a:rPr>
              <a:t>&lt;</a:t>
            </a:r>
            <a:r>
              <a:rPr lang="en">
                <a:solidFill>
                  <a:srgbClr val="E06C75"/>
                </a:solidFill>
              </a:rPr>
              <a:t>div</a:t>
            </a:r>
            <a:r>
              <a:rPr lang="en">
                <a:solidFill>
                  <a:srgbClr val="ABB2BF"/>
                </a:solidFill>
              </a:rPr>
              <a:t>&gt;</a:t>
            </a:r>
            <a:endParaRPr/>
          </a:p>
        </p:txBody>
      </p:sp>
      <p:sp>
        <p:nvSpPr>
          <p:cNvPr id="304" name="Google Shape;304;p44"/>
          <p:cNvSpPr txBox="1"/>
          <p:nvPr/>
        </p:nvSpPr>
        <p:spPr>
          <a:xfrm>
            <a:off x="2793400" y="1874250"/>
            <a:ext cx="53241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Lorem ipsum, quia dolor sit, amet, consectetur, adipisci</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velit, sed quia non numquam eius modi tempora incidunt.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305" name="Google Shape;305;p44"/>
          <p:cNvSpPr txBox="1"/>
          <p:nvPr/>
        </p:nvSpPr>
        <p:spPr>
          <a:xfrm>
            <a:off x="2669800" y="2878650"/>
            <a:ext cx="3000000" cy="923400"/>
          </a:xfrm>
          <a:prstGeom prst="rect">
            <a:avLst/>
          </a:prstGeom>
          <a:noFill/>
          <a:ln>
            <a:noFill/>
          </a:ln>
        </p:spPr>
        <p:txBody>
          <a:bodyPr anchorCtr="0" anchor="t" bIns="91425" lIns="91425" spcFirstLastPara="1" rIns="91425" wrap="square" tIns="91425">
            <a:spAutoFit/>
          </a:bodyPr>
          <a:lstStyle/>
          <a:p>
            <a:pPr indent="-304800" lvl="0" marL="457200" rtl="0" algn="l">
              <a:spcBef>
                <a:spcPts val="600"/>
              </a:spcBef>
              <a:spcAft>
                <a:spcPts val="0"/>
              </a:spcAft>
              <a:buClr>
                <a:schemeClr val="dk1"/>
              </a:buClr>
              <a:buSzPts val="1200"/>
              <a:buFont typeface="Karla"/>
              <a:buChar char="▸"/>
            </a:pPr>
            <a:r>
              <a:rPr lang="en" sz="1200">
                <a:solidFill>
                  <a:schemeClr val="dk1"/>
                </a:solidFill>
                <a:highlight>
                  <a:schemeClr val="lt1"/>
                </a:highlight>
                <a:latin typeface="Karla"/>
                <a:ea typeface="Karla"/>
                <a:cs typeface="Karla"/>
                <a:sym typeface="Karla"/>
              </a:rPr>
              <a:t>Uno dei tag più utilizzati per strutturare le pagine web</a:t>
            </a:r>
            <a:endParaRPr sz="1200">
              <a:solidFill>
                <a:schemeClr val="dk1"/>
              </a:solidFill>
              <a:highlight>
                <a:schemeClr val="lt1"/>
              </a:highlight>
              <a:latin typeface="Karla"/>
              <a:ea typeface="Karla"/>
              <a:cs typeface="Karla"/>
              <a:sym typeface="Karla"/>
            </a:endParaRPr>
          </a:p>
          <a:p>
            <a:pPr indent="-304800" lvl="0" marL="457200" rtl="0" algn="l">
              <a:spcBef>
                <a:spcPts val="0"/>
              </a:spcBef>
              <a:spcAft>
                <a:spcPts val="0"/>
              </a:spcAft>
              <a:buClr>
                <a:schemeClr val="dk1"/>
              </a:buClr>
              <a:buSzPts val="1200"/>
              <a:buFont typeface="Karla"/>
              <a:buChar char="▸"/>
            </a:pPr>
            <a:r>
              <a:rPr lang="en" sz="1200">
                <a:solidFill>
                  <a:schemeClr val="dk1"/>
                </a:solidFill>
                <a:highlight>
                  <a:schemeClr val="lt1"/>
                </a:highlight>
                <a:latin typeface="Karla"/>
                <a:ea typeface="Karla"/>
                <a:cs typeface="Karla"/>
                <a:sym typeface="Karla"/>
              </a:rPr>
              <a:t>Elemento blocco</a:t>
            </a:r>
            <a:endParaRPr sz="1200">
              <a:solidFill>
                <a:schemeClr val="dk1"/>
              </a:solidFill>
              <a:highlight>
                <a:schemeClr val="lt1"/>
              </a:highlight>
              <a:latin typeface="Karla"/>
              <a:ea typeface="Karla"/>
              <a:cs typeface="Karla"/>
              <a:sym typeface="Karla"/>
            </a:endParaRPr>
          </a:p>
          <a:p>
            <a:pPr indent="-304800" lvl="0" marL="457200" rtl="0" algn="l">
              <a:spcBef>
                <a:spcPts val="0"/>
              </a:spcBef>
              <a:spcAft>
                <a:spcPts val="0"/>
              </a:spcAft>
              <a:buClr>
                <a:schemeClr val="dk1"/>
              </a:buClr>
              <a:buSzPts val="1200"/>
              <a:buFont typeface="Karla"/>
              <a:buChar char="▸"/>
            </a:pPr>
            <a:r>
              <a:rPr lang="en" sz="1200">
                <a:solidFill>
                  <a:schemeClr val="dk1"/>
                </a:solidFill>
                <a:highlight>
                  <a:schemeClr val="lt1"/>
                </a:highlight>
                <a:latin typeface="Karla"/>
                <a:ea typeface="Karla"/>
                <a:cs typeface="Karla"/>
                <a:sym typeface="Karla"/>
              </a:rPr>
              <a:t>Necessit</a:t>
            </a:r>
            <a:r>
              <a:rPr lang="en" sz="1200">
                <a:solidFill>
                  <a:schemeClr val="dk1"/>
                </a:solidFill>
                <a:highlight>
                  <a:schemeClr val="lt1"/>
                </a:highlight>
                <a:latin typeface="Karla"/>
                <a:ea typeface="Karla"/>
                <a:cs typeface="Karla"/>
                <a:sym typeface="Karla"/>
              </a:rPr>
              <a:t>a</a:t>
            </a:r>
            <a:r>
              <a:rPr lang="en" sz="1200">
                <a:solidFill>
                  <a:schemeClr val="dk1"/>
                </a:solidFill>
                <a:highlight>
                  <a:schemeClr val="lt1"/>
                </a:highlight>
                <a:latin typeface="Karla"/>
                <a:ea typeface="Karla"/>
                <a:cs typeface="Karla"/>
                <a:sym typeface="Karla"/>
              </a:rPr>
              <a:t> chiusura</a:t>
            </a:r>
            <a:endParaRPr/>
          </a:p>
        </p:txBody>
      </p:sp>
      <p:sp>
        <p:nvSpPr>
          <p:cNvPr id="306" name="Google Shape;306;p44">
            <a:hlinkClick r:id="rId3"/>
          </p:cNvPr>
          <p:cNvSpPr/>
          <p:nvPr/>
        </p:nvSpPr>
        <p:spPr>
          <a:xfrm>
            <a:off x="0" y="5092700"/>
            <a:ext cx="3200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5"/>
          <p:cNvSpPr txBox="1"/>
          <p:nvPr/>
        </p:nvSpPr>
        <p:spPr>
          <a:xfrm>
            <a:off x="2669800" y="2220450"/>
            <a:ext cx="3057000" cy="903900"/>
          </a:xfrm>
          <a:prstGeom prst="rect">
            <a:avLst/>
          </a:prstGeom>
          <a:noFill/>
          <a:ln>
            <a:noFill/>
          </a:ln>
        </p:spPr>
        <p:txBody>
          <a:bodyPr anchorCtr="0" anchor="t" bIns="91425" lIns="91425" spcFirstLastPara="1" rIns="91425" wrap="square" tIns="91425">
            <a:spAutoFit/>
          </a:bodyPr>
          <a:lstStyle/>
          <a:p>
            <a:pPr indent="-219075" lvl="0" marL="342900" rtl="0" algn="l">
              <a:lnSpc>
                <a:spcPct val="115000"/>
              </a:lnSpc>
              <a:spcBef>
                <a:spcPts val="0"/>
              </a:spcBef>
              <a:spcAft>
                <a:spcPts val="0"/>
              </a:spcAft>
              <a:buClr>
                <a:schemeClr val="dk1"/>
              </a:buClr>
              <a:buSzPts val="1050"/>
              <a:buFont typeface="Karla"/>
              <a:buChar char="▸"/>
            </a:pPr>
            <a:r>
              <a:rPr lang="en" sz="1050">
                <a:solidFill>
                  <a:schemeClr val="dk1"/>
                </a:solidFill>
                <a:highlight>
                  <a:schemeClr val="lt1"/>
                </a:highlight>
                <a:latin typeface="Karla"/>
                <a:ea typeface="Karla"/>
                <a:cs typeface="Karla"/>
                <a:sym typeface="Karla"/>
              </a:rPr>
              <a:t>I browser aggiungono automaticamente del margine prima e dopo questo tag</a:t>
            </a:r>
            <a:endParaRPr sz="1050">
              <a:solidFill>
                <a:schemeClr val="dk1"/>
              </a:solidFill>
              <a:highlight>
                <a:schemeClr val="lt1"/>
              </a:highlight>
              <a:latin typeface="Karla"/>
              <a:ea typeface="Karla"/>
              <a:cs typeface="Karla"/>
              <a:sym typeface="Karla"/>
            </a:endParaRPr>
          </a:p>
          <a:p>
            <a:pPr indent="-219075" lvl="0" marL="342900" rtl="0" algn="l">
              <a:lnSpc>
                <a:spcPct val="115000"/>
              </a:lnSpc>
              <a:spcBef>
                <a:spcPts val="0"/>
              </a:spcBef>
              <a:spcAft>
                <a:spcPts val="0"/>
              </a:spcAft>
              <a:buClr>
                <a:schemeClr val="dk1"/>
              </a:buClr>
              <a:buSzPts val="1050"/>
              <a:buFont typeface="Karla"/>
              <a:buChar char="▸"/>
            </a:pPr>
            <a:r>
              <a:rPr lang="en" sz="1050">
                <a:solidFill>
                  <a:schemeClr val="dk1"/>
                </a:solidFill>
                <a:highlight>
                  <a:schemeClr val="lt1"/>
                </a:highlight>
                <a:latin typeface="Karla"/>
                <a:ea typeface="Karla"/>
                <a:cs typeface="Karla"/>
                <a:sym typeface="Karla"/>
              </a:rPr>
              <a:t>Elemento blocco</a:t>
            </a:r>
            <a:endParaRPr sz="1050">
              <a:solidFill>
                <a:schemeClr val="dk1"/>
              </a:solidFill>
              <a:highlight>
                <a:schemeClr val="lt1"/>
              </a:highlight>
              <a:latin typeface="Karla"/>
              <a:ea typeface="Karla"/>
              <a:cs typeface="Karla"/>
              <a:sym typeface="Karla"/>
            </a:endParaRPr>
          </a:p>
          <a:p>
            <a:pPr indent="-219075" lvl="0" marL="342900" rtl="0" algn="l">
              <a:lnSpc>
                <a:spcPct val="115000"/>
              </a:lnSpc>
              <a:spcBef>
                <a:spcPts val="0"/>
              </a:spcBef>
              <a:spcAft>
                <a:spcPts val="0"/>
              </a:spcAft>
              <a:buClr>
                <a:schemeClr val="dk1"/>
              </a:buClr>
              <a:buSzPts val="1050"/>
              <a:buFont typeface="Karla"/>
              <a:buChar char="▸"/>
            </a:pPr>
            <a:r>
              <a:rPr lang="en" sz="1050">
                <a:solidFill>
                  <a:schemeClr val="dk1"/>
                </a:solidFill>
                <a:highlight>
                  <a:schemeClr val="lt1"/>
                </a:highlight>
                <a:latin typeface="Karla"/>
                <a:ea typeface="Karla"/>
                <a:cs typeface="Karla"/>
                <a:sym typeface="Karla"/>
              </a:rPr>
              <a:t>Necessit</a:t>
            </a:r>
            <a:r>
              <a:rPr lang="en" sz="1050">
                <a:solidFill>
                  <a:schemeClr val="dk1"/>
                </a:solidFill>
                <a:highlight>
                  <a:schemeClr val="lt1"/>
                </a:highlight>
                <a:latin typeface="Karla"/>
                <a:ea typeface="Karla"/>
                <a:cs typeface="Karla"/>
                <a:sym typeface="Karla"/>
              </a:rPr>
              <a:t>a</a:t>
            </a:r>
            <a:r>
              <a:rPr lang="en" sz="1050">
                <a:solidFill>
                  <a:schemeClr val="dk1"/>
                </a:solidFill>
                <a:highlight>
                  <a:schemeClr val="lt1"/>
                </a:highlight>
                <a:latin typeface="Karla"/>
                <a:ea typeface="Karla"/>
                <a:cs typeface="Karla"/>
                <a:sym typeface="Karla"/>
              </a:rPr>
              <a:t> chiusura</a:t>
            </a:r>
            <a:r>
              <a:rPr lang="en" sz="1050">
                <a:solidFill>
                  <a:schemeClr val="dk1"/>
                </a:solidFill>
                <a:latin typeface="Karla"/>
                <a:ea typeface="Karla"/>
                <a:cs typeface="Karla"/>
                <a:sym typeface="Karla"/>
              </a:rPr>
              <a:t> </a:t>
            </a:r>
            <a:endParaRPr sz="1050">
              <a:solidFill>
                <a:schemeClr val="dk1"/>
              </a:solidFill>
              <a:latin typeface="Karla"/>
              <a:ea typeface="Karla"/>
              <a:cs typeface="Karla"/>
              <a:sym typeface="Karla"/>
            </a:endParaRPr>
          </a:p>
        </p:txBody>
      </p:sp>
      <p:sp>
        <p:nvSpPr>
          <p:cNvPr id="312" name="Google Shape;312;p45"/>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TAG PER I TESTI</a:t>
            </a:r>
            <a:endParaRPr/>
          </a:p>
        </p:txBody>
      </p:sp>
      <p:sp>
        <p:nvSpPr>
          <p:cNvPr id="313" name="Google Shape;313;p45"/>
          <p:cNvSpPr txBox="1"/>
          <p:nvPr>
            <p:ph idx="2" type="body"/>
          </p:nvPr>
        </p:nvSpPr>
        <p:spPr>
          <a:xfrm>
            <a:off x="2669800" y="1504950"/>
            <a:ext cx="3034800" cy="369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 sz="1200"/>
              <a:t>Paragrafo</a:t>
            </a:r>
            <a:endParaRPr sz="1200"/>
          </a:p>
        </p:txBody>
      </p:sp>
      <p:sp>
        <p:nvSpPr>
          <p:cNvPr id="314" name="Google Shape;314;p45"/>
          <p:cNvSpPr txBox="1"/>
          <p:nvPr>
            <p:ph idx="2" type="body"/>
          </p:nvPr>
        </p:nvSpPr>
        <p:spPr>
          <a:xfrm>
            <a:off x="2669800" y="3124375"/>
            <a:ext cx="3057000" cy="369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 sz="1200"/>
              <a:t>A capo</a:t>
            </a:r>
            <a:endParaRPr sz="1200"/>
          </a:p>
        </p:txBody>
      </p:sp>
      <p:sp>
        <p:nvSpPr>
          <p:cNvPr id="315" name="Google Shape;315;p4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6" name="Google Shape;316;p45"/>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ABB2BF"/>
                </a:solidFill>
              </a:rPr>
              <a:t>&lt;</a:t>
            </a:r>
            <a:r>
              <a:rPr lang="en">
                <a:solidFill>
                  <a:srgbClr val="E06C75"/>
                </a:solidFill>
              </a:rPr>
              <a:t>p</a:t>
            </a:r>
            <a:r>
              <a:rPr lang="en">
                <a:solidFill>
                  <a:srgbClr val="ABB2BF"/>
                </a:solidFill>
              </a:rPr>
              <a:t>&gt;</a:t>
            </a:r>
            <a:endParaRPr>
              <a:solidFill>
                <a:srgbClr val="ABB2BF"/>
              </a:solidFill>
            </a:endParaRPr>
          </a:p>
          <a:p>
            <a:pPr indent="0" lvl="0" marL="0" rtl="0" algn="l">
              <a:lnSpc>
                <a:spcPct val="135714"/>
              </a:lnSpc>
              <a:spcBef>
                <a:spcPts val="0"/>
              </a:spcBef>
              <a:spcAft>
                <a:spcPts val="0"/>
              </a:spcAft>
              <a:buNone/>
            </a:pPr>
            <a:r>
              <a:rPr lang="en">
                <a:solidFill>
                  <a:srgbClr val="ABB2BF"/>
                </a:solidFill>
              </a:rPr>
              <a:t>&lt;</a:t>
            </a:r>
            <a:r>
              <a:rPr lang="en">
                <a:solidFill>
                  <a:srgbClr val="E06C75"/>
                </a:solidFill>
              </a:rPr>
              <a:t>br</a:t>
            </a:r>
            <a:r>
              <a:rPr lang="en">
                <a:solidFill>
                  <a:srgbClr val="ABB2BF"/>
                </a:solidFill>
              </a:rPr>
              <a:t>&gt;</a:t>
            </a:r>
            <a:endParaRPr>
              <a:solidFill>
                <a:srgbClr val="ABB2BF"/>
              </a:solidFill>
            </a:endParaRPr>
          </a:p>
          <a:p>
            <a:pPr indent="0" lvl="0" marL="0" rtl="0" algn="l">
              <a:lnSpc>
                <a:spcPct val="135714"/>
              </a:lnSpc>
              <a:spcBef>
                <a:spcPts val="0"/>
              </a:spcBef>
              <a:spcAft>
                <a:spcPts val="0"/>
              </a:spcAft>
              <a:buNone/>
            </a:pPr>
            <a:r>
              <a:rPr lang="en">
                <a:solidFill>
                  <a:srgbClr val="ABB2BF"/>
                </a:solidFill>
              </a:rPr>
              <a:t>&lt;</a:t>
            </a:r>
            <a:r>
              <a:rPr lang="en">
                <a:solidFill>
                  <a:srgbClr val="E06C75"/>
                </a:solidFill>
              </a:rPr>
              <a:t>h1</a:t>
            </a:r>
            <a:r>
              <a:rPr lang="en">
                <a:solidFill>
                  <a:srgbClr val="ABB2BF"/>
                </a:solidFill>
              </a:rPr>
              <a:t>&gt;</a:t>
            </a:r>
            <a:endParaRPr>
              <a:solidFill>
                <a:srgbClr val="ABB2BF"/>
              </a:solidFill>
            </a:endParaRPr>
          </a:p>
          <a:p>
            <a:pPr indent="0" lvl="0" marL="0" rtl="0" algn="l">
              <a:lnSpc>
                <a:spcPct val="135714"/>
              </a:lnSpc>
              <a:spcBef>
                <a:spcPts val="0"/>
              </a:spcBef>
              <a:spcAft>
                <a:spcPts val="0"/>
              </a:spcAft>
              <a:buNone/>
            </a:pPr>
            <a:r>
              <a:rPr lang="en">
                <a:solidFill>
                  <a:srgbClr val="ABB2BF"/>
                </a:solidFill>
              </a:rPr>
              <a:t>&lt;</a:t>
            </a:r>
            <a:r>
              <a:rPr lang="en">
                <a:solidFill>
                  <a:srgbClr val="E06C75"/>
                </a:solidFill>
              </a:rPr>
              <a:t>h...</a:t>
            </a:r>
            <a:r>
              <a:rPr lang="en">
                <a:solidFill>
                  <a:srgbClr val="ABB2BF"/>
                </a:solidFill>
              </a:rPr>
              <a:t>&gt;</a:t>
            </a:r>
            <a:endParaRPr/>
          </a:p>
        </p:txBody>
      </p:sp>
      <p:sp>
        <p:nvSpPr>
          <p:cNvPr id="317" name="Google Shape;317;p45"/>
          <p:cNvSpPr txBox="1"/>
          <p:nvPr/>
        </p:nvSpPr>
        <p:spPr>
          <a:xfrm>
            <a:off x="2778025" y="1874225"/>
            <a:ext cx="17922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&gt;Lorem ipsum&lt;/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318" name="Google Shape;318;p45"/>
          <p:cNvSpPr txBox="1"/>
          <p:nvPr/>
        </p:nvSpPr>
        <p:spPr>
          <a:xfrm>
            <a:off x="2778025" y="3483450"/>
            <a:ext cx="17922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Lorem ipsum&lt;</a:t>
            </a:r>
            <a:r>
              <a:rPr lang="en" sz="1050">
                <a:solidFill>
                  <a:srgbClr val="E06C75"/>
                </a:solidFill>
                <a:latin typeface="Fira Code"/>
                <a:ea typeface="Fira Code"/>
                <a:cs typeface="Fira Code"/>
                <a:sym typeface="Fira Code"/>
              </a:rPr>
              <a:t>br</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319" name="Google Shape;319;p45"/>
          <p:cNvSpPr txBox="1"/>
          <p:nvPr/>
        </p:nvSpPr>
        <p:spPr>
          <a:xfrm>
            <a:off x="2669800" y="3829650"/>
            <a:ext cx="3057000" cy="346200"/>
          </a:xfrm>
          <a:prstGeom prst="rect">
            <a:avLst/>
          </a:prstGeom>
          <a:noFill/>
          <a:ln>
            <a:noFill/>
          </a:ln>
        </p:spPr>
        <p:txBody>
          <a:bodyPr anchorCtr="0" anchor="t" bIns="91425" lIns="91425" spcFirstLastPara="1" rIns="91425" wrap="square" tIns="91425">
            <a:spAutoFit/>
          </a:bodyPr>
          <a:lstStyle/>
          <a:p>
            <a:pPr indent="-219075" lvl="0" marL="342900" rtl="0" algn="l">
              <a:lnSpc>
                <a:spcPct val="115000"/>
              </a:lnSpc>
              <a:spcBef>
                <a:spcPts val="0"/>
              </a:spcBef>
              <a:spcAft>
                <a:spcPts val="0"/>
              </a:spcAft>
              <a:buClr>
                <a:schemeClr val="dk1"/>
              </a:buClr>
              <a:buSzPts val="1050"/>
              <a:buFont typeface="Karla"/>
              <a:buChar char="▸"/>
            </a:pPr>
            <a:r>
              <a:rPr lang="en" sz="1050">
                <a:solidFill>
                  <a:schemeClr val="dk1"/>
                </a:solidFill>
                <a:highlight>
                  <a:schemeClr val="lt1"/>
                </a:highlight>
                <a:latin typeface="Karla"/>
                <a:ea typeface="Karla"/>
                <a:cs typeface="Karla"/>
                <a:sym typeface="Karla"/>
              </a:rPr>
              <a:t>Non necessita di chiusura</a:t>
            </a:r>
            <a:r>
              <a:rPr lang="en" sz="1050">
                <a:solidFill>
                  <a:schemeClr val="dk1"/>
                </a:solidFill>
                <a:latin typeface="Karla"/>
                <a:ea typeface="Karla"/>
                <a:cs typeface="Karla"/>
                <a:sym typeface="Karla"/>
              </a:rPr>
              <a:t> </a:t>
            </a:r>
            <a:endParaRPr sz="1050">
              <a:solidFill>
                <a:schemeClr val="dk1"/>
              </a:solidFill>
              <a:latin typeface="Karla"/>
              <a:ea typeface="Karla"/>
              <a:cs typeface="Karla"/>
              <a:sym typeface="Karla"/>
            </a:endParaRPr>
          </a:p>
        </p:txBody>
      </p:sp>
      <p:sp>
        <p:nvSpPr>
          <p:cNvPr id="320" name="Google Shape;320;p45"/>
          <p:cNvSpPr txBox="1"/>
          <p:nvPr>
            <p:ph idx="2" type="body"/>
          </p:nvPr>
        </p:nvSpPr>
        <p:spPr>
          <a:xfrm>
            <a:off x="5803575" y="1504950"/>
            <a:ext cx="3057000" cy="369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 sz="1200"/>
              <a:t>Headings/Titolo</a:t>
            </a:r>
            <a:endParaRPr sz="1200"/>
          </a:p>
        </p:txBody>
      </p:sp>
      <p:sp>
        <p:nvSpPr>
          <p:cNvPr id="321" name="Google Shape;321;p45"/>
          <p:cNvSpPr txBox="1"/>
          <p:nvPr/>
        </p:nvSpPr>
        <p:spPr>
          <a:xfrm>
            <a:off x="5932275" y="1876963"/>
            <a:ext cx="1792200" cy="14430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h1</a:t>
            </a:r>
            <a:r>
              <a:rPr lang="en" sz="1050">
                <a:solidFill>
                  <a:srgbClr val="ABB2BF"/>
                </a:solidFill>
                <a:latin typeface="Fira Code"/>
                <a:ea typeface="Fira Code"/>
                <a:cs typeface="Fira Code"/>
                <a:sym typeface="Fira Code"/>
              </a:rPr>
              <a:t>&gt;Titolo 1&lt;/</a:t>
            </a:r>
            <a:r>
              <a:rPr lang="en" sz="1050">
                <a:solidFill>
                  <a:srgbClr val="E06C75"/>
                </a:solidFill>
                <a:latin typeface="Fira Code"/>
                <a:ea typeface="Fira Code"/>
                <a:cs typeface="Fira Code"/>
                <a:sym typeface="Fira Code"/>
              </a:rPr>
              <a:t>h1</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h2</a:t>
            </a:r>
            <a:r>
              <a:rPr lang="en" sz="1050">
                <a:solidFill>
                  <a:srgbClr val="ABB2BF"/>
                </a:solidFill>
                <a:latin typeface="Fira Code"/>
                <a:ea typeface="Fira Code"/>
                <a:cs typeface="Fira Code"/>
                <a:sym typeface="Fira Code"/>
              </a:rPr>
              <a:t>&gt;Titolo 2&lt;/</a:t>
            </a:r>
            <a:r>
              <a:rPr lang="en" sz="1050">
                <a:solidFill>
                  <a:srgbClr val="E06C75"/>
                </a:solidFill>
                <a:latin typeface="Fira Code"/>
                <a:ea typeface="Fira Code"/>
                <a:cs typeface="Fira Code"/>
                <a:sym typeface="Fira Code"/>
              </a:rPr>
              <a:t>h2</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h3</a:t>
            </a:r>
            <a:r>
              <a:rPr lang="en" sz="1050">
                <a:solidFill>
                  <a:srgbClr val="ABB2BF"/>
                </a:solidFill>
                <a:latin typeface="Fira Code"/>
                <a:ea typeface="Fira Code"/>
                <a:cs typeface="Fira Code"/>
                <a:sym typeface="Fira Code"/>
              </a:rPr>
              <a:t>&gt;Titolo 3&lt;/</a:t>
            </a:r>
            <a:r>
              <a:rPr lang="en" sz="1050">
                <a:solidFill>
                  <a:srgbClr val="E06C75"/>
                </a:solidFill>
                <a:latin typeface="Fira Code"/>
                <a:ea typeface="Fira Code"/>
                <a:cs typeface="Fira Code"/>
                <a:sym typeface="Fira Code"/>
              </a:rPr>
              <a:t>h3</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h4</a:t>
            </a:r>
            <a:r>
              <a:rPr lang="en" sz="1050">
                <a:solidFill>
                  <a:srgbClr val="ABB2BF"/>
                </a:solidFill>
                <a:latin typeface="Fira Code"/>
                <a:ea typeface="Fira Code"/>
                <a:cs typeface="Fira Code"/>
                <a:sym typeface="Fira Code"/>
              </a:rPr>
              <a:t>&gt;Titolo 4&lt;/</a:t>
            </a:r>
            <a:r>
              <a:rPr lang="en" sz="1050">
                <a:solidFill>
                  <a:srgbClr val="E06C75"/>
                </a:solidFill>
                <a:latin typeface="Fira Code"/>
                <a:ea typeface="Fira Code"/>
                <a:cs typeface="Fira Code"/>
                <a:sym typeface="Fira Code"/>
              </a:rPr>
              <a:t>h4</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h5</a:t>
            </a:r>
            <a:r>
              <a:rPr lang="en" sz="1050">
                <a:solidFill>
                  <a:srgbClr val="ABB2BF"/>
                </a:solidFill>
                <a:latin typeface="Fira Code"/>
                <a:ea typeface="Fira Code"/>
                <a:cs typeface="Fira Code"/>
                <a:sym typeface="Fira Code"/>
              </a:rPr>
              <a:t>&gt;Titolo 5&lt;/</a:t>
            </a:r>
            <a:r>
              <a:rPr lang="en" sz="1050">
                <a:solidFill>
                  <a:srgbClr val="E06C75"/>
                </a:solidFill>
                <a:latin typeface="Fira Code"/>
                <a:ea typeface="Fira Code"/>
                <a:cs typeface="Fira Code"/>
                <a:sym typeface="Fira Code"/>
              </a:rPr>
              <a:t>h5</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h6</a:t>
            </a:r>
            <a:r>
              <a:rPr lang="en" sz="1050">
                <a:solidFill>
                  <a:srgbClr val="ABB2BF"/>
                </a:solidFill>
                <a:latin typeface="Fira Code"/>
                <a:ea typeface="Fira Code"/>
                <a:cs typeface="Fira Code"/>
                <a:sym typeface="Fira Code"/>
              </a:rPr>
              <a:t>&gt;Titolo 6&lt;/</a:t>
            </a:r>
            <a:r>
              <a:rPr lang="en" sz="1050">
                <a:solidFill>
                  <a:srgbClr val="E06C75"/>
                </a:solidFill>
                <a:latin typeface="Fira Code"/>
                <a:ea typeface="Fira Code"/>
                <a:cs typeface="Fira Code"/>
                <a:sym typeface="Fira Code"/>
              </a:rPr>
              <a:t>h6</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322" name="Google Shape;322;p45"/>
          <p:cNvSpPr txBox="1"/>
          <p:nvPr/>
        </p:nvSpPr>
        <p:spPr>
          <a:xfrm>
            <a:off x="5803575" y="3322700"/>
            <a:ext cx="3057000" cy="903900"/>
          </a:xfrm>
          <a:prstGeom prst="rect">
            <a:avLst/>
          </a:prstGeom>
          <a:noFill/>
          <a:ln>
            <a:noFill/>
          </a:ln>
        </p:spPr>
        <p:txBody>
          <a:bodyPr anchorCtr="0" anchor="t" bIns="91425" lIns="91425" spcFirstLastPara="1" rIns="91425" wrap="square" tIns="91425">
            <a:spAutoFit/>
          </a:bodyPr>
          <a:lstStyle/>
          <a:p>
            <a:pPr indent="-219075" lvl="0" marL="342900" rtl="0" algn="l">
              <a:lnSpc>
                <a:spcPct val="115000"/>
              </a:lnSpc>
              <a:spcBef>
                <a:spcPts val="0"/>
              </a:spcBef>
              <a:spcAft>
                <a:spcPts val="0"/>
              </a:spcAft>
              <a:buClr>
                <a:schemeClr val="dk1"/>
              </a:buClr>
              <a:buSzPts val="1050"/>
              <a:buFont typeface="Karla"/>
              <a:buChar char="▸"/>
            </a:pPr>
            <a:r>
              <a:rPr lang="en" sz="1050">
                <a:solidFill>
                  <a:schemeClr val="dk1"/>
                </a:solidFill>
                <a:highlight>
                  <a:schemeClr val="lt1"/>
                </a:highlight>
                <a:latin typeface="Karla"/>
                <a:ea typeface="Karla"/>
                <a:cs typeface="Karla"/>
                <a:sym typeface="Karla"/>
              </a:rPr>
              <a:t>h1 definisce il titolo più importante, h6 il sottotitolo meno importante</a:t>
            </a:r>
            <a:endParaRPr sz="1050">
              <a:solidFill>
                <a:schemeClr val="dk1"/>
              </a:solidFill>
              <a:highlight>
                <a:schemeClr val="lt1"/>
              </a:highlight>
              <a:latin typeface="Karla"/>
              <a:ea typeface="Karla"/>
              <a:cs typeface="Karla"/>
              <a:sym typeface="Karla"/>
            </a:endParaRPr>
          </a:p>
          <a:p>
            <a:pPr indent="-219075" lvl="0" marL="342900" rtl="0" algn="l">
              <a:lnSpc>
                <a:spcPct val="115000"/>
              </a:lnSpc>
              <a:spcBef>
                <a:spcPts val="0"/>
              </a:spcBef>
              <a:spcAft>
                <a:spcPts val="0"/>
              </a:spcAft>
              <a:buClr>
                <a:schemeClr val="dk1"/>
              </a:buClr>
              <a:buSzPts val="1050"/>
              <a:buFont typeface="Karla"/>
              <a:buChar char="▸"/>
            </a:pPr>
            <a:r>
              <a:rPr lang="en" sz="1050">
                <a:solidFill>
                  <a:schemeClr val="dk1"/>
                </a:solidFill>
                <a:highlight>
                  <a:schemeClr val="lt1"/>
                </a:highlight>
                <a:latin typeface="Karla"/>
                <a:ea typeface="Karla"/>
                <a:cs typeface="Karla"/>
                <a:sym typeface="Karla"/>
              </a:rPr>
              <a:t>Elemento blocco</a:t>
            </a:r>
            <a:endParaRPr sz="1050">
              <a:solidFill>
                <a:schemeClr val="dk1"/>
              </a:solidFill>
              <a:highlight>
                <a:schemeClr val="lt1"/>
              </a:highlight>
              <a:latin typeface="Karla"/>
              <a:ea typeface="Karla"/>
              <a:cs typeface="Karla"/>
              <a:sym typeface="Karla"/>
            </a:endParaRPr>
          </a:p>
          <a:p>
            <a:pPr indent="-219075" lvl="0" marL="342900" rtl="0" algn="l">
              <a:lnSpc>
                <a:spcPct val="115000"/>
              </a:lnSpc>
              <a:spcBef>
                <a:spcPts val="0"/>
              </a:spcBef>
              <a:spcAft>
                <a:spcPts val="0"/>
              </a:spcAft>
              <a:buClr>
                <a:schemeClr val="dk1"/>
              </a:buClr>
              <a:buSzPts val="1050"/>
              <a:buFont typeface="Karla"/>
              <a:buChar char="▸"/>
            </a:pPr>
            <a:r>
              <a:rPr lang="en" sz="1050">
                <a:solidFill>
                  <a:schemeClr val="dk1"/>
                </a:solidFill>
                <a:highlight>
                  <a:schemeClr val="lt1"/>
                </a:highlight>
                <a:latin typeface="Karla"/>
                <a:ea typeface="Karla"/>
                <a:cs typeface="Karla"/>
                <a:sym typeface="Karla"/>
              </a:rPr>
              <a:t>Necessita chiusura</a:t>
            </a:r>
            <a:endParaRPr sz="1050">
              <a:solidFill>
                <a:schemeClr val="dk1"/>
              </a:solidFill>
              <a:highlight>
                <a:schemeClr val="lt1"/>
              </a:highlight>
              <a:latin typeface="Karla"/>
              <a:ea typeface="Karla"/>
              <a:cs typeface="Karla"/>
              <a:sym typeface="Karla"/>
            </a:endParaRPr>
          </a:p>
        </p:txBody>
      </p:sp>
      <p:sp>
        <p:nvSpPr>
          <p:cNvPr id="323" name="Google Shape;323;p45">
            <a:hlinkClick r:id="rId3"/>
          </p:cNvPr>
          <p:cNvSpPr/>
          <p:nvPr/>
        </p:nvSpPr>
        <p:spPr>
          <a:xfrm>
            <a:off x="0" y="5092700"/>
            <a:ext cx="3352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46"/>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TAG PER I TESTI</a:t>
            </a:r>
            <a:endParaRPr/>
          </a:p>
        </p:txBody>
      </p:sp>
      <p:sp>
        <p:nvSpPr>
          <p:cNvPr id="329" name="Google Shape;329;p4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0" name="Google Shape;330;p46"/>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ABB2BF"/>
                </a:solidFill>
              </a:rPr>
              <a:t>&lt;</a:t>
            </a:r>
            <a:r>
              <a:rPr lang="en">
                <a:solidFill>
                  <a:srgbClr val="E06C75"/>
                </a:solidFill>
              </a:rPr>
              <a:t>u</a:t>
            </a:r>
            <a:r>
              <a:rPr lang="en">
                <a:solidFill>
                  <a:srgbClr val="ABB2BF"/>
                </a:solidFill>
              </a:rPr>
              <a:t>&gt;</a:t>
            </a:r>
            <a:endParaRPr>
              <a:solidFill>
                <a:srgbClr val="ABB2BF"/>
              </a:solidFill>
            </a:endParaRPr>
          </a:p>
          <a:p>
            <a:pPr indent="0" lvl="0" marL="0" rtl="0" algn="l">
              <a:lnSpc>
                <a:spcPct val="135714"/>
              </a:lnSpc>
              <a:spcBef>
                <a:spcPts val="0"/>
              </a:spcBef>
              <a:spcAft>
                <a:spcPts val="0"/>
              </a:spcAft>
              <a:buNone/>
            </a:pPr>
            <a:r>
              <a:rPr lang="en">
                <a:solidFill>
                  <a:srgbClr val="ABB2BF"/>
                </a:solidFill>
              </a:rPr>
              <a:t>&lt;</a:t>
            </a:r>
            <a:r>
              <a:rPr lang="en">
                <a:solidFill>
                  <a:srgbClr val="E06C75"/>
                </a:solidFill>
              </a:rPr>
              <a:t>em</a:t>
            </a:r>
            <a:r>
              <a:rPr lang="en">
                <a:solidFill>
                  <a:srgbClr val="ABB2BF"/>
                </a:solidFill>
              </a:rPr>
              <a:t>&gt;</a:t>
            </a:r>
            <a:endParaRPr>
              <a:solidFill>
                <a:srgbClr val="ABB2BF"/>
              </a:solidFill>
            </a:endParaRPr>
          </a:p>
          <a:p>
            <a:pPr indent="0" lvl="0" marL="0" rtl="0" algn="l">
              <a:lnSpc>
                <a:spcPct val="135714"/>
              </a:lnSpc>
              <a:spcBef>
                <a:spcPts val="0"/>
              </a:spcBef>
              <a:spcAft>
                <a:spcPts val="0"/>
              </a:spcAft>
              <a:buNone/>
            </a:pPr>
            <a:r>
              <a:rPr lang="en">
                <a:solidFill>
                  <a:srgbClr val="ABB2BF"/>
                </a:solidFill>
              </a:rPr>
              <a:t>&lt;</a:t>
            </a:r>
            <a:r>
              <a:rPr lang="en">
                <a:solidFill>
                  <a:srgbClr val="E06C75"/>
                </a:solidFill>
              </a:rPr>
              <a:t>strong</a:t>
            </a:r>
            <a:r>
              <a:rPr lang="en">
                <a:solidFill>
                  <a:srgbClr val="ABB2BF"/>
                </a:solidFill>
              </a:rPr>
              <a:t>&gt;</a:t>
            </a:r>
            <a:endParaRPr/>
          </a:p>
        </p:txBody>
      </p:sp>
      <p:sp>
        <p:nvSpPr>
          <p:cNvPr id="331" name="Google Shape;331;p46"/>
          <p:cNvSpPr txBox="1"/>
          <p:nvPr>
            <p:ph idx="2" type="body"/>
          </p:nvPr>
        </p:nvSpPr>
        <p:spPr>
          <a:xfrm>
            <a:off x="2669800" y="1504950"/>
            <a:ext cx="3034800" cy="369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 sz="1200"/>
              <a:t>Sottolineato</a:t>
            </a:r>
            <a:endParaRPr sz="1200"/>
          </a:p>
        </p:txBody>
      </p:sp>
      <p:sp>
        <p:nvSpPr>
          <p:cNvPr id="332" name="Google Shape;332;p46"/>
          <p:cNvSpPr txBox="1"/>
          <p:nvPr/>
        </p:nvSpPr>
        <p:spPr>
          <a:xfrm>
            <a:off x="2778025" y="1878179"/>
            <a:ext cx="52521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u</a:t>
            </a:r>
            <a:r>
              <a:rPr lang="en" sz="1050">
                <a:solidFill>
                  <a:srgbClr val="ABB2BF"/>
                </a:solidFill>
                <a:latin typeface="Fira Code"/>
                <a:ea typeface="Fira Code"/>
                <a:cs typeface="Fira Code"/>
                <a:sym typeface="Fira Code"/>
              </a:rPr>
              <a:t>&gt;Lorem ipsum&lt;/</a:t>
            </a:r>
            <a:r>
              <a:rPr lang="en" sz="1050">
                <a:solidFill>
                  <a:srgbClr val="E06C75"/>
                </a:solidFill>
                <a:latin typeface="Fira Code"/>
                <a:ea typeface="Fira Code"/>
                <a:cs typeface="Fira Code"/>
                <a:sym typeface="Fira Code"/>
              </a:rPr>
              <a:t>u</a:t>
            </a:r>
            <a:r>
              <a:rPr lang="en" sz="1050">
                <a:solidFill>
                  <a:srgbClr val="ABB2BF"/>
                </a:solidFill>
                <a:latin typeface="Fira Code"/>
                <a:ea typeface="Fira Code"/>
                <a:cs typeface="Fira Code"/>
                <a:sym typeface="Fira Code"/>
              </a:rPr>
              <a:t>&gt;</a:t>
            </a:r>
            <a:r>
              <a:rPr lang="en" sz="1050">
                <a:solidFill>
                  <a:srgbClr val="ABB2BF"/>
                </a:solidFill>
                <a:latin typeface="Fira Code"/>
                <a:ea typeface="Fira Code"/>
                <a:cs typeface="Fira Code"/>
                <a:sym typeface="Fira Code"/>
              </a:rPr>
              <a:t>						</a:t>
            </a:r>
            <a:r>
              <a:rPr lang="en" sz="1050" u="sng">
                <a:solidFill>
                  <a:srgbClr val="ABB2BF"/>
                </a:solidFill>
                <a:latin typeface="Fira Code"/>
                <a:ea typeface="Fira Code"/>
                <a:cs typeface="Fira Code"/>
                <a:sym typeface="Fira Code"/>
              </a:rPr>
              <a:t>Lorem ipsum</a:t>
            </a:r>
            <a:endParaRPr b="1" sz="1050">
              <a:solidFill>
                <a:srgbClr val="ABB2BF"/>
              </a:solidFill>
              <a:latin typeface="Fira Code"/>
              <a:ea typeface="Fira Code"/>
              <a:cs typeface="Fira Code"/>
              <a:sym typeface="Fira Code"/>
            </a:endParaRPr>
          </a:p>
        </p:txBody>
      </p:sp>
      <p:sp>
        <p:nvSpPr>
          <p:cNvPr id="333" name="Google Shape;333;p46"/>
          <p:cNvSpPr txBox="1"/>
          <p:nvPr>
            <p:ph idx="2" type="body"/>
          </p:nvPr>
        </p:nvSpPr>
        <p:spPr>
          <a:xfrm>
            <a:off x="2669800" y="2309533"/>
            <a:ext cx="3034800" cy="369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 sz="1200"/>
              <a:t>Corsivo</a:t>
            </a:r>
            <a:endParaRPr sz="1200"/>
          </a:p>
        </p:txBody>
      </p:sp>
      <p:sp>
        <p:nvSpPr>
          <p:cNvPr id="334" name="Google Shape;334;p46"/>
          <p:cNvSpPr txBox="1"/>
          <p:nvPr/>
        </p:nvSpPr>
        <p:spPr>
          <a:xfrm>
            <a:off x="2778025" y="2678825"/>
            <a:ext cx="52521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em</a:t>
            </a:r>
            <a:r>
              <a:rPr lang="en" sz="1050">
                <a:solidFill>
                  <a:srgbClr val="ABB2BF"/>
                </a:solidFill>
                <a:latin typeface="Fira Code"/>
                <a:ea typeface="Fira Code"/>
                <a:cs typeface="Fira Code"/>
                <a:sym typeface="Fira Code"/>
              </a:rPr>
              <a:t>&gt;Lorem ipsum&lt;/</a:t>
            </a:r>
            <a:r>
              <a:rPr lang="en" sz="1050">
                <a:solidFill>
                  <a:srgbClr val="E06C75"/>
                </a:solidFill>
                <a:latin typeface="Fira Code"/>
                <a:ea typeface="Fira Code"/>
                <a:cs typeface="Fira Code"/>
                <a:sym typeface="Fira Code"/>
              </a:rPr>
              <a:t>em</a:t>
            </a:r>
            <a:r>
              <a:rPr lang="en" sz="1050">
                <a:solidFill>
                  <a:srgbClr val="ABB2BF"/>
                </a:solidFill>
                <a:latin typeface="Fira Code"/>
                <a:ea typeface="Fira Code"/>
                <a:cs typeface="Fira Code"/>
                <a:sym typeface="Fira Code"/>
              </a:rPr>
              <a:t>&gt;</a:t>
            </a:r>
            <a:r>
              <a:rPr lang="en" sz="1050">
                <a:solidFill>
                  <a:srgbClr val="ABB2BF"/>
                </a:solidFill>
                <a:latin typeface="Fira Code"/>
                <a:ea typeface="Fira Code"/>
                <a:cs typeface="Fira Code"/>
                <a:sym typeface="Fira Code"/>
              </a:rPr>
              <a:t>						</a:t>
            </a:r>
            <a:r>
              <a:rPr i="1" lang="en" sz="1050">
                <a:solidFill>
                  <a:srgbClr val="ABB2BF"/>
                </a:solidFill>
                <a:latin typeface="Fira Code"/>
                <a:ea typeface="Fira Code"/>
                <a:cs typeface="Fira Code"/>
                <a:sym typeface="Fira Code"/>
              </a:rPr>
              <a:t>Lorem ipsum</a:t>
            </a:r>
            <a:endParaRPr i="1" sz="1050">
              <a:solidFill>
                <a:srgbClr val="ABB2BF"/>
              </a:solidFill>
              <a:latin typeface="Fira Code"/>
              <a:ea typeface="Fira Code"/>
              <a:cs typeface="Fira Code"/>
              <a:sym typeface="Fira Code"/>
            </a:endParaRPr>
          </a:p>
        </p:txBody>
      </p:sp>
      <p:sp>
        <p:nvSpPr>
          <p:cNvPr id="335" name="Google Shape;335;p46"/>
          <p:cNvSpPr txBox="1"/>
          <p:nvPr>
            <p:ph idx="2" type="body"/>
          </p:nvPr>
        </p:nvSpPr>
        <p:spPr>
          <a:xfrm>
            <a:off x="2669800" y="3114117"/>
            <a:ext cx="3034800" cy="369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 sz="1200"/>
              <a:t>Grassetto</a:t>
            </a:r>
            <a:endParaRPr sz="1200"/>
          </a:p>
        </p:txBody>
      </p:sp>
      <p:sp>
        <p:nvSpPr>
          <p:cNvPr id="336" name="Google Shape;336;p46"/>
          <p:cNvSpPr txBox="1"/>
          <p:nvPr/>
        </p:nvSpPr>
        <p:spPr>
          <a:xfrm>
            <a:off x="2778025" y="3485446"/>
            <a:ext cx="52521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strong</a:t>
            </a:r>
            <a:r>
              <a:rPr lang="en" sz="1050">
                <a:solidFill>
                  <a:srgbClr val="ABB2BF"/>
                </a:solidFill>
                <a:latin typeface="Fira Code"/>
                <a:ea typeface="Fira Code"/>
                <a:cs typeface="Fira Code"/>
                <a:sym typeface="Fira Code"/>
              </a:rPr>
              <a:t>&gt;Lorem ipsum&lt;/</a:t>
            </a:r>
            <a:r>
              <a:rPr lang="en" sz="1050">
                <a:solidFill>
                  <a:srgbClr val="E06C75"/>
                </a:solidFill>
                <a:latin typeface="Fira Code"/>
                <a:ea typeface="Fira Code"/>
                <a:cs typeface="Fira Code"/>
                <a:sym typeface="Fira Code"/>
              </a:rPr>
              <a:t>strong</a:t>
            </a:r>
            <a:r>
              <a:rPr lang="en" sz="1050">
                <a:solidFill>
                  <a:srgbClr val="ABB2BF"/>
                </a:solidFill>
                <a:latin typeface="Fira Code"/>
                <a:ea typeface="Fira Code"/>
                <a:cs typeface="Fira Code"/>
                <a:sym typeface="Fira Code"/>
              </a:rPr>
              <a:t>&gt;					</a:t>
            </a:r>
            <a:r>
              <a:rPr b="1" lang="en" sz="1050">
                <a:solidFill>
                  <a:srgbClr val="ABB2BF"/>
                </a:solidFill>
                <a:latin typeface="Fira Code"/>
                <a:ea typeface="Fira Code"/>
                <a:cs typeface="Fira Code"/>
                <a:sym typeface="Fira Code"/>
              </a:rPr>
              <a:t>Lorem ipsum</a:t>
            </a:r>
            <a:endParaRPr b="1" sz="1050">
              <a:solidFill>
                <a:srgbClr val="ABB2BF"/>
              </a:solidFill>
              <a:latin typeface="Fira Code"/>
              <a:ea typeface="Fira Code"/>
              <a:cs typeface="Fira Code"/>
              <a:sym typeface="Fira Code"/>
            </a:endParaRPr>
          </a:p>
        </p:txBody>
      </p:sp>
      <p:sp>
        <p:nvSpPr>
          <p:cNvPr id="337" name="Google Shape;337;p46"/>
          <p:cNvSpPr txBox="1"/>
          <p:nvPr/>
        </p:nvSpPr>
        <p:spPr>
          <a:xfrm>
            <a:off x="2669800" y="3918700"/>
            <a:ext cx="3000000" cy="554100"/>
          </a:xfrm>
          <a:prstGeom prst="rect">
            <a:avLst/>
          </a:prstGeom>
          <a:noFill/>
          <a:ln>
            <a:noFill/>
          </a:ln>
        </p:spPr>
        <p:txBody>
          <a:bodyPr anchorCtr="0" anchor="t" bIns="91425" lIns="91425" spcFirstLastPara="1" rIns="91425" wrap="square" tIns="91425">
            <a:spAutoFit/>
          </a:bodyPr>
          <a:lstStyle/>
          <a:p>
            <a:pPr indent="-304800" lvl="0" marL="457200" rtl="0" algn="l">
              <a:spcBef>
                <a:spcPts val="600"/>
              </a:spcBef>
              <a:spcAft>
                <a:spcPts val="0"/>
              </a:spcAft>
              <a:buClr>
                <a:schemeClr val="dk1"/>
              </a:buClr>
              <a:buSzPts val="1200"/>
              <a:buFont typeface="Karla"/>
              <a:buChar char="▸"/>
            </a:pPr>
            <a:r>
              <a:rPr lang="en" sz="1200">
                <a:solidFill>
                  <a:schemeClr val="dk1"/>
                </a:solidFill>
                <a:highlight>
                  <a:schemeClr val="lt1"/>
                </a:highlight>
                <a:latin typeface="Karla"/>
                <a:ea typeface="Karla"/>
                <a:cs typeface="Karla"/>
                <a:sym typeface="Karla"/>
              </a:rPr>
              <a:t>Elementi inline</a:t>
            </a:r>
            <a:endParaRPr sz="1200">
              <a:solidFill>
                <a:schemeClr val="dk1"/>
              </a:solidFill>
              <a:highlight>
                <a:schemeClr val="lt1"/>
              </a:highlight>
              <a:latin typeface="Karla"/>
              <a:ea typeface="Karla"/>
              <a:cs typeface="Karla"/>
              <a:sym typeface="Karla"/>
            </a:endParaRPr>
          </a:p>
          <a:p>
            <a:pPr indent="-304800" lvl="0" marL="457200" rtl="0" algn="l">
              <a:spcBef>
                <a:spcPts val="0"/>
              </a:spcBef>
              <a:spcAft>
                <a:spcPts val="0"/>
              </a:spcAft>
              <a:buClr>
                <a:schemeClr val="dk1"/>
              </a:buClr>
              <a:buSzPts val="1200"/>
              <a:buFont typeface="Karla"/>
              <a:buChar char="▸"/>
            </a:pPr>
            <a:r>
              <a:rPr lang="en" sz="1200">
                <a:solidFill>
                  <a:schemeClr val="dk1"/>
                </a:solidFill>
                <a:highlight>
                  <a:schemeClr val="lt1"/>
                </a:highlight>
                <a:latin typeface="Karla"/>
                <a:ea typeface="Karla"/>
                <a:cs typeface="Karla"/>
                <a:sym typeface="Karla"/>
              </a:rPr>
              <a:t>Necessita chiusura</a:t>
            </a:r>
            <a:endParaRPr/>
          </a:p>
        </p:txBody>
      </p:sp>
      <p:cxnSp>
        <p:nvCxnSpPr>
          <p:cNvPr id="338" name="Google Shape;338;p46"/>
          <p:cNvCxnSpPr/>
          <p:nvPr/>
        </p:nvCxnSpPr>
        <p:spPr>
          <a:xfrm>
            <a:off x="5495075" y="2051275"/>
            <a:ext cx="882000" cy="0"/>
          </a:xfrm>
          <a:prstGeom prst="straightConnector1">
            <a:avLst/>
          </a:prstGeom>
          <a:noFill/>
          <a:ln cap="flat" cmpd="sng" w="9525">
            <a:solidFill>
              <a:srgbClr val="ABB2BF"/>
            </a:solidFill>
            <a:prstDash val="solid"/>
            <a:round/>
            <a:headEnd len="med" w="med" type="none"/>
            <a:tailEnd len="med" w="med" type="triangle"/>
          </a:ln>
        </p:spPr>
      </p:cxnSp>
      <p:cxnSp>
        <p:nvCxnSpPr>
          <p:cNvPr id="339" name="Google Shape;339;p46"/>
          <p:cNvCxnSpPr/>
          <p:nvPr/>
        </p:nvCxnSpPr>
        <p:spPr>
          <a:xfrm>
            <a:off x="5495075" y="2851925"/>
            <a:ext cx="882000" cy="0"/>
          </a:xfrm>
          <a:prstGeom prst="straightConnector1">
            <a:avLst/>
          </a:prstGeom>
          <a:noFill/>
          <a:ln cap="flat" cmpd="sng" w="9525">
            <a:solidFill>
              <a:srgbClr val="ABB2BF"/>
            </a:solidFill>
            <a:prstDash val="solid"/>
            <a:round/>
            <a:headEnd len="med" w="med" type="none"/>
            <a:tailEnd len="med" w="med" type="triangle"/>
          </a:ln>
        </p:spPr>
      </p:cxnSp>
      <p:cxnSp>
        <p:nvCxnSpPr>
          <p:cNvPr id="340" name="Google Shape;340;p46"/>
          <p:cNvCxnSpPr/>
          <p:nvPr/>
        </p:nvCxnSpPr>
        <p:spPr>
          <a:xfrm>
            <a:off x="5495075" y="3658550"/>
            <a:ext cx="882000" cy="0"/>
          </a:xfrm>
          <a:prstGeom prst="straightConnector1">
            <a:avLst/>
          </a:prstGeom>
          <a:noFill/>
          <a:ln cap="flat" cmpd="sng" w="9525">
            <a:solidFill>
              <a:srgbClr val="ABB2BF"/>
            </a:solidFill>
            <a:prstDash val="solid"/>
            <a:round/>
            <a:headEnd len="med" w="med" type="none"/>
            <a:tailEnd len="med" w="med" type="triangle"/>
          </a:ln>
        </p:spPr>
      </p:cxnSp>
      <p:sp>
        <p:nvSpPr>
          <p:cNvPr id="341" name="Google Shape;341;p46">
            <a:hlinkClick r:id="rId3"/>
          </p:cNvPr>
          <p:cNvSpPr/>
          <p:nvPr/>
        </p:nvSpPr>
        <p:spPr>
          <a:xfrm>
            <a:off x="0" y="5092700"/>
            <a:ext cx="3505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345" name="Shape 345"/>
        <p:cNvGrpSpPr/>
        <p:nvPr/>
      </p:nvGrpSpPr>
      <p:grpSpPr>
        <a:xfrm>
          <a:off x="0" y="0"/>
          <a:ext cx="0" cy="0"/>
          <a:chOff x="0" y="0"/>
          <a:chExt cx="0" cy="0"/>
        </a:xfrm>
      </p:grpSpPr>
      <p:sp>
        <p:nvSpPr>
          <p:cNvPr id="346" name="Google Shape;346;p47"/>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TAG PER I COMMENTI</a:t>
            </a:r>
            <a:endParaRPr/>
          </a:p>
        </p:txBody>
      </p:sp>
      <p:sp>
        <p:nvSpPr>
          <p:cNvPr id="347" name="Google Shape;347;p47"/>
          <p:cNvSpPr txBox="1"/>
          <p:nvPr>
            <p:ph idx="2" type="body"/>
          </p:nvPr>
        </p:nvSpPr>
        <p:spPr>
          <a:xfrm>
            <a:off x="2669800" y="1504950"/>
            <a:ext cx="5324100" cy="369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b="1" lang="en" sz="1200"/>
              <a:t>Commento</a:t>
            </a:r>
            <a:endParaRPr sz="1200">
              <a:highlight>
                <a:srgbClr val="FFFFFF"/>
              </a:highlight>
            </a:endParaRPr>
          </a:p>
        </p:txBody>
      </p:sp>
      <p:sp>
        <p:nvSpPr>
          <p:cNvPr id="348" name="Google Shape;348;p4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47"/>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5C6370"/>
                </a:solidFill>
              </a:rPr>
              <a:t>&lt;!-- --&gt;</a:t>
            </a:r>
            <a:endParaRPr/>
          </a:p>
        </p:txBody>
      </p:sp>
      <p:sp>
        <p:nvSpPr>
          <p:cNvPr id="350" name="Google Shape;350;p47"/>
          <p:cNvSpPr txBox="1"/>
          <p:nvPr/>
        </p:nvSpPr>
        <p:spPr>
          <a:xfrm>
            <a:off x="2793400" y="1874250"/>
            <a:ext cx="25548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&lt;!-- questo è un commento --&gt;</a:t>
            </a:r>
            <a:endParaRPr sz="1050">
              <a:solidFill>
                <a:srgbClr val="ABB2BF"/>
              </a:solidFill>
              <a:latin typeface="Fira Code"/>
              <a:ea typeface="Fira Code"/>
              <a:cs typeface="Fira Code"/>
              <a:sym typeface="Fira Code"/>
            </a:endParaRPr>
          </a:p>
        </p:txBody>
      </p:sp>
      <p:sp>
        <p:nvSpPr>
          <p:cNvPr id="351" name="Google Shape;351;p47"/>
          <p:cNvSpPr txBox="1"/>
          <p:nvPr/>
        </p:nvSpPr>
        <p:spPr>
          <a:xfrm>
            <a:off x="2669800" y="2220450"/>
            <a:ext cx="5973000" cy="794100"/>
          </a:xfrm>
          <a:prstGeom prst="rect">
            <a:avLst/>
          </a:prstGeom>
          <a:noFill/>
          <a:ln>
            <a:noFill/>
          </a:ln>
        </p:spPr>
        <p:txBody>
          <a:bodyPr anchorCtr="0" anchor="t" bIns="91425" lIns="91425" spcFirstLastPara="1" rIns="91425" wrap="square" tIns="91425">
            <a:spAutoFit/>
          </a:bodyPr>
          <a:lstStyle/>
          <a:p>
            <a:pPr indent="-228600" lvl="0" marL="342900" rtl="0" algn="l">
              <a:lnSpc>
                <a:spcPct val="115000"/>
              </a:lnSpc>
              <a:spcBef>
                <a:spcPts val="0"/>
              </a:spcBef>
              <a:spcAft>
                <a:spcPts val="0"/>
              </a:spcAft>
              <a:buClr>
                <a:srgbClr val="666666"/>
              </a:buClr>
              <a:buSzPts val="1200"/>
              <a:buFont typeface="Karla"/>
              <a:buChar char="▸"/>
            </a:pPr>
            <a:r>
              <a:rPr lang="en" sz="1200">
                <a:solidFill>
                  <a:srgbClr val="666666"/>
                </a:solidFill>
                <a:latin typeface="Karla"/>
                <a:ea typeface="Karla"/>
                <a:cs typeface="Karla"/>
                <a:sym typeface="Karla"/>
              </a:rPr>
              <a:t>Scrivere annotazioni generiche al markup</a:t>
            </a:r>
            <a:endParaRPr sz="1200">
              <a:solidFill>
                <a:srgbClr val="666666"/>
              </a:solidFill>
              <a:latin typeface="Karla"/>
              <a:ea typeface="Karla"/>
              <a:cs typeface="Karla"/>
              <a:sym typeface="Karla"/>
            </a:endParaRPr>
          </a:p>
          <a:p>
            <a:pPr indent="-228600" lvl="0" marL="342900" rtl="0" algn="l">
              <a:lnSpc>
                <a:spcPct val="115000"/>
              </a:lnSpc>
              <a:spcBef>
                <a:spcPts val="0"/>
              </a:spcBef>
              <a:spcAft>
                <a:spcPts val="0"/>
              </a:spcAft>
              <a:buClr>
                <a:srgbClr val="666666"/>
              </a:buClr>
              <a:buSzPts val="1200"/>
              <a:buFont typeface="Karla"/>
              <a:buChar char="▸"/>
            </a:pPr>
            <a:r>
              <a:rPr lang="en" sz="1200">
                <a:solidFill>
                  <a:srgbClr val="666666"/>
                </a:solidFill>
                <a:latin typeface="Karla"/>
                <a:ea typeface="Karla"/>
                <a:cs typeface="Karla"/>
                <a:sym typeface="Karla"/>
              </a:rPr>
              <a:t>Rendere inattive porzioni di codice in fase di debug o per effettuare dei test</a:t>
            </a:r>
            <a:endParaRPr sz="1200">
              <a:solidFill>
                <a:srgbClr val="666666"/>
              </a:solidFill>
              <a:latin typeface="Karla"/>
              <a:ea typeface="Karla"/>
              <a:cs typeface="Karla"/>
              <a:sym typeface="Karla"/>
            </a:endParaRPr>
          </a:p>
          <a:p>
            <a:pPr indent="-228600" lvl="0" marL="342900" rtl="0" algn="l">
              <a:lnSpc>
                <a:spcPct val="115000"/>
              </a:lnSpc>
              <a:spcBef>
                <a:spcPts val="0"/>
              </a:spcBef>
              <a:spcAft>
                <a:spcPts val="0"/>
              </a:spcAft>
              <a:buClr>
                <a:srgbClr val="666666"/>
              </a:buClr>
              <a:buSzPts val="1200"/>
              <a:buFont typeface="Karla"/>
              <a:buChar char="▸"/>
            </a:pPr>
            <a:r>
              <a:rPr lang="en" sz="1200">
                <a:solidFill>
                  <a:srgbClr val="666666"/>
                </a:solidFill>
                <a:latin typeface="Karla"/>
                <a:ea typeface="Karla"/>
                <a:cs typeface="Karla"/>
                <a:sym typeface="Karla"/>
              </a:rPr>
              <a:t>Segnalare la chiusura di blocchi di codice per evitare confusione</a:t>
            </a:r>
            <a:endParaRPr sz="1200">
              <a:solidFill>
                <a:schemeClr val="dk1"/>
              </a:solidFill>
              <a:highlight>
                <a:schemeClr val="lt1"/>
              </a:highlight>
              <a:latin typeface="Karla"/>
              <a:ea typeface="Karla"/>
              <a:cs typeface="Karla"/>
              <a:sym typeface="Karla"/>
            </a:endParaRPr>
          </a:p>
        </p:txBody>
      </p:sp>
      <p:sp>
        <p:nvSpPr>
          <p:cNvPr id="352" name="Google Shape;352;p47">
            <a:hlinkClick r:id="rId3"/>
          </p:cNvPr>
          <p:cNvSpPr/>
          <p:nvPr/>
        </p:nvSpPr>
        <p:spPr>
          <a:xfrm>
            <a:off x="0" y="5092700"/>
            <a:ext cx="3657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8"/>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ELENCHI PUNTATI E NUMERATI</a:t>
            </a:r>
            <a:endParaRPr/>
          </a:p>
        </p:txBody>
      </p:sp>
      <p:sp>
        <p:nvSpPr>
          <p:cNvPr id="358" name="Google Shape;358;p48"/>
          <p:cNvSpPr txBox="1"/>
          <p:nvPr>
            <p:ph idx="2" type="body"/>
          </p:nvPr>
        </p:nvSpPr>
        <p:spPr>
          <a:xfrm>
            <a:off x="2692125" y="1504950"/>
            <a:ext cx="5324100" cy="3693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b="1" lang="en" sz="1200"/>
              <a:t>Elenco puntato</a:t>
            </a:r>
            <a:endParaRPr b="1" sz="1200"/>
          </a:p>
        </p:txBody>
      </p:sp>
      <p:sp>
        <p:nvSpPr>
          <p:cNvPr id="359" name="Google Shape;359;p4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0" name="Google Shape;360;p48"/>
          <p:cNvSpPr txBox="1"/>
          <p:nvPr>
            <p:ph idx="1" type="subTitle"/>
          </p:nvPr>
        </p:nvSpPr>
        <p:spPr>
          <a:xfrm>
            <a:off x="336375" y="1989650"/>
            <a:ext cx="20178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ABB2BF"/>
                </a:solidFill>
              </a:rPr>
              <a:t>&lt;</a:t>
            </a:r>
            <a:r>
              <a:rPr lang="en">
                <a:solidFill>
                  <a:srgbClr val="E06C75"/>
                </a:solidFill>
              </a:rPr>
              <a:t>ul</a:t>
            </a:r>
            <a:r>
              <a:rPr lang="en">
                <a:solidFill>
                  <a:srgbClr val="ABB2BF"/>
                </a:solidFill>
              </a:rPr>
              <a:t>&gt;</a:t>
            </a:r>
            <a:endParaRPr>
              <a:solidFill>
                <a:srgbClr val="ABB2BF"/>
              </a:solidFill>
            </a:endParaRPr>
          </a:p>
          <a:p>
            <a:pPr indent="0" lvl="0" marL="0" rtl="0" algn="l">
              <a:lnSpc>
                <a:spcPct val="135714"/>
              </a:lnSpc>
              <a:spcBef>
                <a:spcPts val="0"/>
              </a:spcBef>
              <a:spcAft>
                <a:spcPts val="0"/>
              </a:spcAft>
              <a:buNone/>
            </a:pPr>
            <a:r>
              <a:rPr lang="en">
                <a:solidFill>
                  <a:srgbClr val="ABB2BF"/>
                </a:solidFill>
              </a:rPr>
              <a:t>  &lt;</a:t>
            </a:r>
            <a:r>
              <a:rPr lang="en">
                <a:solidFill>
                  <a:srgbClr val="E06C75"/>
                </a:solidFill>
              </a:rPr>
              <a:t>li</a:t>
            </a:r>
            <a:r>
              <a:rPr lang="en">
                <a:solidFill>
                  <a:srgbClr val="ABB2BF"/>
                </a:solidFill>
              </a:rPr>
              <a:t>&gt;&lt;/</a:t>
            </a:r>
            <a:r>
              <a:rPr lang="en">
                <a:solidFill>
                  <a:srgbClr val="E06C75"/>
                </a:solidFill>
              </a:rPr>
              <a:t>li</a:t>
            </a:r>
            <a:r>
              <a:rPr lang="en">
                <a:solidFill>
                  <a:srgbClr val="ABB2BF"/>
                </a:solidFill>
              </a:rPr>
              <a:t>&gt;</a:t>
            </a:r>
            <a:endParaRPr>
              <a:solidFill>
                <a:srgbClr val="ABB2BF"/>
              </a:solidFill>
            </a:endParaRPr>
          </a:p>
          <a:p>
            <a:pPr indent="0" lvl="0" marL="0" rtl="0" algn="l">
              <a:lnSpc>
                <a:spcPct val="135714"/>
              </a:lnSpc>
              <a:spcBef>
                <a:spcPts val="0"/>
              </a:spcBef>
              <a:spcAft>
                <a:spcPts val="0"/>
              </a:spcAft>
              <a:buNone/>
            </a:pPr>
            <a:r>
              <a:rPr lang="en">
                <a:solidFill>
                  <a:srgbClr val="ABB2BF"/>
                </a:solidFill>
              </a:rPr>
              <a:t>&lt;/</a:t>
            </a:r>
            <a:r>
              <a:rPr lang="en">
                <a:solidFill>
                  <a:srgbClr val="E06C75"/>
                </a:solidFill>
              </a:rPr>
              <a:t>ul</a:t>
            </a:r>
            <a:r>
              <a:rPr lang="en">
                <a:solidFill>
                  <a:srgbClr val="ABB2BF"/>
                </a:solidFill>
              </a:rPr>
              <a:t>&gt;</a:t>
            </a:r>
            <a:endParaRPr/>
          </a:p>
        </p:txBody>
      </p:sp>
      <p:sp>
        <p:nvSpPr>
          <p:cNvPr id="361" name="Google Shape;361;p48"/>
          <p:cNvSpPr txBox="1"/>
          <p:nvPr/>
        </p:nvSpPr>
        <p:spPr>
          <a:xfrm>
            <a:off x="2692125" y="2874025"/>
            <a:ext cx="5324100" cy="1218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Bisogna fare attenzione alla gerarchia degli elementi</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L’apertura del tag </a:t>
            </a:r>
            <a:r>
              <a:rPr lang="en" sz="1200">
                <a:solidFill>
                  <a:schemeClr val="dk1"/>
                </a:solidFill>
                <a:latin typeface="Fira Code"/>
                <a:ea typeface="Fira Code"/>
                <a:cs typeface="Fira Code"/>
                <a:sym typeface="Fira Code"/>
              </a:rPr>
              <a:t>&lt;ul&gt;</a:t>
            </a:r>
            <a:r>
              <a:rPr lang="en" sz="1200">
                <a:solidFill>
                  <a:schemeClr val="dk1"/>
                </a:solidFill>
                <a:latin typeface="Karla"/>
                <a:ea typeface="Karla"/>
                <a:cs typeface="Karla"/>
                <a:sym typeface="Karla"/>
              </a:rPr>
              <a:t> deve venire all’inizio della lista</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La chiusura del tag </a:t>
            </a:r>
            <a:r>
              <a:rPr lang="en" sz="1200">
                <a:solidFill>
                  <a:schemeClr val="dk1"/>
                </a:solidFill>
                <a:latin typeface="Fira Code"/>
                <a:ea typeface="Fira Code"/>
                <a:cs typeface="Fira Code"/>
                <a:sym typeface="Fira Code"/>
              </a:rPr>
              <a:t>&lt;/ul&gt;</a:t>
            </a:r>
            <a:r>
              <a:rPr lang="en" sz="1200">
                <a:solidFill>
                  <a:schemeClr val="dk1"/>
                </a:solidFill>
                <a:latin typeface="Karla"/>
                <a:ea typeface="Karla"/>
                <a:cs typeface="Karla"/>
                <a:sym typeface="Karla"/>
              </a:rPr>
              <a:t> deve venire alla fine</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In mezzo, ogni elemento della lista deve essere aperto “</a:t>
            </a:r>
            <a:r>
              <a:rPr lang="en" sz="1200">
                <a:solidFill>
                  <a:schemeClr val="dk1"/>
                </a:solidFill>
                <a:latin typeface="Fira Code"/>
                <a:ea typeface="Fira Code"/>
                <a:cs typeface="Fira Code"/>
                <a:sym typeface="Fira Code"/>
              </a:rPr>
              <a:t>&lt;li&gt;</a:t>
            </a:r>
            <a:r>
              <a:rPr lang="en" sz="1200">
                <a:solidFill>
                  <a:schemeClr val="dk1"/>
                </a:solidFill>
                <a:latin typeface="Karla"/>
                <a:ea typeface="Karla"/>
                <a:cs typeface="Karla"/>
                <a:sym typeface="Karla"/>
              </a:rPr>
              <a:t>”</a:t>
            </a:r>
            <a:r>
              <a:rPr lang="en" sz="1200">
                <a:solidFill>
                  <a:schemeClr val="dk1"/>
                </a:solidFill>
                <a:latin typeface="Karla"/>
                <a:ea typeface="Karla"/>
                <a:cs typeface="Karla"/>
                <a:sym typeface="Karla"/>
              </a:rPr>
              <a:t> e poi chiuso “</a:t>
            </a:r>
            <a:r>
              <a:rPr lang="en" sz="1200">
                <a:solidFill>
                  <a:schemeClr val="dk1"/>
                </a:solidFill>
                <a:latin typeface="Fira Code"/>
                <a:ea typeface="Fira Code"/>
                <a:cs typeface="Fira Code"/>
                <a:sym typeface="Fira Code"/>
              </a:rPr>
              <a:t>&lt;/li&gt;</a:t>
            </a:r>
            <a:r>
              <a:rPr lang="en" sz="1200">
                <a:solidFill>
                  <a:schemeClr val="dk1"/>
                </a:solidFill>
                <a:latin typeface="Karla"/>
                <a:ea typeface="Karla"/>
                <a:cs typeface="Karla"/>
                <a:sym typeface="Karla"/>
              </a:rPr>
              <a:t>”</a:t>
            </a:r>
            <a:r>
              <a:rPr lang="en" sz="1200">
                <a:solidFill>
                  <a:schemeClr val="dk1"/>
                </a:solidFill>
                <a:latin typeface="Karla"/>
                <a:ea typeface="Karla"/>
                <a:cs typeface="Karla"/>
                <a:sym typeface="Karla"/>
              </a:rPr>
              <a:t> prima che se ne apra un altro</a:t>
            </a:r>
            <a:endParaRPr/>
          </a:p>
        </p:txBody>
      </p:sp>
      <p:sp>
        <p:nvSpPr>
          <p:cNvPr id="362" name="Google Shape;362;p48"/>
          <p:cNvSpPr txBox="1"/>
          <p:nvPr/>
        </p:nvSpPr>
        <p:spPr>
          <a:xfrm>
            <a:off x="2793400" y="1874250"/>
            <a:ext cx="53241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ul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&gt;Primo elemento&lt;/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a:t>
            </a:r>
            <a:r>
              <a:rPr lang="en" sz="1050">
                <a:solidFill>
                  <a:srgbClr val="ABB2BF"/>
                </a:solidFill>
                <a:latin typeface="Fira Code"/>
                <a:ea typeface="Fira Code"/>
                <a:cs typeface="Fira Code"/>
                <a:sym typeface="Fira Code"/>
              </a:rPr>
              <a:t>				• Primo elemento</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&gt;Secondo elemento&lt;/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a:t>
            </a:r>
            <a:r>
              <a:rPr lang="en" sz="1050">
                <a:solidFill>
                  <a:srgbClr val="ABB2BF"/>
                </a:solidFill>
                <a:latin typeface="Fira Code"/>
                <a:ea typeface="Fira Code"/>
                <a:cs typeface="Fira Code"/>
                <a:sym typeface="Fira Code"/>
              </a:rPr>
              <a:t>				• Secondo elemento</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ul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cxnSp>
        <p:nvCxnSpPr>
          <p:cNvPr id="363" name="Google Shape;363;p48"/>
          <p:cNvCxnSpPr/>
          <p:nvPr/>
        </p:nvCxnSpPr>
        <p:spPr>
          <a:xfrm>
            <a:off x="5315950" y="2376450"/>
            <a:ext cx="882000" cy="0"/>
          </a:xfrm>
          <a:prstGeom prst="straightConnector1">
            <a:avLst/>
          </a:prstGeom>
          <a:noFill/>
          <a:ln cap="flat" cmpd="sng" w="9525">
            <a:solidFill>
              <a:srgbClr val="ABB2BF"/>
            </a:solidFill>
            <a:prstDash val="solid"/>
            <a:round/>
            <a:headEnd len="med" w="med" type="none"/>
            <a:tailEnd len="med" w="med" type="triangle"/>
          </a:ln>
        </p:spPr>
      </p:cxnSp>
      <p:sp>
        <p:nvSpPr>
          <p:cNvPr id="364" name="Google Shape;364;p48">
            <a:hlinkClick r:id="rId3"/>
          </p:cNvPr>
          <p:cNvSpPr/>
          <p:nvPr/>
        </p:nvSpPr>
        <p:spPr>
          <a:xfrm>
            <a:off x="0" y="5092700"/>
            <a:ext cx="3810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9"/>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ELENCHI PUNTATI E NUMERATI</a:t>
            </a:r>
            <a:endParaRPr/>
          </a:p>
        </p:txBody>
      </p:sp>
      <p:sp>
        <p:nvSpPr>
          <p:cNvPr id="370" name="Google Shape;370;p4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1" name="Google Shape;371;p49"/>
          <p:cNvSpPr txBox="1"/>
          <p:nvPr>
            <p:ph idx="1" type="subTitle"/>
          </p:nvPr>
        </p:nvSpPr>
        <p:spPr>
          <a:xfrm>
            <a:off x="336375" y="1989650"/>
            <a:ext cx="1900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ABB2BF"/>
                </a:solidFill>
              </a:rPr>
              <a:t>&lt;</a:t>
            </a:r>
            <a:r>
              <a:rPr lang="en">
                <a:solidFill>
                  <a:srgbClr val="E06C75"/>
                </a:solidFill>
              </a:rPr>
              <a:t>ol</a:t>
            </a:r>
            <a:r>
              <a:rPr lang="en">
                <a:solidFill>
                  <a:srgbClr val="ABB2BF"/>
                </a:solidFill>
              </a:rPr>
              <a:t>&gt;  </a:t>
            </a:r>
            <a:endParaRPr>
              <a:solidFill>
                <a:srgbClr val="ABB2BF"/>
              </a:solidFill>
            </a:endParaRPr>
          </a:p>
          <a:p>
            <a:pPr indent="0" lvl="0" marL="0" rtl="0" algn="l">
              <a:lnSpc>
                <a:spcPct val="135714"/>
              </a:lnSpc>
              <a:spcBef>
                <a:spcPts val="0"/>
              </a:spcBef>
              <a:spcAft>
                <a:spcPts val="0"/>
              </a:spcAft>
              <a:buNone/>
            </a:pPr>
            <a:r>
              <a:rPr lang="en">
                <a:solidFill>
                  <a:srgbClr val="ABB2BF"/>
                </a:solidFill>
              </a:rPr>
              <a:t>  &lt;</a:t>
            </a:r>
            <a:r>
              <a:rPr lang="en">
                <a:solidFill>
                  <a:srgbClr val="E06C75"/>
                </a:solidFill>
              </a:rPr>
              <a:t>li</a:t>
            </a:r>
            <a:r>
              <a:rPr lang="en">
                <a:solidFill>
                  <a:srgbClr val="ABB2BF"/>
                </a:solidFill>
              </a:rPr>
              <a:t>&gt;&lt;/</a:t>
            </a:r>
            <a:r>
              <a:rPr lang="en">
                <a:solidFill>
                  <a:srgbClr val="E06C75"/>
                </a:solidFill>
              </a:rPr>
              <a:t>li</a:t>
            </a:r>
            <a:r>
              <a:rPr lang="en">
                <a:solidFill>
                  <a:srgbClr val="ABB2BF"/>
                </a:solidFill>
              </a:rPr>
              <a:t>&gt;</a:t>
            </a:r>
            <a:endParaRPr>
              <a:solidFill>
                <a:srgbClr val="ABB2BF"/>
              </a:solidFill>
            </a:endParaRPr>
          </a:p>
          <a:p>
            <a:pPr indent="0" lvl="0" marL="0" rtl="0" algn="l">
              <a:lnSpc>
                <a:spcPct val="135714"/>
              </a:lnSpc>
              <a:spcBef>
                <a:spcPts val="0"/>
              </a:spcBef>
              <a:spcAft>
                <a:spcPts val="0"/>
              </a:spcAft>
              <a:buNone/>
            </a:pPr>
            <a:r>
              <a:rPr lang="en">
                <a:solidFill>
                  <a:srgbClr val="ABB2BF"/>
                </a:solidFill>
              </a:rPr>
              <a:t>&lt;/</a:t>
            </a:r>
            <a:r>
              <a:rPr lang="en">
                <a:solidFill>
                  <a:srgbClr val="E06C75"/>
                </a:solidFill>
              </a:rPr>
              <a:t>ol</a:t>
            </a:r>
            <a:r>
              <a:rPr lang="en">
                <a:solidFill>
                  <a:srgbClr val="ABB2BF"/>
                </a:solidFill>
              </a:rPr>
              <a:t>&gt;</a:t>
            </a:r>
            <a:endParaRPr/>
          </a:p>
        </p:txBody>
      </p:sp>
      <p:sp>
        <p:nvSpPr>
          <p:cNvPr id="372" name="Google Shape;372;p49"/>
          <p:cNvSpPr txBox="1"/>
          <p:nvPr>
            <p:ph idx="2" type="body"/>
          </p:nvPr>
        </p:nvSpPr>
        <p:spPr>
          <a:xfrm>
            <a:off x="2692125" y="1504950"/>
            <a:ext cx="5324100" cy="369300"/>
          </a:xfrm>
          <a:prstGeom prst="rect">
            <a:avLst/>
          </a:prstGeom>
        </p:spPr>
        <p:txBody>
          <a:bodyPr anchorCtr="0" anchor="t" bIns="91425" lIns="91425" spcFirstLastPara="1" rIns="91425" wrap="square" tIns="91425">
            <a:spAutoFit/>
          </a:bodyPr>
          <a:lstStyle/>
          <a:p>
            <a:pPr indent="0" lvl="0" marL="0" rtl="0" algn="l">
              <a:lnSpc>
                <a:spcPct val="100000"/>
              </a:lnSpc>
              <a:spcBef>
                <a:spcPts val="600"/>
              </a:spcBef>
              <a:spcAft>
                <a:spcPts val="0"/>
              </a:spcAft>
              <a:buNone/>
            </a:pPr>
            <a:r>
              <a:rPr b="1" lang="en" sz="1200"/>
              <a:t>Elenco numerato</a:t>
            </a:r>
            <a:endParaRPr b="1" sz="1200"/>
          </a:p>
        </p:txBody>
      </p:sp>
      <p:sp>
        <p:nvSpPr>
          <p:cNvPr id="373" name="Google Shape;373;p49"/>
          <p:cNvSpPr txBox="1"/>
          <p:nvPr/>
        </p:nvSpPr>
        <p:spPr>
          <a:xfrm>
            <a:off x="2692125" y="2874025"/>
            <a:ext cx="5324100" cy="1218900"/>
          </a:xfrm>
          <a:prstGeom prst="rect">
            <a:avLst/>
          </a:prstGeom>
          <a:no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Bisogna fare attenzione alla gerarchia degli elementi</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L’apertura del tag </a:t>
            </a:r>
            <a:r>
              <a:rPr lang="en" sz="1200">
                <a:solidFill>
                  <a:schemeClr val="dk1"/>
                </a:solidFill>
                <a:latin typeface="Fira Code"/>
                <a:ea typeface="Fira Code"/>
                <a:cs typeface="Fira Code"/>
                <a:sym typeface="Fira Code"/>
              </a:rPr>
              <a:t>&lt;ol&gt;</a:t>
            </a:r>
            <a:r>
              <a:rPr lang="en" sz="1200">
                <a:solidFill>
                  <a:schemeClr val="dk1"/>
                </a:solidFill>
                <a:latin typeface="Karla"/>
                <a:ea typeface="Karla"/>
                <a:cs typeface="Karla"/>
                <a:sym typeface="Karla"/>
              </a:rPr>
              <a:t> deve venire all’inizio della lista</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La chiusura del tag </a:t>
            </a:r>
            <a:r>
              <a:rPr lang="en" sz="1200">
                <a:solidFill>
                  <a:schemeClr val="dk1"/>
                </a:solidFill>
                <a:latin typeface="Fira Code"/>
                <a:ea typeface="Fira Code"/>
                <a:cs typeface="Fira Code"/>
                <a:sym typeface="Fira Code"/>
              </a:rPr>
              <a:t>&lt;/ol&gt;</a:t>
            </a:r>
            <a:r>
              <a:rPr lang="en" sz="1200">
                <a:solidFill>
                  <a:schemeClr val="dk1"/>
                </a:solidFill>
                <a:latin typeface="Karla"/>
                <a:ea typeface="Karla"/>
                <a:cs typeface="Karla"/>
                <a:sym typeface="Karla"/>
              </a:rPr>
              <a:t> deve venire alla fine</a:t>
            </a:r>
            <a:endParaRPr sz="1200">
              <a:solidFill>
                <a:schemeClr val="dk1"/>
              </a:solidFill>
              <a:latin typeface="Karla"/>
              <a:ea typeface="Karla"/>
              <a:cs typeface="Karla"/>
              <a:sym typeface="Karla"/>
            </a:endParaRPr>
          </a:p>
          <a:p>
            <a:pPr indent="-304800" lvl="0" marL="457200" rtl="0" algn="l">
              <a:lnSpc>
                <a:spcPct val="115000"/>
              </a:lnSpc>
              <a:spcBef>
                <a:spcPts val="0"/>
              </a:spcBef>
              <a:spcAft>
                <a:spcPts val="0"/>
              </a:spcAft>
              <a:buClr>
                <a:schemeClr val="dk1"/>
              </a:buClr>
              <a:buSzPts val="1200"/>
              <a:buFont typeface="Karla"/>
              <a:buChar char="▸"/>
            </a:pPr>
            <a:r>
              <a:rPr lang="en" sz="1200">
                <a:solidFill>
                  <a:schemeClr val="dk1"/>
                </a:solidFill>
                <a:latin typeface="Karla"/>
                <a:ea typeface="Karla"/>
                <a:cs typeface="Karla"/>
                <a:sym typeface="Karla"/>
              </a:rPr>
              <a:t>In mezzo, ogni elemento della lista deve essere aperto “</a:t>
            </a:r>
            <a:r>
              <a:rPr lang="en" sz="1200">
                <a:solidFill>
                  <a:schemeClr val="dk1"/>
                </a:solidFill>
                <a:latin typeface="Fira Code"/>
                <a:ea typeface="Fira Code"/>
                <a:cs typeface="Fira Code"/>
                <a:sym typeface="Fira Code"/>
              </a:rPr>
              <a:t>&lt;li&gt;</a:t>
            </a:r>
            <a:r>
              <a:rPr lang="en" sz="1200">
                <a:solidFill>
                  <a:schemeClr val="dk1"/>
                </a:solidFill>
                <a:latin typeface="Karla"/>
                <a:ea typeface="Karla"/>
                <a:cs typeface="Karla"/>
                <a:sym typeface="Karla"/>
              </a:rPr>
              <a:t>” e poi chiuso “</a:t>
            </a:r>
            <a:r>
              <a:rPr lang="en" sz="1200">
                <a:solidFill>
                  <a:schemeClr val="dk1"/>
                </a:solidFill>
                <a:latin typeface="Fira Code"/>
                <a:ea typeface="Fira Code"/>
                <a:cs typeface="Fira Code"/>
                <a:sym typeface="Fira Code"/>
              </a:rPr>
              <a:t>&lt;/li&gt;</a:t>
            </a:r>
            <a:r>
              <a:rPr lang="en" sz="1200">
                <a:solidFill>
                  <a:schemeClr val="dk1"/>
                </a:solidFill>
                <a:latin typeface="Karla"/>
                <a:ea typeface="Karla"/>
                <a:cs typeface="Karla"/>
                <a:sym typeface="Karla"/>
              </a:rPr>
              <a:t>” prima che se ne apra un altro</a:t>
            </a:r>
            <a:endParaRPr/>
          </a:p>
        </p:txBody>
      </p:sp>
      <p:sp>
        <p:nvSpPr>
          <p:cNvPr id="374" name="Google Shape;374;p49"/>
          <p:cNvSpPr txBox="1"/>
          <p:nvPr/>
        </p:nvSpPr>
        <p:spPr>
          <a:xfrm>
            <a:off x="2793400" y="1874250"/>
            <a:ext cx="53241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o</a:t>
            </a:r>
            <a:r>
              <a:rPr lang="en" sz="1050">
                <a:solidFill>
                  <a:srgbClr val="E06C75"/>
                </a:solidFill>
                <a:latin typeface="Fira Code"/>
                <a:ea typeface="Fira Code"/>
                <a:cs typeface="Fira Code"/>
                <a:sym typeface="Fira Code"/>
              </a:rPr>
              <a:t>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&gt;Primo elemento&lt;/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a:t>
            </a:r>
            <a:r>
              <a:rPr lang="en" sz="1050">
                <a:solidFill>
                  <a:srgbClr val="ABB2BF"/>
                </a:solidFill>
                <a:latin typeface="Fira Code"/>
                <a:ea typeface="Fira Code"/>
                <a:cs typeface="Fira Code"/>
                <a:sym typeface="Fira Code"/>
              </a:rPr>
              <a:t>			     1. Primo elemento</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&gt;Secondo elemento&lt;/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a:t>
            </a:r>
            <a:r>
              <a:rPr lang="en" sz="1050">
                <a:solidFill>
                  <a:srgbClr val="ABB2BF"/>
                </a:solidFill>
                <a:latin typeface="Fira Code"/>
                <a:ea typeface="Fira Code"/>
                <a:cs typeface="Fira Code"/>
                <a:sym typeface="Fira Code"/>
              </a:rPr>
              <a:t>			     2. Secondo elemento</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o</a:t>
            </a:r>
            <a:r>
              <a:rPr lang="en" sz="1050">
                <a:solidFill>
                  <a:srgbClr val="E06C75"/>
                </a:solidFill>
                <a:latin typeface="Fira Code"/>
                <a:ea typeface="Fira Code"/>
                <a:cs typeface="Fira Code"/>
                <a:sym typeface="Fira Code"/>
              </a:rPr>
              <a:t>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cxnSp>
        <p:nvCxnSpPr>
          <p:cNvPr id="375" name="Google Shape;375;p49"/>
          <p:cNvCxnSpPr/>
          <p:nvPr/>
        </p:nvCxnSpPr>
        <p:spPr>
          <a:xfrm>
            <a:off x="5315950" y="2376450"/>
            <a:ext cx="882000" cy="0"/>
          </a:xfrm>
          <a:prstGeom prst="straightConnector1">
            <a:avLst/>
          </a:prstGeom>
          <a:noFill/>
          <a:ln cap="flat" cmpd="sng" w="9525">
            <a:solidFill>
              <a:srgbClr val="ABB2BF"/>
            </a:solidFill>
            <a:prstDash val="solid"/>
            <a:round/>
            <a:headEnd len="med" w="med" type="none"/>
            <a:tailEnd len="med" w="med" type="triangle"/>
          </a:ln>
        </p:spPr>
      </p:cxnSp>
      <p:sp>
        <p:nvSpPr>
          <p:cNvPr id="376" name="Google Shape;376;p49">
            <a:hlinkClick r:id="rId3"/>
          </p:cNvPr>
          <p:cNvSpPr/>
          <p:nvPr/>
        </p:nvSpPr>
        <p:spPr>
          <a:xfrm>
            <a:off x="0" y="5092700"/>
            <a:ext cx="3962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50"/>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TABELLE</a:t>
            </a:r>
            <a:endParaRPr/>
          </a:p>
        </p:txBody>
      </p:sp>
      <p:sp>
        <p:nvSpPr>
          <p:cNvPr id="382" name="Google Shape;382;p5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50"/>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ABB2BF"/>
                </a:solidFill>
              </a:rPr>
              <a:t>&lt;</a:t>
            </a:r>
            <a:r>
              <a:rPr lang="en">
                <a:solidFill>
                  <a:srgbClr val="E06C75"/>
                </a:solidFill>
              </a:rPr>
              <a:t>table</a:t>
            </a:r>
            <a:r>
              <a:rPr lang="en">
                <a:solidFill>
                  <a:srgbClr val="ABB2BF"/>
                </a:solidFill>
              </a:rPr>
              <a:t>&gt;</a:t>
            </a:r>
            <a:endParaRPr/>
          </a:p>
        </p:txBody>
      </p:sp>
      <p:sp>
        <p:nvSpPr>
          <p:cNvPr id="384" name="Google Shape;384;p50"/>
          <p:cNvSpPr txBox="1"/>
          <p:nvPr/>
        </p:nvSpPr>
        <p:spPr>
          <a:xfrm>
            <a:off x="2793400" y="1504950"/>
            <a:ext cx="5849400" cy="31977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table</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thead</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tr</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th</a:t>
            </a:r>
            <a:r>
              <a:rPr lang="en" sz="1050">
                <a:solidFill>
                  <a:srgbClr val="ABB2BF"/>
                </a:solidFill>
                <a:latin typeface="Fira Code"/>
                <a:ea typeface="Fira Code"/>
                <a:cs typeface="Fira Code"/>
                <a:sym typeface="Fira Code"/>
              </a:rPr>
              <a:t>&gt;Colonna 1&lt;/</a:t>
            </a:r>
            <a:r>
              <a:rPr lang="en" sz="1050">
                <a:solidFill>
                  <a:srgbClr val="E06C75"/>
                </a:solidFill>
                <a:latin typeface="Fira Code"/>
                <a:ea typeface="Fira Code"/>
                <a:cs typeface="Fira Code"/>
                <a:sym typeface="Fira Code"/>
              </a:rPr>
              <a:t>th</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th</a:t>
            </a:r>
            <a:r>
              <a:rPr lang="en" sz="1050">
                <a:solidFill>
                  <a:srgbClr val="ABB2BF"/>
                </a:solidFill>
                <a:latin typeface="Fira Code"/>
                <a:ea typeface="Fira Code"/>
                <a:cs typeface="Fira Code"/>
                <a:sym typeface="Fira Code"/>
              </a:rPr>
              <a:t>&gt;Colonna 2&lt;/</a:t>
            </a:r>
            <a:r>
              <a:rPr lang="en" sz="1050">
                <a:solidFill>
                  <a:srgbClr val="E06C75"/>
                </a:solidFill>
                <a:latin typeface="Fira Code"/>
                <a:ea typeface="Fira Code"/>
                <a:cs typeface="Fira Code"/>
                <a:sym typeface="Fira Code"/>
              </a:rPr>
              <a:t>th</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tr</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thead</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tbody</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tr</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td</a:t>
            </a:r>
            <a:r>
              <a:rPr lang="en" sz="1050">
                <a:solidFill>
                  <a:srgbClr val="ABB2BF"/>
                </a:solidFill>
                <a:latin typeface="Fira Code"/>
                <a:ea typeface="Fira Code"/>
                <a:cs typeface="Fira Code"/>
                <a:sym typeface="Fira Code"/>
              </a:rPr>
              <a:t>&gt;Cella 1&lt;/</a:t>
            </a:r>
            <a:r>
              <a:rPr lang="en" sz="1050">
                <a:solidFill>
                  <a:srgbClr val="E06C75"/>
                </a:solidFill>
                <a:latin typeface="Fira Code"/>
                <a:ea typeface="Fira Code"/>
                <a:cs typeface="Fira Code"/>
                <a:sym typeface="Fira Code"/>
              </a:rPr>
              <a:t>td</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td</a:t>
            </a:r>
            <a:r>
              <a:rPr lang="en" sz="1050">
                <a:solidFill>
                  <a:srgbClr val="ABB2BF"/>
                </a:solidFill>
                <a:latin typeface="Fira Code"/>
                <a:ea typeface="Fira Code"/>
                <a:cs typeface="Fira Code"/>
                <a:sym typeface="Fira Code"/>
              </a:rPr>
              <a:t>&gt;Cella 2&lt;/</a:t>
            </a:r>
            <a:r>
              <a:rPr lang="en" sz="1050">
                <a:solidFill>
                  <a:srgbClr val="E06C75"/>
                </a:solidFill>
                <a:latin typeface="Fira Code"/>
                <a:ea typeface="Fira Code"/>
                <a:cs typeface="Fira Code"/>
                <a:sym typeface="Fira Code"/>
              </a:rPr>
              <a:t>td</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tr</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tbody</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table</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graphicFrame>
        <p:nvGraphicFramePr>
          <p:cNvPr id="385" name="Google Shape;385;p50"/>
          <p:cNvGraphicFramePr/>
          <p:nvPr/>
        </p:nvGraphicFramePr>
        <p:xfrm>
          <a:off x="6368600" y="2707600"/>
          <a:ext cx="3000000" cy="3000000"/>
        </p:xfrm>
        <a:graphic>
          <a:graphicData uri="http://schemas.openxmlformats.org/drawingml/2006/table">
            <a:tbl>
              <a:tblPr>
                <a:noFill/>
                <a:tableStyleId>{67D148E7-3CC5-47D1-B057-9721A8B02FC9}</a:tableStyleId>
              </a:tblPr>
              <a:tblGrid>
                <a:gridCol w="1000225"/>
                <a:gridCol w="1000225"/>
              </a:tblGrid>
              <a:tr h="396200">
                <a:tc>
                  <a:txBody>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Colonna 1</a:t>
                      </a:r>
                      <a:endParaRPr sz="1050">
                        <a:solidFill>
                          <a:schemeClr val="lt1"/>
                        </a:solidFill>
                        <a:latin typeface="Karla"/>
                        <a:ea typeface="Karla"/>
                        <a:cs typeface="Karla"/>
                        <a:sym typeface="Karla"/>
                      </a:endParaRPr>
                    </a:p>
                  </a:txBody>
                  <a:tcPr marT="91425" marB="91425" marR="91425" marL="91425">
                    <a:solidFill>
                      <a:schemeClr val="accent3"/>
                    </a:solidFill>
                  </a:tcPr>
                </a:tc>
                <a:tc>
                  <a:txBody>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Colonna 2</a:t>
                      </a:r>
                      <a:endParaRPr sz="1050">
                        <a:solidFill>
                          <a:schemeClr val="lt1"/>
                        </a:solidFill>
                        <a:latin typeface="Karla"/>
                        <a:ea typeface="Karla"/>
                        <a:cs typeface="Karla"/>
                        <a:sym typeface="Karla"/>
                      </a:endParaRPr>
                    </a:p>
                  </a:txBody>
                  <a:tcPr marT="91425" marB="91425" marR="91425" marL="91425">
                    <a:solidFill>
                      <a:schemeClr val="accent3"/>
                    </a:solidFill>
                  </a:tcPr>
                </a:tc>
              </a:tr>
              <a:tr h="396200">
                <a:tc>
                  <a:txBody>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Cella 1</a:t>
                      </a:r>
                      <a:endParaRPr sz="1050">
                        <a:solidFill>
                          <a:schemeClr val="dk1"/>
                        </a:solidFill>
                        <a:latin typeface="Karla"/>
                        <a:ea typeface="Karla"/>
                        <a:cs typeface="Karla"/>
                        <a:sym typeface="Karla"/>
                      </a:endParaRPr>
                    </a:p>
                  </a:txBody>
                  <a:tcPr marT="91425" marB="91425" marR="91425" marL="91425"/>
                </a:tc>
                <a:tc>
                  <a:txBody>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Cella 2</a:t>
                      </a:r>
                      <a:endParaRPr sz="1050">
                        <a:solidFill>
                          <a:schemeClr val="dk1"/>
                        </a:solidFill>
                        <a:latin typeface="Karla"/>
                        <a:ea typeface="Karla"/>
                        <a:cs typeface="Karla"/>
                        <a:sym typeface="Karla"/>
                      </a:endParaRPr>
                    </a:p>
                  </a:txBody>
                  <a:tcPr marT="91425" marB="91425" marR="91425" marL="91425"/>
                </a:tc>
              </a:tr>
            </a:tbl>
          </a:graphicData>
        </a:graphic>
      </p:graphicFrame>
      <p:cxnSp>
        <p:nvCxnSpPr>
          <p:cNvPr id="386" name="Google Shape;386;p50"/>
          <p:cNvCxnSpPr/>
          <p:nvPr/>
        </p:nvCxnSpPr>
        <p:spPr>
          <a:xfrm>
            <a:off x="5315950" y="3103800"/>
            <a:ext cx="882000" cy="0"/>
          </a:xfrm>
          <a:prstGeom prst="straightConnector1">
            <a:avLst/>
          </a:prstGeom>
          <a:noFill/>
          <a:ln cap="flat" cmpd="sng" w="9525">
            <a:solidFill>
              <a:srgbClr val="ABB2BF"/>
            </a:solidFill>
            <a:prstDash val="solid"/>
            <a:round/>
            <a:headEnd len="med" w="med" type="none"/>
            <a:tailEnd len="med" w="med" type="triangle"/>
          </a:ln>
        </p:spPr>
      </p:cxnSp>
      <p:sp>
        <p:nvSpPr>
          <p:cNvPr id="387" name="Google Shape;387;p50">
            <a:hlinkClick r:id="rId3"/>
          </p:cNvPr>
          <p:cNvSpPr/>
          <p:nvPr/>
        </p:nvSpPr>
        <p:spPr>
          <a:xfrm>
            <a:off x="0" y="5092700"/>
            <a:ext cx="4114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51"/>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Form</a:t>
            </a:r>
            <a:endParaRPr/>
          </a:p>
        </p:txBody>
      </p:sp>
      <p:sp>
        <p:nvSpPr>
          <p:cNvPr id="393" name="Google Shape;393;p51"/>
          <p:cNvSpPr txBox="1"/>
          <p:nvPr>
            <p:ph idx="2" type="body"/>
          </p:nvPr>
        </p:nvSpPr>
        <p:spPr>
          <a:xfrm>
            <a:off x="2692125" y="1504950"/>
            <a:ext cx="5324100" cy="1257000"/>
          </a:xfrm>
          <a:prstGeom prst="rect">
            <a:avLst/>
          </a:prstGeom>
        </p:spPr>
        <p:txBody>
          <a:bodyPr anchorCtr="0" anchor="t" bIns="91425" lIns="91425" spcFirstLastPara="1" rIns="91425" wrap="square" tIns="91425">
            <a:spAutoFit/>
          </a:bodyPr>
          <a:lstStyle/>
          <a:p>
            <a:pPr indent="0" lvl="0" marL="0" marR="190500" rtl="0" algn="l">
              <a:lnSpc>
                <a:spcPct val="100000"/>
              </a:lnSpc>
              <a:spcBef>
                <a:spcPts val="800"/>
              </a:spcBef>
              <a:spcAft>
                <a:spcPts val="0"/>
              </a:spcAft>
              <a:buNone/>
            </a:pPr>
            <a:r>
              <a:rPr lang="en" sz="1050">
                <a:solidFill>
                  <a:srgbClr val="333333"/>
                </a:solidFill>
                <a:highlight>
                  <a:srgbClr val="FFFFFF"/>
                </a:highlight>
              </a:rPr>
              <a:t>Uno dei fattori che ha decretato il successo del Web è senz’altro la </a:t>
            </a:r>
            <a:r>
              <a:rPr b="1" lang="en" sz="1050">
                <a:solidFill>
                  <a:srgbClr val="333333"/>
                </a:solidFill>
                <a:highlight>
                  <a:srgbClr val="FFFFFF"/>
                </a:highlight>
              </a:rPr>
              <a:t>possibilità di interagire</a:t>
            </a:r>
            <a:r>
              <a:rPr lang="en" sz="1050">
                <a:solidFill>
                  <a:srgbClr val="333333"/>
                </a:solidFill>
                <a:highlight>
                  <a:srgbClr val="FFFFFF"/>
                </a:highlight>
              </a:rPr>
              <a:t>: la possibilità cioè di iscriversi a servizi di vario tipo (ad esempio mailing list), ma soprattutto di partecipare a vere e proprie comunità virtuali</a:t>
            </a:r>
            <a:endParaRPr sz="1050">
              <a:solidFill>
                <a:srgbClr val="333333"/>
              </a:solidFill>
              <a:highlight>
                <a:srgbClr val="FFFFFF"/>
              </a:highlight>
            </a:endParaRPr>
          </a:p>
          <a:p>
            <a:pPr indent="0" lvl="0" marL="0" marR="190500" rtl="0" algn="l">
              <a:lnSpc>
                <a:spcPct val="100000"/>
              </a:lnSpc>
              <a:spcBef>
                <a:spcPts val="800"/>
              </a:spcBef>
              <a:spcAft>
                <a:spcPts val="800"/>
              </a:spcAft>
              <a:buNone/>
            </a:pPr>
            <a:r>
              <a:rPr lang="en" sz="1050">
                <a:solidFill>
                  <a:srgbClr val="333333"/>
                </a:solidFill>
                <a:highlight>
                  <a:srgbClr val="FFFFFF"/>
                </a:highlight>
              </a:rPr>
              <a:t>Per organizzare questo genere di servizi è necessario </a:t>
            </a:r>
            <a:r>
              <a:rPr b="1" lang="en" sz="1050">
                <a:solidFill>
                  <a:srgbClr val="333333"/>
                </a:solidFill>
                <a:highlight>
                  <a:srgbClr val="FFFFFF"/>
                </a:highlight>
              </a:rPr>
              <a:t>raccogliere i dati</a:t>
            </a:r>
            <a:r>
              <a:rPr lang="en" sz="1050">
                <a:solidFill>
                  <a:srgbClr val="333333"/>
                </a:solidFill>
                <a:highlight>
                  <a:srgbClr val="FFFFFF"/>
                </a:highlight>
              </a:rPr>
              <a:t> dell’utente: per farlo si utilizzano, in maniera molto semplice, i moduli (cioè i form)</a:t>
            </a:r>
            <a:endParaRPr sz="1050"/>
          </a:p>
        </p:txBody>
      </p:sp>
      <p:sp>
        <p:nvSpPr>
          <p:cNvPr id="394" name="Google Shape;394;p5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51"/>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ABB2BF"/>
                </a:solidFill>
              </a:rPr>
              <a:t>&lt;</a:t>
            </a:r>
            <a:r>
              <a:rPr lang="en">
                <a:solidFill>
                  <a:srgbClr val="E06C75"/>
                </a:solidFill>
              </a:rPr>
              <a:t>form</a:t>
            </a:r>
            <a:r>
              <a:rPr lang="en">
                <a:solidFill>
                  <a:srgbClr val="ABB2BF"/>
                </a:solidFill>
              </a:rPr>
              <a:t>&gt;</a:t>
            </a:r>
            <a:endParaRPr/>
          </a:p>
        </p:txBody>
      </p:sp>
      <p:sp>
        <p:nvSpPr>
          <p:cNvPr id="396" name="Google Shape;396;p51"/>
          <p:cNvSpPr txBox="1"/>
          <p:nvPr/>
        </p:nvSpPr>
        <p:spPr>
          <a:xfrm>
            <a:off x="2764125" y="2761950"/>
            <a:ext cx="5750700" cy="12237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form</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action</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label</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for</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"name"</a:t>
            </a:r>
            <a:r>
              <a:rPr lang="en" sz="1050">
                <a:solidFill>
                  <a:srgbClr val="ABB2BF"/>
                </a:solidFill>
                <a:latin typeface="Fira Code"/>
                <a:ea typeface="Fira Code"/>
                <a:cs typeface="Fira Code"/>
                <a:sym typeface="Fira Code"/>
              </a:rPr>
              <a:t>&gt;Name&lt;/</a:t>
            </a:r>
            <a:r>
              <a:rPr lang="en" sz="1050">
                <a:solidFill>
                  <a:srgbClr val="E06C75"/>
                </a:solidFill>
                <a:latin typeface="Fira Code"/>
                <a:ea typeface="Fira Code"/>
                <a:cs typeface="Fira Code"/>
                <a:sym typeface="Fira Code"/>
              </a:rPr>
              <a:t>label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input</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id</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"name"</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type</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"text"</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input</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type</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"submit"</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value</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"OK"</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form</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grpSp>
        <p:nvGrpSpPr>
          <p:cNvPr id="397" name="Google Shape;397;p51"/>
          <p:cNvGrpSpPr/>
          <p:nvPr/>
        </p:nvGrpSpPr>
        <p:grpSpPr>
          <a:xfrm>
            <a:off x="6118000" y="3213500"/>
            <a:ext cx="2224800" cy="346200"/>
            <a:chOff x="5900900" y="759275"/>
            <a:chExt cx="2224800" cy="346200"/>
          </a:xfrm>
        </p:grpSpPr>
        <p:sp>
          <p:nvSpPr>
            <p:cNvPr id="398" name="Google Shape;398;p51"/>
            <p:cNvSpPr/>
            <p:nvPr/>
          </p:nvSpPr>
          <p:spPr>
            <a:xfrm>
              <a:off x="6484400" y="827525"/>
              <a:ext cx="1233300" cy="2097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51"/>
            <p:cNvSpPr/>
            <p:nvPr/>
          </p:nvSpPr>
          <p:spPr>
            <a:xfrm>
              <a:off x="7774100" y="827525"/>
              <a:ext cx="351600" cy="209700"/>
            </a:xfrm>
            <a:prstGeom prst="roundRect">
              <a:avLst>
                <a:gd fmla="val 16667" name="adj"/>
              </a:avLst>
            </a:prstGeom>
            <a:solidFill>
              <a:schemeClr val="accent3"/>
            </a:solidFill>
            <a:ln cap="flat" cmpd="sng" w="9525">
              <a:solidFill>
                <a:schemeClr val="dk2"/>
              </a:solidFill>
              <a:prstDash val="solid"/>
              <a:round/>
              <a:headEnd len="sm" w="sm" type="none"/>
              <a:tailEnd len="sm" w="sm" type="none"/>
            </a:ln>
          </p:spPr>
          <p:txBody>
            <a:bodyPr anchorCtr="0" anchor="ctr" bIns="0" lIns="0" spcFirstLastPara="1" rIns="0" wrap="square" tIns="54850">
              <a:noAutofit/>
            </a:bodyPr>
            <a:lstStyle/>
            <a:p>
              <a:pPr indent="0" lvl="0" marL="0" rtl="0" algn="ctr">
                <a:lnSpc>
                  <a:spcPct val="135714"/>
                </a:lnSpc>
                <a:spcBef>
                  <a:spcPts val="0"/>
                </a:spcBef>
                <a:spcAft>
                  <a:spcPts val="0"/>
                </a:spcAft>
                <a:buNone/>
              </a:pPr>
              <a:r>
                <a:rPr lang="en" sz="1050">
                  <a:solidFill>
                    <a:srgbClr val="ABB2BF"/>
                  </a:solidFill>
                  <a:latin typeface="Fira Code"/>
                  <a:ea typeface="Fira Code"/>
                  <a:cs typeface="Fira Code"/>
                  <a:sym typeface="Fira Code"/>
                </a:rPr>
                <a:t>OK</a:t>
              </a:r>
              <a:endParaRPr/>
            </a:p>
          </p:txBody>
        </p:sp>
        <p:sp>
          <p:nvSpPr>
            <p:cNvPr id="400" name="Google Shape;400;p51"/>
            <p:cNvSpPr txBox="1"/>
            <p:nvPr/>
          </p:nvSpPr>
          <p:spPr>
            <a:xfrm>
              <a:off x="5900900" y="759275"/>
              <a:ext cx="583500" cy="346200"/>
            </a:xfrm>
            <a:prstGeom prst="rect">
              <a:avLst/>
            </a:prstGeom>
            <a:noFill/>
            <a:ln>
              <a:noFill/>
            </a:ln>
          </p:spPr>
          <p:txBody>
            <a:bodyPr anchorCtr="0" anchor="t" bIns="91425" lIns="91425" spcFirstLastPara="1" rIns="91425" wrap="square" tIns="91425">
              <a:spAutoFit/>
            </a:bodyPr>
            <a:lstStyle/>
            <a:p>
              <a:pPr indent="0" lvl="0" marL="0" rtl="0" algn="r">
                <a:lnSpc>
                  <a:spcPct val="135714"/>
                </a:lnSpc>
                <a:spcBef>
                  <a:spcPts val="0"/>
                </a:spcBef>
                <a:spcAft>
                  <a:spcPts val="0"/>
                </a:spcAft>
                <a:buNone/>
              </a:pPr>
              <a:r>
                <a:rPr lang="en" sz="1050">
                  <a:solidFill>
                    <a:srgbClr val="ABB2BF"/>
                  </a:solidFill>
                  <a:latin typeface="Fira Code"/>
                  <a:ea typeface="Fira Code"/>
                  <a:cs typeface="Fira Code"/>
                  <a:sym typeface="Fira Code"/>
                </a:rPr>
                <a:t>Name</a:t>
              </a:r>
              <a:endParaRPr sz="1050">
                <a:latin typeface="Fira Code"/>
                <a:ea typeface="Fira Code"/>
                <a:cs typeface="Fira Code"/>
                <a:sym typeface="Fira Code"/>
              </a:endParaRPr>
            </a:p>
          </p:txBody>
        </p:sp>
      </p:grpSp>
      <p:cxnSp>
        <p:nvCxnSpPr>
          <p:cNvPr id="401" name="Google Shape;401;p51"/>
          <p:cNvCxnSpPr/>
          <p:nvPr/>
        </p:nvCxnSpPr>
        <p:spPr>
          <a:xfrm>
            <a:off x="5588750" y="3390825"/>
            <a:ext cx="522000" cy="0"/>
          </a:xfrm>
          <a:prstGeom prst="straightConnector1">
            <a:avLst/>
          </a:prstGeom>
          <a:noFill/>
          <a:ln cap="flat" cmpd="sng" w="9525">
            <a:solidFill>
              <a:srgbClr val="ABB2BF"/>
            </a:solidFill>
            <a:prstDash val="solid"/>
            <a:round/>
            <a:headEnd len="med" w="med" type="none"/>
            <a:tailEnd len="med" w="med" type="triangle"/>
          </a:ln>
        </p:spPr>
      </p:cxnSp>
      <p:sp>
        <p:nvSpPr>
          <p:cNvPr id="402" name="Google Shape;402;p51">
            <a:hlinkClick r:id="rId3"/>
          </p:cNvPr>
          <p:cNvSpPr/>
          <p:nvPr/>
        </p:nvSpPr>
        <p:spPr>
          <a:xfrm>
            <a:off x="0" y="5092700"/>
            <a:ext cx="4724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52"/>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Immagini</a:t>
            </a:r>
            <a:endParaRPr/>
          </a:p>
        </p:txBody>
      </p:sp>
      <p:sp>
        <p:nvSpPr>
          <p:cNvPr id="408" name="Google Shape;408;p52"/>
          <p:cNvSpPr txBox="1"/>
          <p:nvPr>
            <p:ph idx="2" type="body"/>
          </p:nvPr>
        </p:nvSpPr>
        <p:spPr>
          <a:xfrm>
            <a:off x="2669800" y="1504950"/>
            <a:ext cx="5324100" cy="581700"/>
          </a:xfrm>
          <a:prstGeom prst="rect">
            <a:avLst/>
          </a:prstGeom>
        </p:spPr>
        <p:txBody>
          <a:bodyPr anchorCtr="0" anchor="t" bIns="91425" lIns="91425" spcFirstLastPara="1" rIns="91425" wrap="square" tIns="91425">
            <a:spAutoFit/>
          </a:bodyPr>
          <a:lstStyle/>
          <a:p>
            <a:pPr indent="0" lvl="0" marL="0" marR="0" rtl="0" algn="l">
              <a:lnSpc>
                <a:spcPct val="115000"/>
              </a:lnSpc>
              <a:spcBef>
                <a:spcPts val="0"/>
              </a:spcBef>
              <a:spcAft>
                <a:spcPts val="0"/>
              </a:spcAft>
              <a:buNone/>
            </a:pPr>
            <a:r>
              <a:rPr lang="en" sz="1200"/>
              <a:t>Il tag &lt;img&gt; rappresenta il principale elemento per inserire un’immagine in una pagina HTML</a:t>
            </a:r>
            <a:endParaRPr sz="1200"/>
          </a:p>
        </p:txBody>
      </p:sp>
      <p:sp>
        <p:nvSpPr>
          <p:cNvPr id="409" name="Google Shape;409;p5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0" name="Google Shape;410;p52"/>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ABB2BF"/>
                </a:solidFill>
              </a:rPr>
              <a:t>&lt;</a:t>
            </a:r>
            <a:r>
              <a:rPr lang="en">
                <a:solidFill>
                  <a:srgbClr val="E06C75"/>
                </a:solidFill>
              </a:rPr>
              <a:t>img</a:t>
            </a:r>
            <a:r>
              <a:rPr lang="en">
                <a:solidFill>
                  <a:srgbClr val="ABB2BF"/>
                </a:solidFill>
              </a:rPr>
              <a:t>&gt;</a:t>
            </a:r>
            <a:endParaRPr/>
          </a:p>
        </p:txBody>
      </p:sp>
      <p:sp>
        <p:nvSpPr>
          <p:cNvPr id="411" name="Google Shape;411;p52"/>
          <p:cNvSpPr txBox="1"/>
          <p:nvPr/>
        </p:nvSpPr>
        <p:spPr>
          <a:xfrm>
            <a:off x="2764125" y="2086650"/>
            <a:ext cx="32601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img</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src</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"image.png"</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alt</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"Immagine" </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412" name="Google Shape;412;p52"/>
          <p:cNvSpPr txBox="1"/>
          <p:nvPr/>
        </p:nvSpPr>
        <p:spPr>
          <a:xfrm>
            <a:off x="2669800" y="2432850"/>
            <a:ext cx="3000000" cy="554100"/>
          </a:xfrm>
          <a:prstGeom prst="rect">
            <a:avLst/>
          </a:prstGeom>
          <a:noFill/>
          <a:ln>
            <a:noFill/>
          </a:ln>
        </p:spPr>
        <p:txBody>
          <a:bodyPr anchorCtr="0" anchor="t" bIns="91425" lIns="91425" spcFirstLastPara="1" rIns="91425" wrap="square" tIns="91425">
            <a:spAutoFit/>
          </a:bodyPr>
          <a:lstStyle/>
          <a:p>
            <a:pPr indent="-304800" lvl="0" marL="457200" rtl="0" algn="l">
              <a:spcBef>
                <a:spcPts val="600"/>
              </a:spcBef>
              <a:spcAft>
                <a:spcPts val="0"/>
              </a:spcAft>
              <a:buClr>
                <a:schemeClr val="dk1"/>
              </a:buClr>
              <a:buSzPts val="1200"/>
              <a:buFont typeface="Karla"/>
              <a:buChar char="▸"/>
            </a:pPr>
            <a:r>
              <a:rPr lang="en" sz="1200">
                <a:solidFill>
                  <a:schemeClr val="dk1"/>
                </a:solidFill>
                <a:highlight>
                  <a:schemeClr val="lt1"/>
                </a:highlight>
                <a:latin typeface="Karla"/>
                <a:ea typeface="Karla"/>
                <a:cs typeface="Karla"/>
                <a:sym typeface="Karla"/>
              </a:rPr>
              <a:t>Elementi inline-block</a:t>
            </a:r>
            <a:endParaRPr sz="1200">
              <a:solidFill>
                <a:schemeClr val="dk1"/>
              </a:solidFill>
              <a:highlight>
                <a:schemeClr val="lt1"/>
              </a:highlight>
              <a:latin typeface="Karla"/>
              <a:ea typeface="Karla"/>
              <a:cs typeface="Karla"/>
              <a:sym typeface="Karla"/>
            </a:endParaRPr>
          </a:p>
          <a:p>
            <a:pPr indent="-304800" lvl="0" marL="457200" rtl="0" algn="l">
              <a:spcBef>
                <a:spcPts val="0"/>
              </a:spcBef>
              <a:spcAft>
                <a:spcPts val="0"/>
              </a:spcAft>
              <a:buClr>
                <a:schemeClr val="dk1"/>
              </a:buClr>
              <a:buSzPts val="1200"/>
              <a:buFont typeface="Karla"/>
              <a:buChar char="▸"/>
            </a:pPr>
            <a:r>
              <a:rPr lang="en" sz="1200">
                <a:solidFill>
                  <a:schemeClr val="dk1"/>
                </a:solidFill>
                <a:highlight>
                  <a:schemeClr val="lt1"/>
                </a:highlight>
                <a:latin typeface="Karla"/>
                <a:ea typeface="Karla"/>
                <a:cs typeface="Karla"/>
                <a:sym typeface="Karla"/>
              </a:rPr>
              <a:t>Non necessitano chiusura</a:t>
            </a:r>
            <a:endParaRPr/>
          </a:p>
        </p:txBody>
      </p:sp>
      <p:sp>
        <p:nvSpPr>
          <p:cNvPr id="413" name="Google Shape;413;p52">
            <a:hlinkClick r:id="rId3"/>
          </p:cNvPr>
          <p:cNvSpPr/>
          <p:nvPr/>
        </p:nvSpPr>
        <p:spPr>
          <a:xfrm>
            <a:off x="0" y="5092700"/>
            <a:ext cx="4572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3"/>
          <p:cNvSpPr txBox="1"/>
          <p:nvPr>
            <p:ph idx="2" type="body"/>
          </p:nvPr>
        </p:nvSpPr>
        <p:spPr>
          <a:xfrm>
            <a:off x="2669800" y="1851150"/>
            <a:ext cx="5360400" cy="369300"/>
          </a:xfrm>
          <a:prstGeom prst="rect">
            <a:avLst/>
          </a:prstGeom>
        </p:spPr>
        <p:txBody>
          <a:bodyPr anchorCtr="0" anchor="t" bIns="91425" lIns="91425" spcFirstLastPara="1" rIns="91425" wrap="square" tIns="91425">
            <a:spAutoFit/>
          </a:bodyPr>
          <a:lstStyle/>
          <a:p>
            <a:pPr indent="0" lvl="0" marL="0" rtl="0" algn="l">
              <a:spcBef>
                <a:spcPts val="1100"/>
              </a:spcBef>
              <a:spcAft>
                <a:spcPts val="1100"/>
              </a:spcAft>
              <a:buNone/>
            </a:pPr>
            <a:r>
              <a:rPr b="1" lang="en" sz="1200">
                <a:highlight>
                  <a:schemeClr val="lt1"/>
                </a:highlight>
              </a:rPr>
              <a:t>Link con riferimento ad altro sito web</a:t>
            </a:r>
            <a:endParaRPr sz="1200"/>
          </a:p>
        </p:txBody>
      </p:sp>
      <p:sp>
        <p:nvSpPr>
          <p:cNvPr id="419" name="Google Shape;419;p53"/>
          <p:cNvSpPr txBox="1"/>
          <p:nvPr/>
        </p:nvSpPr>
        <p:spPr>
          <a:xfrm>
            <a:off x="2778025" y="2224379"/>
            <a:ext cx="52521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a</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href</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"https://it.wikipedia.org/"</a:t>
            </a:r>
            <a:r>
              <a:rPr lang="en" sz="1050">
                <a:solidFill>
                  <a:srgbClr val="ABB2BF"/>
                </a:solidFill>
                <a:latin typeface="Fira Code"/>
                <a:ea typeface="Fira Code"/>
                <a:cs typeface="Fira Code"/>
                <a:sym typeface="Fira Code"/>
              </a:rPr>
              <a:t>&gt;Wikipedia&lt;/</a:t>
            </a:r>
            <a:r>
              <a:rPr lang="en" sz="1050">
                <a:solidFill>
                  <a:srgbClr val="E06C75"/>
                </a:solidFill>
                <a:latin typeface="Fira Code"/>
                <a:ea typeface="Fira Code"/>
                <a:cs typeface="Fira Code"/>
                <a:sym typeface="Fira Code"/>
              </a:rPr>
              <a:t>a</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420" name="Google Shape;420;p53"/>
          <p:cNvSpPr txBox="1"/>
          <p:nvPr>
            <p:ph idx="2" type="body"/>
          </p:nvPr>
        </p:nvSpPr>
        <p:spPr>
          <a:xfrm>
            <a:off x="2669800" y="2655725"/>
            <a:ext cx="5360400" cy="695100"/>
          </a:xfrm>
          <a:prstGeom prst="rect">
            <a:avLst/>
          </a:prstGeom>
        </p:spPr>
        <p:txBody>
          <a:bodyPr anchorCtr="0" anchor="t" bIns="91425" lIns="91425" spcFirstLastPara="1" rIns="91425" wrap="square" tIns="91425">
            <a:spAutoFit/>
          </a:bodyPr>
          <a:lstStyle/>
          <a:p>
            <a:pPr indent="0" lvl="0" marL="0" rtl="0" algn="l">
              <a:spcBef>
                <a:spcPts val="1100"/>
              </a:spcBef>
              <a:spcAft>
                <a:spcPts val="0"/>
              </a:spcAft>
              <a:buNone/>
            </a:pPr>
            <a:r>
              <a:rPr b="1" lang="en" sz="1200">
                <a:highlight>
                  <a:schemeClr val="lt1"/>
                </a:highlight>
              </a:rPr>
              <a:t>Link ad una pagina all’interno del progetto</a:t>
            </a:r>
            <a:endParaRPr b="1" sz="1200">
              <a:highlight>
                <a:schemeClr val="lt1"/>
              </a:highlight>
            </a:endParaRPr>
          </a:p>
          <a:p>
            <a:pPr indent="0" lvl="0" marL="0" rtl="0" algn="l">
              <a:spcBef>
                <a:spcPts val="1100"/>
              </a:spcBef>
              <a:spcAft>
                <a:spcPts val="0"/>
              </a:spcAft>
              <a:buNone/>
            </a:pPr>
            <a:r>
              <a:t/>
            </a:r>
            <a:endParaRPr b="1" sz="1200"/>
          </a:p>
        </p:txBody>
      </p:sp>
      <p:sp>
        <p:nvSpPr>
          <p:cNvPr id="421" name="Google Shape;421;p53"/>
          <p:cNvSpPr txBox="1"/>
          <p:nvPr/>
        </p:nvSpPr>
        <p:spPr>
          <a:xfrm>
            <a:off x="2778025" y="3025025"/>
            <a:ext cx="52521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a</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href</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"pagina1.html"</a:t>
            </a:r>
            <a:r>
              <a:rPr lang="en" sz="1050">
                <a:solidFill>
                  <a:srgbClr val="ABB2BF"/>
                </a:solidFill>
                <a:latin typeface="Fira Code"/>
                <a:ea typeface="Fira Code"/>
                <a:cs typeface="Fira Code"/>
                <a:sym typeface="Fira Code"/>
              </a:rPr>
              <a:t>&gt;Pagina 1&lt;/</a:t>
            </a:r>
            <a:r>
              <a:rPr lang="en" sz="1050">
                <a:solidFill>
                  <a:srgbClr val="E06C75"/>
                </a:solidFill>
                <a:latin typeface="Fira Code"/>
                <a:ea typeface="Fira Code"/>
                <a:cs typeface="Fira Code"/>
                <a:sym typeface="Fira Code"/>
              </a:rPr>
              <a:t>a</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422" name="Google Shape;422;p53"/>
          <p:cNvSpPr txBox="1"/>
          <p:nvPr>
            <p:ph idx="2" type="body"/>
          </p:nvPr>
        </p:nvSpPr>
        <p:spPr>
          <a:xfrm>
            <a:off x="2669800" y="3460325"/>
            <a:ext cx="5360400" cy="695100"/>
          </a:xfrm>
          <a:prstGeom prst="rect">
            <a:avLst/>
          </a:prstGeom>
        </p:spPr>
        <p:txBody>
          <a:bodyPr anchorCtr="0" anchor="t" bIns="91425" lIns="91425" spcFirstLastPara="1" rIns="91425" wrap="square" tIns="91425">
            <a:spAutoFit/>
          </a:bodyPr>
          <a:lstStyle/>
          <a:p>
            <a:pPr indent="0" lvl="0" marL="0" rtl="0" algn="l">
              <a:spcBef>
                <a:spcPts val="1100"/>
              </a:spcBef>
              <a:spcAft>
                <a:spcPts val="0"/>
              </a:spcAft>
              <a:buNone/>
            </a:pPr>
            <a:r>
              <a:rPr b="1" lang="en" sz="1200">
                <a:highlight>
                  <a:schemeClr val="lt1"/>
                </a:highlight>
              </a:rPr>
              <a:t>Link ad una pagina all’interno di un cartella</a:t>
            </a:r>
            <a:endParaRPr b="1" sz="1200">
              <a:highlight>
                <a:schemeClr val="lt1"/>
              </a:highlight>
            </a:endParaRPr>
          </a:p>
          <a:p>
            <a:pPr indent="0" lvl="0" marL="0" rtl="0" algn="l">
              <a:spcBef>
                <a:spcPts val="1100"/>
              </a:spcBef>
              <a:spcAft>
                <a:spcPts val="0"/>
              </a:spcAft>
              <a:buNone/>
            </a:pPr>
            <a:r>
              <a:t/>
            </a:r>
            <a:endParaRPr b="1" sz="1200"/>
          </a:p>
        </p:txBody>
      </p:sp>
      <p:sp>
        <p:nvSpPr>
          <p:cNvPr id="423" name="Google Shape;423;p53"/>
          <p:cNvSpPr txBox="1"/>
          <p:nvPr/>
        </p:nvSpPr>
        <p:spPr>
          <a:xfrm>
            <a:off x="2778025" y="3831646"/>
            <a:ext cx="52521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a</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href</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"pages/pagina2.html"</a:t>
            </a:r>
            <a:r>
              <a:rPr lang="en" sz="1050">
                <a:solidFill>
                  <a:srgbClr val="ABB2BF"/>
                </a:solidFill>
                <a:latin typeface="Fira Code"/>
                <a:ea typeface="Fira Code"/>
                <a:cs typeface="Fira Code"/>
                <a:sym typeface="Fira Code"/>
              </a:rPr>
              <a:t>&gt;Pagina 2&lt;/</a:t>
            </a:r>
            <a:r>
              <a:rPr lang="en" sz="1050">
                <a:solidFill>
                  <a:srgbClr val="E06C75"/>
                </a:solidFill>
                <a:latin typeface="Fira Code"/>
                <a:ea typeface="Fira Code"/>
                <a:cs typeface="Fira Code"/>
                <a:sym typeface="Fira Code"/>
              </a:rPr>
              <a:t>a</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424" name="Google Shape;424;p53"/>
          <p:cNvSpPr txBox="1"/>
          <p:nvPr/>
        </p:nvSpPr>
        <p:spPr>
          <a:xfrm>
            <a:off x="2669800" y="4264900"/>
            <a:ext cx="3000000" cy="554100"/>
          </a:xfrm>
          <a:prstGeom prst="rect">
            <a:avLst/>
          </a:prstGeom>
          <a:noFill/>
          <a:ln>
            <a:noFill/>
          </a:ln>
        </p:spPr>
        <p:txBody>
          <a:bodyPr anchorCtr="0" anchor="t" bIns="91425" lIns="91425" spcFirstLastPara="1" rIns="91425" wrap="square" tIns="91425">
            <a:spAutoFit/>
          </a:bodyPr>
          <a:lstStyle/>
          <a:p>
            <a:pPr indent="-304800" lvl="0" marL="457200" rtl="0" algn="l">
              <a:spcBef>
                <a:spcPts val="600"/>
              </a:spcBef>
              <a:spcAft>
                <a:spcPts val="0"/>
              </a:spcAft>
              <a:buClr>
                <a:schemeClr val="dk1"/>
              </a:buClr>
              <a:buSzPts val="1200"/>
              <a:buFont typeface="Karla"/>
              <a:buChar char="▸"/>
            </a:pPr>
            <a:r>
              <a:rPr lang="en" sz="1200">
                <a:solidFill>
                  <a:schemeClr val="dk1"/>
                </a:solidFill>
                <a:highlight>
                  <a:schemeClr val="lt1"/>
                </a:highlight>
                <a:latin typeface="Karla"/>
                <a:ea typeface="Karla"/>
                <a:cs typeface="Karla"/>
                <a:sym typeface="Karla"/>
              </a:rPr>
              <a:t>Elementi inline</a:t>
            </a:r>
            <a:endParaRPr sz="1200">
              <a:solidFill>
                <a:schemeClr val="dk1"/>
              </a:solidFill>
              <a:highlight>
                <a:schemeClr val="lt1"/>
              </a:highlight>
              <a:latin typeface="Karla"/>
              <a:ea typeface="Karla"/>
              <a:cs typeface="Karla"/>
              <a:sym typeface="Karla"/>
            </a:endParaRPr>
          </a:p>
          <a:p>
            <a:pPr indent="-304800" lvl="0" marL="457200" rtl="0" algn="l">
              <a:spcBef>
                <a:spcPts val="0"/>
              </a:spcBef>
              <a:spcAft>
                <a:spcPts val="0"/>
              </a:spcAft>
              <a:buClr>
                <a:schemeClr val="dk1"/>
              </a:buClr>
              <a:buSzPts val="1200"/>
              <a:buFont typeface="Karla"/>
              <a:buChar char="▸"/>
            </a:pPr>
            <a:r>
              <a:rPr lang="en" sz="1200">
                <a:solidFill>
                  <a:schemeClr val="dk1"/>
                </a:solidFill>
                <a:highlight>
                  <a:schemeClr val="lt1"/>
                </a:highlight>
                <a:latin typeface="Karla"/>
                <a:ea typeface="Karla"/>
                <a:cs typeface="Karla"/>
                <a:sym typeface="Karla"/>
              </a:rPr>
              <a:t>Necessita chiusura</a:t>
            </a:r>
            <a:endParaRPr/>
          </a:p>
        </p:txBody>
      </p:sp>
      <p:sp>
        <p:nvSpPr>
          <p:cNvPr id="425" name="Google Shape;425;p53"/>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LINK</a:t>
            </a:r>
            <a:endParaRPr/>
          </a:p>
        </p:txBody>
      </p:sp>
      <p:sp>
        <p:nvSpPr>
          <p:cNvPr id="426" name="Google Shape;426;p53"/>
          <p:cNvSpPr txBox="1"/>
          <p:nvPr>
            <p:ph idx="2" type="body"/>
          </p:nvPr>
        </p:nvSpPr>
        <p:spPr>
          <a:xfrm>
            <a:off x="2692125" y="1504950"/>
            <a:ext cx="5324100" cy="3462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I link sono “il ponte” che consente di passare da un testo all’altro</a:t>
            </a:r>
            <a:endParaRPr sz="1200"/>
          </a:p>
        </p:txBody>
      </p:sp>
      <p:sp>
        <p:nvSpPr>
          <p:cNvPr id="427" name="Google Shape;427;p5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53"/>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ABB2BF"/>
                </a:solidFill>
              </a:rPr>
              <a:t>&lt;</a:t>
            </a:r>
            <a:r>
              <a:rPr lang="en">
                <a:solidFill>
                  <a:srgbClr val="E06C75"/>
                </a:solidFill>
              </a:rPr>
              <a:t>a</a:t>
            </a:r>
            <a:r>
              <a:rPr lang="en">
                <a:solidFill>
                  <a:srgbClr val="ABB2BF"/>
                </a:solidFill>
              </a:rPr>
              <a:t>&gt;</a:t>
            </a:r>
            <a:endParaRPr/>
          </a:p>
        </p:txBody>
      </p:sp>
      <p:sp>
        <p:nvSpPr>
          <p:cNvPr id="429" name="Google Shape;429;p53">
            <a:hlinkClick r:id="rId3"/>
          </p:cNvPr>
          <p:cNvSpPr/>
          <p:nvPr/>
        </p:nvSpPr>
        <p:spPr>
          <a:xfrm>
            <a:off x="0" y="5092700"/>
            <a:ext cx="4267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p54"/>
          <p:cNvSpPr txBox="1"/>
          <p:nvPr>
            <p:ph type="title"/>
          </p:nvPr>
        </p:nvSpPr>
        <p:spPr>
          <a:xfrm>
            <a:off x="876375" y="893500"/>
            <a:ext cx="74058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File paths</a:t>
            </a:r>
            <a:endParaRPr/>
          </a:p>
        </p:txBody>
      </p:sp>
      <p:sp>
        <p:nvSpPr>
          <p:cNvPr id="435" name="Google Shape;435;p5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6" name="Google Shape;436;p54"/>
          <p:cNvSpPr txBox="1"/>
          <p:nvPr>
            <p:ph idx="1" type="body"/>
          </p:nvPr>
        </p:nvSpPr>
        <p:spPr>
          <a:xfrm>
            <a:off x="861825" y="1455400"/>
            <a:ext cx="7405800" cy="225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Il “File path”, o percorso del file, descrive la posizione di una risorsa all’interno della struttura di cartelle del sito web.</a:t>
            </a:r>
            <a:endParaRPr/>
          </a:p>
          <a:p>
            <a:pPr indent="0" lvl="0" marL="0" rtl="0" algn="l">
              <a:spcBef>
                <a:spcPts val="600"/>
              </a:spcBef>
              <a:spcAft>
                <a:spcPts val="0"/>
              </a:spcAft>
              <a:buNone/>
            </a:pPr>
            <a:r>
              <a:rPr lang="en"/>
              <a:t>Esistono due tipologie di file path</a:t>
            </a:r>
            <a:endParaRPr/>
          </a:p>
          <a:p>
            <a:pPr indent="-330200" lvl="0" marL="457200" rtl="0" algn="l">
              <a:spcBef>
                <a:spcPts val="600"/>
              </a:spcBef>
              <a:spcAft>
                <a:spcPts val="0"/>
              </a:spcAft>
              <a:buSzPts val="1600"/>
              <a:buChar char="▸"/>
            </a:pPr>
            <a:r>
              <a:rPr b="1" lang="en"/>
              <a:t>Absolute path: </a:t>
            </a:r>
            <a:r>
              <a:rPr lang="en"/>
              <a:t>Il percorso assoluto è l’URL completo alla risorsa</a:t>
            </a:r>
            <a:endParaRPr/>
          </a:p>
          <a:p>
            <a:pPr indent="-330200" lvl="0" marL="457200" rtl="0" algn="l">
              <a:spcBef>
                <a:spcPts val="0"/>
              </a:spcBef>
              <a:spcAft>
                <a:spcPts val="0"/>
              </a:spcAft>
              <a:buSzPts val="1600"/>
              <a:buChar char="▸"/>
            </a:pPr>
            <a:r>
              <a:rPr b="1" lang="en"/>
              <a:t>Relative path: </a:t>
            </a:r>
            <a:r>
              <a:rPr lang="en"/>
              <a:t>Il percorso relativo punta alla risorsa relativamente alla pagina corrente</a:t>
            </a:r>
            <a:endParaRPr/>
          </a:p>
          <a:p>
            <a:pPr indent="0" lvl="0" marL="0" rtl="0" algn="l">
              <a:spcBef>
                <a:spcPts val="600"/>
              </a:spcBef>
              <a:spcAft>
                <a:spcPts val="0"/>
              </a:spcAft>
              <a:buNone/>
            </a:pPr>
            <a:r>
              <a:rPr lang="en"/>
              <a:t>Le </a:t>
            </a:r>
            <a:r>
              <a:rPr i="1" lang="en"/>
              <a:t>best practice </a:t>
            </a:r>
            <a:r>
              <a:rPr lang="en"/>
              <a:t>consigliano</a:t>
            </a:r>
            <a:r>
              <a:rPr i="1" lang="en"/>
              <a:t> </a:t>
            </a:r>
            <a:r>
              <a:rPr lang="en"/>
              <a:t>utilizzare i </a:t>
            </a:r>
            <a:r>
              <a:rPr b="1" i="1" lang="en"/>
              <a:t>relative path</a:t>
            </a:r>
            <a:r>
              <a:rPr b="1" lang="en"/>
              <a:t> salvo non sia possibile fare diversamente </a:t>
            </a:r>
            <a:r>
              <a:rPr lang="en"/>
              <a:t>(e.g. link a risorsa esterna)</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55"/>
          <p:cNvSpPr txBox="1"/>
          <p:nvPr>
            <p:ph type="title"/>
          </p:nvPr>
        </p:nvSpPr>
        <p:spPr>
          <a:xfrm>
            <a:off x="876375" y="893500"/>
            <a:ext cx="74058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Absolute path</a:t>
            </a:r>
            <a:endParaRPr/>
          </a:p>
        </p:txBody>
      </p:sp>
      <p:sp>
        <p:nvSpPr>
          <p:cNvPr id="442" name="Google Shape;442;p5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43" name="Google Shape;443;p55"/>
          <p:cNvPicPr preferRelativeResize="0"/>
          <p:nvPr/>
        </p:nvPicPr>
        <p:blipFill>
          <a:blip r:embed="rId3">
            <a:alphaModFix/>
          </a:blip>
          <a:stretch>
            <a:fillRect/>
          </a:stretch>
        </p:blipFill>
        <p:spPr>
          <a:xfrm>
            <a:off x="152400" y="1531600"/>
            <a:ext cx="8839204" cy="296510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56"/>
          <p:cNvSpPr txBox="1"/>
          <p:nvPr>
            <p:ph type="title"/>
          </p:nvPr>
        </p:nvSpPr>
        <p:spPr>
          <a:xfrm>
            <a:off x="876375" y="893500"/>
            <a:ext cx="74058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Relative path</a:t>
            </a:r>
            <a:endParaRPr/>
          </a:p>
        </p:txBody>
      </p:sp>
      <p:sp>
        <p:nvSpPr>
          <p:cNvPr id="449" name="Google Shape;449;p5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50" name="Google Shape;450;p56"/>
          <p:cNvPicPr preferRelativeResize="0"/>
          <p:nvPr/>
        </p:nvPicPr>
        <p:blipFill>
          <a:blip r:embed="rId3">
            <a:alphaModFix/>
          </a:blip>
          <a:stretch>
            <a:fillRect/>
          </a:stretch>
        </p:blipFill>
        <p:spPr>
          <a:xfrm>
            <a:off x="152400" y="1535454"/>
            <a:ext cx="8839183" cy="2965101"/>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graphicFrame>
        <p:nvGraphicFramePr>
          <p:cNvPr id="455" name="Google Shape;455;p57"/>
          <p:cNvGraphicFramePr/>
          <p:nvPr/>
        </p:nvGraphicFramePr>
        <p:xfrm>
          <a:off x="952500" y="1619250"/>
          <a:ext cx="3000000" cy="3000000"/>
        </p:xfrm>
        <a:graphic>
          <a:graphicData uri="http://schemas.openxmlformats.org/drawingml/2006/table">
            <a:tbl>
              <a:tblPr>
                <a:noFill/>
                <a:tableStyleId>{67D148E7-3CC5-47D1-B057-9721A8B02FC9}</a:tableStyleId>
              </a:tblPr>
              <a:tblGrid>
                <a:gridCol w="2782175"/>
                <a:gridCol w="4456825"/>
              </a:tblGrid>
              <a:tr h="313975">
                <a:tc>
                  <a:txBody>
                    <a:bodyPr/>
                    <a:lstStyle/>
                    <a:p>
                      <a:pPr indent="0" lvl="0" marL="0" rtl="0" algn="l">
                        <a:spcBef>
                          <a:spcPts val="0"/>
                        </a:spcBef>
                        <a:spcAft>
                          <a:spcPts val="0"/>
                        </a:spcAft>
                        <a:buNone/>
                      </a:pPr>
                      <a:r>
                        <a:rPr b="1" lang="en">
                          <a:latin typeface="Karla"/>
                          <a:ea typeface="Karla"/>
                          <a:cs typeface="Karla"/>
                          <a:sym typeface="Karla"/>
                        </a:rPr>
                        <a:t>Path</a:t>
                      </a:r>
                      <a:endParaRPr b="1">
                        <a:latin typeface="Karla"/>
                        <a:ea typeface="Karla"/>
                        <a:cs typeface="Karla"/>
                        <a:sym typeface="Karla"/>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accent2"/>
                    </a:solidFill>
                  </a:tcPr>
                </a:tc>
                <a:tc>
                  <a:txBody>
                    <a:bodyPr/>
                    <a:lstStyle/>
                    <a:p>
                      <a:pPr indent="0" lvl="0" marL="0" rtl="0" algn="l">
                        <a:spcBef>
                          <a:spcPts val="0"/>
                        </a:spcBef>
                        <a:spcAft>
                          <a:spcPts val="0"/>
                        </a:spcAft>
                        <a:buNone/>
                      </a:pPr>
                      <a:r>
                        <a:rPr b="1" lang="en">
                          <a:latin typeface="Karla"/>
                          <a:ea typeface="Karla"/>
                          <a:cs typeface="Karla"/>
                          <a:sym typeface="Karla"/>
                        </a:rPr>
                        <a:t>Descrizione</a:t>
                      </a:r>
                      <a:endParaRPr b="1">
                        <a:latin typeface="Karla"/>
                        <a:ea typeface="Karla"/>
                        <a:cs typeface="Karla"/>
                        <a:sym typeface="Karla"/>
                      </a:endParaRPr>
                    </a:p>
                  </a:txBody>
                  <a:tcPr marT="91425" marB="91425" marR="91425" marL="91425">
                    <a:lnL cap="flat" cmpd="sng" w="9525">
                      <a:solidFill>
                        <a:schemeClr val="lt1">
                          <a:alpha val="0"/>
                        </a:schemeClr>
                      </a:solidFill>
                      <a:prstDash val="solid"/>
                      <a:round/>
                      <a:headEnd len="sm" w="sm" type="none"/>
                      <a:tailEnd len="sm" w="sm" type="none"/>
                    </a:lnL>
                    <a:lnR cap="flat" cmpd="sng" w="9525">
                      <a:solidFill>
                        <a:schemeClr val="lt1">
                          <a:alpha val="0"/>
                        </a:scheme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chemeClr val="lt1">
                          <a:alpha val="0"/>
                        </a:schemeClr>
                      </a:solidFill>
                      <a:prstDash val="solid"/>
                      <a:round/>
                      <a:headEnd len="sm" w="sm" type="none"/>
                      <a:tailEnd len="sm" w="sm" type="none"/>
                    </a:lnB>
                    <a:solidFill>
                      <a:schemeClr val="accent2"/>
                    </a:solidFill>
                  </a:tcPr>
                </a:tc>
              </a:tr>
              <a:tr h="381000">
                <a:tc>
                  <a:txBody>
                    <a:bodyPr/>
                    <a:lstStyle/>
                    <a:p>
                      <a:pPr indent="0" lvl="0" marL="0" rtl="0" algn="l">
                        <a:spcBef>
                          <a:spcPts val="0"/>
                        </a:spcBef>
                        <a:spcAft>
                          <a:spcPts val="0"/>
                        </a:spcAft>
                        <a:buNone/>
                      </a:pPr>
                      <a:r>
                        <a:rPr lang="en" sz="1050">
                          <a:latin typeface="Fira Code"/>
                          <a:ea typeface="Fira Code"/>
                          <a:cs typeface="Fira Code"/>
                          <a:sym typeface="Fira Code"/>
                        </a:rPr>
                        <a:t>&lt;img src=”</a:t>
                      </a:r>
                      <a:r>
                        <a:rPr b="1" lang="en" sz="1050">
                          <a:latin typeface="Fira Code"/>
                          <a:ea typeface="Fira Code"/>
                          <a:cs typeface="Fira Code"/>
                          <a:sym typeface="Fira Code"/>
                        </a:rPr>
                        <a:t>picture.jpg</a:t>
                      </a:r>
                      <a:r>
                        <a:rPr lang="en" sz="1050">
                          <a:latin typeface="Fira Code"/>
                          <a:ea typeface="Fira Code"/>
                          <a:cs typeface="Fira Code"/>
                          <a:sym typeface="Fira Code"/>
                        </a:rPr>
                        <a:t>”&gt;</a:t>
                      </a:r>
                      <a:endParaRPr sz="1050">
                        <a:latin typeface="Fira Code"/>
                        <a:ea typeface="Fira Code"/>
                        <a:cs typeface="Fira Code"/>
                        <a:sym typeface="Fira Code"/>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Karla"/>
                          <a:ea typeface="Karla"/>
                          <a:cs typeface="Karla"/>
                          <a:sym typeface="Karla"/>
                        </a:rPr>
                        <a:t>Il file “picture.jpg” è posizionato nella stessa cartella della pagina corrente</a:t>
                      </a:r>
                      <a:endParaRPr sz="1200">
                        <a:latin typeface="Karla"/>
                        <a:ea typeface="Karla"/>
                        <a:cs typeface="Karla"/>
                        <a:sym typeface="Karla"/>
                      </a:endParaRPr>
                    </a:p>
                  </a:txBody>
                  <a:tcPr marT="91425" marB="91425" marR="91425" marL="91425">
                    <a:lnL cap="flat" cmpd="sng" w="9525">
                      <a:solidFill>
                        <a:srgbClr val="9E9E9E">
                          <a:alpha val="0"/>
                        </a:srgbClr>
                      </a:solidFill>
                      <a:prstDash val="solid"/>
                      <a:round/>
                      <a:headEnd len="sm" w="sm" type="none"/>
                      <a:tailEnd len="sm" w="sm" type="none"/>
                    </a:lnL>
                    <a:lnT cap="flat" cmpd="sng" w="9525">
                      <a:solidFill>
                        <a:schemeClr val="lt1">
                          <a:alpha val="0"/>
                        </a:scheme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050">
                          <a:latin typeface="Fira Code"/>
                          <a:ea typeface="Fira Code"/>
                          <a:cs typeface="Fira Code"/>
                          <a:sym typeface="Fira Code"/>
                        </a:rPr>
                        <a:t>&lt;img src=”</a:t>
                      </a:r>
                      <a:r>
                        <a:rPr b="1" lang="en" sz="1050">
                          <a:latin typeface="Fira Code"/>
                          <a:ea typeface="Fira Code"/>
                          <a:cs typeface="Fira Code"/>
                          <a:sym typeface="Fira Code"/>
                        </a:rPr>
                        <a:t>images/picture.jpg</a:t>
                      </a:r>
                      <a:r>
                        <a:rPr lang="en" sz="1050">
                          <a:latin typeface="Fira Code"/>
                          <a:ea typeface="Fira Code"/>
                          <a:cs typeface="Fira Code"/>
                          <a:sym typeface="Fira Code"/>
                        </a:rPr>
                        <a:t>”&gt;</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AAD38">
                        <a:alpha val="15820"/>
                      </a:srgbClr>
                    </a:solidFill>
                  </a:tcPr>
                </a:tc>
                <a:tc>
                  <a:txBody>
                    <a:bodyPr/>
                    <a:lstStyle/>
                    <a:p>
                      <a:pPr indent="0" lvl="0" marL="0" rtl="0" algn="l">
                        <a:spcBef>
                          <a:spcPts val="0"/>
                        </a:spcBef>
                        <a:spcAft>
                          <a:spcPts val="0"/>
                        </a:spcAft>
                        <a:buNone/>
                      </a:pPr>
                      <a:r>
                        <a:rPr lang="en" sz="1200">
                          <a:latin typeface="Karla"/>
                          <a:ea typeface="Karla"/>
                          <a:cs typeface="Karla"/>
                          <a:sym typeface="Karla"/>
                        </a:rPr>
                        <a:t>Il file “picture.jpg” è posizionato nella cartella “images” presente nella cartella della pagina corrente</a:t>
                      </a:r>
                      <a:endParaRPr sz="1200">
                        <a:latin typeface="Karla"/>
                        <a:ea typeface="Karla"/>
                        <a:cs typeface="Karla"/>
                        <a:sym typeface="Karla"/>
                      </a:endParaRPr>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solidFill>
                      <a:srgbClr val="EAAD38">
                        <a:alpha val="15820"/>
                      </a:srgbClr>
                    </a:solidFill>
                  </a:tcPr>
                </a:tc>
              </a:tr>
              <a:tr h="381000">
                <a:tc>
                  <a:txBody>
                    <a:bodyPr/>
                    <a:lstStyle/>
                    <a:p>
                      <a:pPr indent="0" lvl="0" marL="0" rtl="0" algn="l">
                        <a:spcBef>
                          <a:spcPts val="0"/>
                        </a:spcBef>
                        <a:spcAft>
                          <a:spcPts val="0"/>
                        </a:spcAft>
                        <a:buNone/>
                      </a:pPr>
                      <a:r>
                        <a:rPr lang="en" sz="1050">
                          <a:latin typeface="Fira Code"/>
                          <a:ea typeface="Fira Code"/>
                          <a:cs typeface="Fira Code"/>
                          <a:sym typeface="Fira Code"/>
                        </a:rPr>
                        <a:t>&lt;img src=”</a:t>
                      </a:r>
                      <a:r>
                        <a:rPr b="1" lang="en" sz="1050">
                          <a:latin typeface="Fira Code"/>
                          <a:ea typeface="Fira Code"/>
                          <a:cs typeface="Fira Code"/>
                          <a:sym typeface="Fira Code"/>
                        </a:rPr>
                        <a:t>/images/picture.jpg</a:t>
                      </a:r>
                      <a:r>
                        <a:rPr lang="en" sz="1050">
                          <a:latin typeface="Fira Code"/>
                          <a:ea typeface="Fira Code"/>
                          <a:cs typeface="Fira Code"/>
                          <a:sym typeface="Fira Code"/>
                        </a:rPr>
                        <a:t>”&gt;</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rtl="0" algn="l">
                        <a:spcBef>
                          <a:spcPts val="0"/>
                        </a:spcBef>
                        <a:spcAft>
                          <a:spcPts val="0"/>
                        </a:spcAft>
                        <a:buNone/>
                      </a:pPr>
                      <a:r>
                        <a:rPr lang="en" sz="1200">
                          <a:latin typeface="Karla"/>
                          <a:ea typeface="Karla"/>
                          <a:cs typeface="Karla"/>
                          <a:sym typeface="Karla"/>
                        </a:rPr>
                        <a:t>Il file “picture.jpg” è posizionato nella cartella “images” presente nella radice del sito web corrente</a:t>
                      </a:r>
                      <a:endParaRPr sz="1200">
                        <a:latin typeface="Karla"/>
                        <a:ea typeface="Karla"/>
                        <a:cs typeface="Karla"/>
                        <a:sym typeface="Karla"/>
                      </a:endParaRPr>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r h="381000">
                <a:tc>
                  <a:txBody>
                    <a:bodyPr/>
                    <a:lstStyle/>
                    <a:p>
                      <a:pPr indent="0" lvl="0" marL="0" rtl="0" algn="l">
                        <a:spcBef>
                          <a:spcPts val="0"/>
                        </a:spcBef>
                        <a:spcAft>
                          <a:spcPts val="0"/>
                        </a:spcAft>
                        <a:buNone/>
                      </a:pPr>
                      <a:r>
                        <a:rPr lang="en" sz="1050">
                          <a:latin typeface="Fira Code"/>
                          <a:ea typeface="Fira Code"/>
                          <a:cs typeface="Fira Code"/>
                          <a:sym typeface="Fira Code"/>
                        </a:rPr>
                        <a:t>&lt;img src=”</a:t>
                      </a:r>
                      <a:r>
                        <a:rPr b="1" lang="en" sz="1050">
                          <a:latin typeface="Fira Code"/>
                          <a:ea typeface="Fira Code"/>
                          <a:cs typeface="Fira Code"/>
                          <a:sym typeface="Fira Code"/>
                        </a:rPr>
                        <a:t>../picture.jpg</a:t>
                      </a:r>
                      <a:r>
                        <a:rPr lang="en" sz="1050">
                          <a:latin typeface="Fira Code"/>
                          <a:ea typeface="Fira Code"/>
                          <a:cs typeface="Fira Code"/>
                          <a:sym typeface="Fira Code"/>
                        </a:rPr>
                        <a:t>”&gt;</a:t>
                      </a:r>
                      <a:endParaRPr/>
                    </a:p>
                  </a:txBody>
                  <a:tcPr marT="91425" marB="91425" marR="91425" marL="91425">
                    <a:lnR cap="flat" cmpd="sng" w="9525">
                      <a:solidFill>
                        <a:srgbClr val="9E9E9E">
                          <a:alpha val="0"/>
                        </a:srgbClr>
                      </a:solidFill>
                      <a:prstDash val="solid"/>
                      <a:round/>
                      <a:headEnd len="sm" w="sm" type="none"/>
                      <a:tailEnd len="sm" w="sm" type="none"/>
                    </a:lnR>
                    <a:lnT cap="flat" cmpd="sng" w="9525">
                      <a:solidFill>
                        <a:srgbClr val="9E9E9E">
                          <a:alpha val="0"/>
                        </a:srgbClr>
                      </a:solidFill>
                      <a:prstDash val="solid"/>
                      <a:round/>
                      <a:headEnd len="sm" w="sm" type="none"/>
                      <a:tailEnd len="sm" w="sm" type="none"/>
                    </a:lnT>
                    <a:solidFill>
                      <a:srgbClr val="EAAD38">
                        <a:alpha val="15820"/>
                      </a:srgbClr>
                    </a:solidFill>
                  </a:tcPr>
                </a:tc>
                <a:tc>
                  <a:txBody>
                    <a:bodyPr/>
                    <a:lstStyle/>
                    <a:p>
                      <a:pPr indent="0" lvl="0" marL="0" rtl="0" algn="l">
                        <a:spcBef>
                          <a:spcPts val="0"/>
                        </a:spcBef>
                        <a:spcAft>
                          <a:spcPts val="0"/>
                        </a:spcAft>
                        <a:buNone/>
                      </a:pPr>
                      <a:r>
                        <a:rPr lang="en" sz="1200">
                          <a:latin typeface="Karla"/>
                          <a:ea typeface="Karla"/>
                          <a:cs typeface="Karla"/>
                          <a:sym typeface="Karla"/>
                        </a:rPr>
                        <a:t>Il file “picture.jpg” è posizionato nella cartella genitore della pagina corrente</a:t>
                      </a:r>
                      <a:endParaRPr sz="1200">
                        <a:latin typeface="Karla"/>
                        <a:ea typeface="Karla"/>
                        <a:cs typeface="Karla"/>
                        <a:sym typeface="Karla"/>
                      </a:endParaRPr>
                    </a:p>
                  </a:txBody>
                  <a:tcPr marT="91425" marB="91425" marR="91425" marL="91425">
                    <a:lnL cap="flat" cmpd="sng" w="9525">
                      <a:solidFill>
                        <a:srgbClr val="9E9E9E">
                          <a:alpha val="0"/>
                        </a:srgbClr>
                      </a:solidFill>
                      <a:prstDash val="solid"/>
                      <a:round/>
                      <a:headEnd len="sm" w="sm" type="none"/>
                      <a:tailEnd len="sm" w="sm" type="none"/>
                    </a:lnL>
                    <a:lnT cap="flat" cmpd="sng" w="9525">
                      <a:solidFill>
                        <a:srgbClr val="9E9E9E">
                          <a:alpha val="0"/>
                        </a:srgbClr>
                      </a:solidFill>
                      <a:prstDash val="solid"/>
                      <a:round/>
                      <a:headEnd len="sm" w="sm" type="none"/>
                      <a:tailEnd len="sm" w="sm" type="none"/>
                    </a:lnT>
                    <a:solidFill>
                      <a:srgbClr val="EAAD38">
                        <a:alpha val="15820"/>
                      </a:srgbClr>
                    </a:solidFill>
                  </a:tcPr>
                </a:tc>
              </a:tr>
            </a:tbl>
          </a:graphicData>
        </a:graphic>
      </p:graphicFrame>
      <p:sp>
        <p:nvSpPr>
          <p:cNvPr id="456" name="Google Shape;456;p57"/>
          <p:cNvSpPr txBox="1"/>
          <p:nvPr>
            <p:ph type="title"/>
          </p:nvPr>
        </p:nvSpPr>
        <p:spPr>
          <a:xfrm>
            <a:off x="876375" y="893500"/>
            <a:ext cx="74058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Tipi di relative path</a:t>
            </a:r>
            <a:endParaRPr/>
          </a:p>
        </p:txBody>
      </p:sp>
      <p:sp>
        <p:nvSpPr>
          <p:cNvPr id="457" name="Google Shape;457;p5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5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63" name="Google Shape;463;p58"/>
          <p:cNvPicPr preferRelativeResize="0"/>
          <p:nvPr/>
        </p:nvPicPr>
        <p:blipFill rotWithShape="1">
          <a:blip r:embed="rId3">
            <a:alphaModFix/>
          </a:blip>
          <a:srcRect b="0" l="758" r="768" t="0"/>
          <a:stretch/>
        </p:blipFill>
        <p:spPr>
          <a:xfrm>
            <a:off x="341525" y="0"/>
            <a:ext cx="8460943" cy="514349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5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69" name="Google Shape;469;p59"/>
          <p:cNvPicPr preferRelativeResize="0"/>
          <p:nvPr/>
        </p:nvPicPr>
        <p:blipFill rotWithShape="1">
          <a:blip r:embed="rId3">
            <a:alphaModFix/>
          </a:blip>
          <a:srcRect b="0" l="758" r="768" t="0"/>
          <a:stretch/>
        </p:blipFill>
        <p:spPr>
          <a:xfrm>
            <a:off x="341525" y="0"/>
            <a:ext cx="8460943" cy="5143499"/>
          </a:xfrm>
          <a:prstGeom prst="rect">
            <a:avLst/>
          </a:prstGeom>
          <a:noFill/>
          <a:ln>
            <a:noFill/>
          </a:ln>
        </p:spPr>
      </p:pic>
      <p:cxnSp>
        <p:nvCxnSpPr>
          <p:cNvPr id="470" name="Google Shape;470;p59"/>
          <p:cNvCxnSpPr>
            <a:stCxn id="471" idx="3"/>
            <a:endCxn id="472" idx="1"/>
          </p:cNvCxnSpPr>
          <p:nvPr/>
        </p:nvCxnSpPr>
        <p:spPr>
          <a:xfrm flipH="1" rot="10800000">
            <a:off x="2607579" y="1670800"/>
            <a:ext cx="3934200" cy="687900"/>
          </a:xfrm>
          <a:prstGeom prst="straightConnector1">
            <a:avLst/>
          </a:prstGeom>
          <a:noFill/>
          <a:ln cap="flat" cmpd="sng" w="19050">
            <a:solidFill>
              <a:schemeClr val="accent2"/>
            </a:solidFill>
            <a:prstDash val="solid"/>
            <a:round/>
            <a:headEnd len="med" w="med" type="none"/>
            <a:tailEnd len="med" w="med" type="stealth"/>
          </a:ln>
        </p:spPr>
      </p:cxnSp>
      <p:sp>
        <p:nvSpPr>
          <p:cNvPr id="472" name="Google Shape;472;p59"/>
          <p:cNvSpPr/>
          <p:nvPr/>
        </p:nvSpPr>
        <p:spPr>
          <a:xfrm>
            <a:off x="6541659" y="1569925"/>
            <a:ext cx="874500" cy="2019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471" name="Google Shape;471;p59"/>
          <p:cNvSpPr/>
          <p:nvPr/>
        </p:nvSpPr>
        <p:spPr>
          <a:xfrm>
            <a:off x="1030179" y="2257750"/>
            <a:ext cx="1577400" cy="201900"/>
          </a:xfrm>
          <a:prstGeom prst="roundRect">
            <a:avLst>
              <a:gd fmla="val 16667" name="adj"/>
            </a:avLst>
          </a:pr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78" name="Google Shape;478;p60"/>
          <p:cNvPicPr preferRelativeResize="0"/>
          <p:nvPr/>
        </p:nvPicPr>
        <p:blipFill rotWithShape="1">
          <a:blip r:embed="rId3">
            <a:alphaModFix/>
          </a:blip>
          <a:srcRect b="0" l="758" r="768" t="0"/>
          <a:stretch/>
        </p:blipFill>
        <p:spPr>
          <a:xfrm>
            <a:off x="341525" y="0"/>
            <a:ext cx="8460943" cy="5143499"/>
          </a:xfrm>
          <a:prstGeom prst="rect">
            <a:avLst/>
          </a:prstGeom>
          <a:noFill/>
          <a:ln>
            <a:noFill/>
          </a:ln>
        </p:spPr>
      </p:pic>
      <p:cxnSp>
        <p:nvCxnSpPr>
          <p:cNvPr id="479" name="Google Shape;479;p60"/>
          <p:cNvCxnSpPr>
            <a:stCxn id="480" idx="3"/>
            <a:endCxn id="481" idx="1"/>
          </p:cNvCxnSpPr>
          <p:nvPr/>
        </p:nvCxnSpPr>
        <p:spPr>
          <a:xfrm flipH="1" rot="10800000">
            <a:off x="2884179" y="1304323"/>
            <a:ext cx="3732000" cy="1805700"/>
          </a:xfrm>
          <a:prstGeom prst="straightConnector1">
            <a:avLst/>
          </a:prstGeom>
          <a:noFill/>
          <a:ln cap="flat" cmpd="sng" w="19050">
            <a:solidFill>
              <a:srgbClr val="C678DD"/>
            </a:solidFill>
            <a:prstDash val="solid"/>
            <a:round/>
            <a:headEnd len="med" w="med" type="none"/>
            <a:tailEnd len="med" w="med" type="stealth"/>
          </a:ln>
        </p:spPr>
      </p:cxnSp>
      <p:sp>
        <p:nvSpPr>
          <p:cNvPr id="480" name="Google Shape;480;p60"/>
          <p:cNvSpPr/>
          <p:nvPr/>
        </p:nvSpPr>
        <p:spPr>
          <a:xfrm>
            <a:off x="1060179" y="3009073"/>
            <a:ext cx="1824000" cy="201900"/>
          </a:xfrm>
          <a:prstGeom prst="roundRect">
            <a:avLst>
              <a:gd fmla="val 16667" name="adj"/>
            </a:avLst>
          </a:prstGeom>
          <a:noFill/>
          <a:ln cap="flat" cmpd="sng" w="19050">
            <a:solidFill>
              <a:srgbClr val="C678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481" name="Google Shape;481;p60"/>
          <p:cNvSpPr/>
          <p:nvPr/>
        </p:nvSpPr>
        <p:spPr>
          <a:xfrm>
            <a:off x="6616300" y="1203475"/>
            <a:ext cx="874500" cy="201900"/>
          </a:xfrm>
          <a:prstGeom prst="roundRect">
            <a:avLst>
              <a:gd fmla="val 16667" name="adj"/>
            </a:avLst>
          </a:prstGeom>
          <a:noFill/>
          <a:ln cap="flat" cmpd="sng" w="19050">
            <a:solidFill>
              <a:srgbClr val="C678D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6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87" name="Google Shape;487;p61"/>
          <p:cNvPicPr preferRelativeResize="0"/>
          <p:nvPr/>
        </p:nvPicPr>
        <p:blipFill rotWithShape="1">
          <a:blip r:embed="rId3">
            <a:alphaModFix/>
          </a:blip>
          <a:srcRect b="0" l="758" r="768" t="0"/>
          <a:stretch/>
        </p:blipFill>
        <p:spPr>
          <a:xfrm>
            <a:off x="341525" y="0"/>
            <a:ext cx="8460943" cy="5143499"/>
          </a:xfrm>
          <a:prstGeom prst="rect">
            <a:avLst/>
          </a:prstGeom>
          <a:noFill/>
          <a:ln>
            <a:noFill/>
          </a:ln>
        </p:spPr>
      </p:pic>
      <p:cxnSp>
        <p:nvCxnSpPr>
          <p:cNvPr id="488" name="Google Shape;488;p61"/>
          <p:cNvCxnSpPr>
            <a:stCxn id="489" idx="3"/>
            <a:endCxn id="490" idx="1"/>
          </p:cNvCxnSpPr>
          <p:nvPr/>
        </p:nvCxnSpPr>
        <p:spPr>
          <a:xfrm flipH="1" rot="10800000">
            <a:off x="2944179" y="2037350"/>
            <a:ext cx="3597600" cy="1652100"/>
          </a:xfrm>
          <a:prstGeom prst="straightConnector1">
            <a:avLst/>
          </a:prstGeom>
          <a:noFill/>
          <a:ln cap="flat" cmpd="sng" w="19050">
            <a:solidFill>
              <a:srgbClr val="61AFEF"/>
            </a:solidFill>
            <a:prstDash val="solid"/>
            <a:round/>
            <a:headEnd len="med" w="med" type="none"/>
            <a:tailEnd len="med" w="med" type="stealth"/>
          </a:ln>
        </p:spPr>
      </p:cxnSp>
      <p:sp>
        <p:nvSpPr>
          <p:cNvPr id="490" name="Google Shape;490;p61"/>
          <p:cNvSpPr/>
          <p:nvPr/>
        </p:nvSpPr>
        <p:spPr>
          <a:xfrm>
            <a:off x="6541658" y="1936377"/>
            <a:ext cx="874500" cy="201900"/>
          </a:xfrm>
          <a:prstGeom prst="roundRect">
            <a:avLst>
              <a:gd fmla="val 16667" name="adj"/>
            </a:avLst>
          </a:prstGeom>
          <a:noFill/>
          <a:ln cap="flat" cmpd="sng" w="19050">
            <a:solidFill>
              <a:srgbClr val="61A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489" name="Google Shape;489;p61"/>
          <p:cNvSpPr/>
          <p:nvPr/>
        </p:nvSpPr>
        <p:spPr>
          <a:xfrm>
            <a:off x="1060179" y="3588500"/>
            <a:ext cx="1884000" cy="201900"/>
          </a:xfrm>
          <a:prstGeom prst="roundRect">
            <a:avLst>
              <a:gd fmla="val 16667" name="adj"/>
            </a:avLst>
          </a:prstGeom>
          <a:noFill/>
          <a:ln cap="flat" cmpd="sng" w="19050">
            <a:solidFill>
              <a:srgbClr val="61AFE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6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96" name="Google Shape;496;p62"/>
          <p:cNvPicPr preferRelativeResize="0"/>
          <p:nvPr/>
        </p:nvPicPr>
        <p:blipFill rotWithShape="1">
          <a:blip r:embed="rId3">
            <a:alphaModFix/>
          </a:blip>
          <a:srcRect b="0" l="758" r="768" t="0"/>
          <a:stretch/>
        </p:blipFill>
        <p:spPr>
          <a:xfrm>
            <a:off x="341525" y="0"/>
            <a:ext cx="8460943" cy="5143499"/>
          </a:xfrm>
          <a:prstGeom prst="rect">
            <a:avLst/>
          </a:prstGeom>
          <a:noFill/>
          <a:ln>
            <a:noFill/>
          </a:ln>
        </p:spPr>
      </p:pic>
      <p:cxnSp>
        <p:nvCxnSpPr>
          <p:cNvPr id="497" name="Google Shape;497;p62"/>
          <p:cNvCxnSpPr>
            <a:stCxn id="498" idx="3"/>
            <a:endCxn id="499" idx="1"/>
          </p:cNvCxnSpPr>
          <p:nvPr/>
        </p:nvCxnSpPr>
        <p:spPr>
          <a:xfrm flipH="1" rot="10800000">
            <a:off x="2719779" y="2396325"/>
            <a:ext cx="3715500" cy="1857600"/>
          </a:xfrm>
          <a:prstGeom prst="straightConnector1">
            <a:avLst/>
          </a:prstGeom>
          <a:noFill/>
          <a:ln cap="flat" cmpd="sng" w="19050">
            <a:solidFill>
              <a:srgbClr val="98C379"/>
            </a:solidFill>
            <a:prstDash val="solid"/>
            <a:round/>
            <a:headEnd len="med" w="med" type="none"/>
            <a:tailEnd len="med" w="med" type="stealth"/>
          </a:ln>
        </p:spPr>
      </p:cxnSp>
      <p:sp>
        <p:nvSpPr>
          <p:cNvPr id="498" name="Google Shape;498;p62"/>
          <p:cNvSpPr/>
          <p:nvPr/>
        </p:nvSpPr>
        <p:spPr>
          <a:xfrm>
            <a:off x="1060179" y="4152975"/>
            <a:ext cx="1659600" cy="201900"/>
          </a:xfrm>
          <a:prstGeom prst="roundRect">
            <a:avLst>
              <a:gd fmla="val 16667" name="adj"/>
            </a:avLst>
          </a:prstGeom>
          <a:noFill/>
          <a:ln cap="flat" cmpd="sng" w="19050">
            <a:solidFill>
              <a:srgbClr val="98C3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
        <p:nvSpPr>
          <p:cNvPr id="499" name="Google Shape;499;p62"/>
          <p:cNvSpPr/>
          <p:nvPr/>
        </p:nvSpPr>
        <p:spPr>
          <a:xfrm>
            <a:off x="6435277" y="2295377"/>
            <a:ext cx="874500" cy="201900"/>
          </a:xfrm>
          <a:prstGeom prst="roundRect">
            <a:avLst>
              <a:gd fmla="val 16667" name="adj"/>
            </a:avLst>
          </a:prstGeom>
          <a:noFill/>
          <a:ln cap="flat" cmpd="sng" w="19050">
            <a:solidFill>
              <a:srgbClr val="98C37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Karla"/>
              <a:ea typeface="Karla"/>
              <a:cs typeface="Karla"/>
              <a:sym typeface="Karla"/>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503" name="Shape 503"/>
        <p:cNvGrpSpPr/>
        <p:nvPr/>
      </p:nvGrpSpPr>
      <p:grpSpPr>
        <a:xfrm>
          <a:off x="0" y="0"/>
          <a:ext cx="0" cy="0"/>
          <a:chOff x="0" y="0"/>
          <a:chExt cx="0" cy="0"/>
        </a:xfrm>
      </p:grpSpPr>
      <p:sp>
        <p:nvSpPr>
          <p:cNvPr id="504" name="Google Shape;504;p63"/>
          <p:cNvSpPr txBox="1"/>
          <p:nvPr>
            <p:ph type="ctrTitle"/>
          </p:nvPr>
        </p:nvSpPr>
        <p:spPr>
          <a:xfrm>
            <a:off x="648300" y="1354750"/>
            <a:ext cx="35223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sz="2400"/>
              <a:t>GERARCHIA DEI TAG</a:t>
            </a:r>
            <a:endParaRPr/>
          </a:p>
        </p:txBody>
      </p:sp>
      <p:sp>
        <p:nvSpPr>
          <p:cNvPr id="505" name="Google Shape;505;p6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506" name="Google Shape;506;p63">
            <a:hlinkClick r:id="rId3"/>
          </p:cNvPr>
          <p:cNvSpPr/>
          <p:nvPr/>
        </p:nvSpPr>
        <p:spPr>
          <a:xfrm>
            <a:off x="0" y="5092700"/>
            <a:ext cx="4876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0" name="Shape 510"/>
        <p:cNvGrpSpPr/>
        <p:nvPr/>
      </p:nvGrpSpPr>
      <p:grpSpPr>
        <a:xfrm>
          <a:off x="0" y="0"/>
          <a:ext cx="0" cy="0"/>
          <a:chOff x="0" y="0"/>
          <a:chExt cx="0" cy="0"/>
        </a:xfrm>
      </p:grpSpPr>
      <p:sp>
        <p:nvSpPr>
          <p:cNvPr id="511" name="Google Shape;511;p6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12" name="Google Shape;512;p64"/>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Il tag &lt;body&gt;</a:t>
            </a:r>
            <a:endParaRPr/>
          </a:p>
        </p:txBody>
      </p:sp>
      <p:sp>
        <p:nvSpPr>
          <p:cNvPr id="513" name="Google Shape;513;p64"/>
          <p:cNvSpPr txBox="1"/>
          <p:nvPr>
            <p:ph idx="1" type="body"/>
          </p:nvPr>
        </p:nvSpPr>
        <p:spPr>
          <a:xfrm>
            <a:off x="838250" y="1504950"/>
            <a:ext cx="4754100" cy="21087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a:t>Il &lt;body&gt; contiene tutti gli elementi del documento HTML destinati a comparire nella pagina</a:t>
            </a:r>
            <a:endParaRPr/>
          </a:p>
          <a:p>
            <a:pPr indent="0" lvl="0" marL="0" rtl="0" algn="l">
              <a:spcBef>
                <a:spcPts val="600"/>
              </a:spcBef>
              <a:spcAft>
                <a:spcPts val="0"/>
              </a:spcAft>
              <a:buNone/>
            </a:pPr>
            <a:r>
              <a:rPr lang="en"/>
              <a:t>Gli elementi nel body avranno una struttura a “matrioska”, contenendosi l’un l’altro</a:t>
            </a:r>
            <a:endParaRPr/>
          </a:p>
        </p:txBody>
      </p:sp>
      <p:pic>
        <p:nvPicPr>
          <p:cNvPr id="514" name="Google Shape;514;p64"/>
          <p:cNvPicPr preferRelativeResize="0"/>
          <p:nvPr/>
        </p:nvPicPr>
        <p:blipFill>
          <a:blip r:embed="rId3">
            <a:alphaModFix/>
          </a:blip>
          <a:stretch>
            <a:fillRect/>
          </a:stretch>
        </p:blipFill>
        <p:spPr>
          <a:xfrm>
            <a:off x="6404962" y="1494775"/>
            <a:ext cx="2251713" cy="2265875"/>
          </a:xfrm>
          <a:prstGeom prst="rect">
            <a:avLst/>
          </a:prstGeom>
          <a:noFill/>
          <a:ln>
            <a:noFill/>
          </a:ln>
        </p:spPr>
      </p:pic>
      <p:sp>
        <p:nvSpPr>
          <p:cNvPr id="515" name="Google Shape;515;p64">
            <a:hlinkClick r:id="rId4"/>
          </p:cNvPr>
          <p:cNvSpPr/>
          <p:nvPr/>
        </p:nvSpPr>
        <p:spPr>
          <a:xfrm>
            <a:off x="0" y="5092700"/>
            <a:ext cx="5029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6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Gerarchia dei tag (1)</a:t>
            </a:r>
            <a:endParaRPr/>
          </a:p>
        </p:txBody>
      </p:sp>
      <p:sp>
        <p:nvSpPr>
          <p:cNvPr id="521" name="Google Shape;521;p65"/>
          <p:cNvSpPr txBox="1"/>
          <p:nvPr>
            <p:ph idx="1" type="body"/>
          </p:nvPr>
        </p:nvSpPr>
        <p:spPr>
          <a:xfrm>
            <a:off x="838250" y="1504950"/>
            <a:ext cx="5324100" cy="8004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a:t>Il fatto che i tag si contengano l’un l’altro crea una gerarchia</a:t>
            </a:r>
            <a:endParaRPr/>
          </a:p>
        </p:txBody>
      </p:sp>
      <p:sp>
        <p:nvSpPr>
          <p:cNvPr id="522" name="Google Shape;522;p6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3" name="Google Shape;523;p65"/>
          <p:cNvSpPr txBox="1"/>
          <p:nvPr/>
        </p:nvSpPr>
        <p:spPr>
          <a:xfrm>
            <a:off x="942125" y="2733750"/>
            <a:ext cx="60594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  </a:t>
            </a:r>
            <a:r>
              <a:rPr lang="en" sz="1050">
                <a:solidFill>
                  <a:srgbClr val="5C6370"/>
                </a:solidFill>
                <a:latin typeface="Fira Code"/>
                <a:ea typeface="Fira Code"/>
                <a:cs typeface="Fira Code"/>
                <a:sym typeface="Fira Code"/>
              </a:rPr>
              <a:t>&lt;!-- Genitore (parent)--&gt;</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span</a:t>
            </a:r>
            <a:r>
              <a:rPr lang="en" sz="1050">
                <a:solidFill>
                  <a:srgbClr val="ABB2BF"/>
                </a:solidFill>
                <a:latin typeface="Fira Code"/>
                <a:ea typeface="Fira Code"/>
                <a:cs typeface="Fira Code"/>
                <a:sym typeface="Fira Code"/>
              </a:rPr>
              <a:t>&gt;Lorem ipsum&lt;/</a:t>
            </a:r>
            <a:r>
              <a:rPr lang="en" sz="1050">
                <a:solidFill>
                  <a:srgbClr val="E06C75"/>
                </a:solidFill>
                <a:latin typeface="Fira Code"/>
                <a:ea typeface="Fira Code"/>
                <a:cs typeface="Fira Code"/>
                <a:sym typeface="Fira Code"/>
              </a:rPr>
              <a:t>span</a:t>
            </a:r>
            <a:r>
              <a:rPr lang="en" sz="1050">
                <a:solidFill>
                  <a:srgbClr val="ABB2BF"/>
                </a:solidFill>
                <a:latin typeface="Fira Code"/>
                <a:ea typeface="Fira Code"/>
                <a:cs typeface="Fira Code"/>
                <a:sym typeface="Fira Code"/>
              </a:rPr>
              <a:t>&gt;  </a:t>
            </a:r>
            <a:r>
              <a:rPr lang="en" sz="1050">
                <a:solidFill>
                  <a:srgbClr val="5C6370"/>
                </a:solidFill>
                <a:latin typeface="Fira Code"/>
                <a:ea typeface="Fira Code"/>
                <a:cs typeface="Fira Code"/>
                <a:sym typeface="Fira Code"/>
              </a:rPr>
              <a:t>&lt;!-- Figli (child) di &lt;div&gt; --&gt;</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img</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class</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"img-responsive" </a:t>
            </a:r>
            <a:r>
              <a:rPr lang="en" sz="1050">
                <a:solidFill>
                  <a:srgbClr val="ABB2BF"/>
                </a:solidFill>
                <a:latin typeface="Fira Code"/>
                <a:ea typeface="Fira Code"/>
                <a:cs typeface="Fira Code"/>
                <a:sym typeface="Fira Code"/>
              </a:rPr>
              <a:t>/&gt;   </a:t>
            </a:r>
            <a:r>
              <a:rPr lang="en" sz="1050">
                <a:solidFill>
                  <a:srgbClr val="5C6370"/>
                </a:solidFill>
                <a:latin typeface="Fira Code"/>
                <a:ea typeface="Fira Code"/>
                <a:cs typeface="Fira Code"/>
                <a:sym typeface="Fira Code"/>
              </a:rPr>
              <a:t>&lt;!-- Fratelli (siblings) tra loro --&gt;</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524" name="Google Shape;524;p65">
            <a:hlinkClick r:id="rId3"/>
          </p:cNvPr>
          <p:cNvSpPr/>
          <p:nvPr/>
        </p:nvSpPr>
        <p:spPr>
          <a:xfrm>
            <a:off x="0" y="5092700"/>
            <a:ext cx="5181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6"/>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Gerarchia dei tag (2)</a:t>
            </a:r>
            <a:endParaRPr/>
          </a:p>
        </p:txBody>
      </p:sp>
      <p:sp>
        <p:nvSpPr>
          <p:cNvPr id="530" name="Google Shape;530;p6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31" name="Google Shape;531;p66"/>
          <p:cNvSpPr txBox="1"/>
          <p:nvPr/>
        </p:nvSpPr>
        <p:spPr>
          <a:xfrm>
            <a:off x="942125" y="2305350"/>
            <a:ext cx="6222900" cy="18816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html</a:t>
            </a:r>
            <a:r>
              <a:rPr lang="en" sz="1050">
                <a:solidFill>
                  <a:srgbClr val="ABB2BF"/>
                </a:solidFill>
                <a:latin typeface="Fira Code"/>
                <a:ea typeface="Fira Code"/>
                <a:cs typeface="Fira Code"/>
                <a:sym typeface="Fira Code"/>
              </a:rPr>
              <a:t>&gt;  </a:t>
            </a:r>
            <a:r>
              <a:rPr lang="en" sz="1050">
                <a:solidFill>
                  <a:srgbClr val="5C6370"/>
                </a:solidFill>
                <a:latin typeface="Fira Code"/>
                <a:ea typeface="Fira Code"/>
                <a:cs typeface="Fira Code"/>
                <a:sym typeface="Fira Code"/>
              </a:rPr>
              <a:t>&lt;!-- Elemento radice (root)--&gt;</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body</a:t>
            </a:r>
            <a:r>
              <a:rPr lang="en" sz="1050">
                <a:solidFill>
                  <a:srgbClr val="ABB2BF"/>
                </a:solidFill>
                <a:latin typeface="Fira Code"/>
                <a:ea typeface="Fira Code"/>
                <a:cs typeface="Fira Code"/>
                <a:sym typeface="Fira Code"/>
              </a:rPr>
              <a:t>&gt;  </a:t>
            </a:r>
            <a:r>
              <a:rPr lang="en" sz="1050">
                <a:solidFill>
                  <a:srgbClr val="5C6370"/>
                </a:solidFill>
                <a:latin typeface="Fira Code"/>
                <a:ea typeface="Fira Code"/>
                <a:cs typeface="Fira Code"/>
                <a:sym typeface="Fira Code"/>
              </a:rPr>
              <a:t>&lt;!-- Antenato (ancestor) di &lt;span&gt; e &lt;img&gt; --&gt;</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span</a:t>
            </a:r>
            <a:r>
              <a:rPr lang="en" sz="1050">
                <a:solidFill>
                  <a:srgbClr val="ABB2BF"/>
                </a:solidFill>
                <a:latin typeface="Fira Code"/>
                <a:ea typeface="Fira Code"/>
                <a:cs typeface="Fira Code"/>
                <a:sym typeface="Fira Code"/>
              </a:rPr>
              <a:t>&gt;Lorem ipsum&lt;/</a:t>
            </a:r>
            <a:r>
              <a:rPr lang="en" sz="1050">
                <a:solidFill>
                  <a:srgbClr val="E06C75"/>
                </a:solidFill>
                <a:latin typeface="Fira Code"/>
                <a:ea typeface="Fira Code"/>
                <a:cs typeface="Fira Code"/>
                <a:sym typeface="Fira Code"/>
              </a:rPr>
              <a:t>span</a:t>
            </a:r>
            <a:r>
              <a:rPr lang="en" sz="1050">
                <a:solidFill>
                  <a:srgbClr val="ABB2BF"/>
                </a:solidFill>
                <a:latin typeface="Fira Code"/>
                <a:ea typeface="Fira Code"/>
                <a:cs typeface="Fira Code"/>
                <a:sym typeface="Fira Code"/>
              </a:rPr>
              <a:t>&gt;  </a:t>
            </a:r>
            <a:r>
              <a:rPr lang="en" sz="1050">
                <a:solidFill>
                  <a:srgbClr val="5C6370"/>
                </a:solidFill>
                <a:latin typeface="Fira Code"/>
                <a:ea typeface="Fira Code"/>
                <a:cs typeface="Fira Code"/>
                <a:sym typeface="Fira Code"/>
              </a:rPr>
              <a:t>&lt;!-- Discendenti (descendants) di &lt;body&gt; --&gt;</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img</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class</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"img-responsive" </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body</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html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532" name="Google Shape;532;p66">
            <a:hlinkClick r:id="rId3"/>
          </p:cNvPr>
          <p:cNvSpPr/>
          <p:nvPr/>
        </p:nvSpPr>
        <p:spPr>
          <a:xfrm>
            <a:off x="0" y="5092700"/>
            <a:ext cx="5334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67"/>
          <p:cNvSpPr txBox="1"/>
          <p:nvPr>
            <p:ph type="title"/>
          </p:nvPr>
        </p:nvSpPr>
        <p:spPr>
          <a:xfrm>
            <a:off x="838309" y="1807900"/>
            <a:ext cx="3148200" cy="923400"/>
          </a:xfrm>
          <a:prstGeom prst="rect">
            <a:avLst/>
          </a:prstGeom>
        </p:spPr>
        <p:txBody>
          <a:bodyPr anchorCtr="0" anchor="b" bIns="91425" lIns="91425" spcFirstLastPara="1" rIns="91425" wrap="square" tIns="91425">
            <a:spAutoFit/>
          </a:bodyPr>
          <a:lstStyle/>
          <a:p>
            <a:pPr indent="0" lvl="0" marL="0" rtl="0" algn="l">
              <a:spcBef>
                <a:spcPts val="0"/>
              </a:spcBef>
              <a:spcAft>
                <a:spcPts val="0"/>
              </a:spcAft>
              <a:buNone/>
            </a:pPr>
            <a:r>
              <a:rPr lang="en"/>
              <a:t>Indentazione dei tag</a:t>
            </a:r>
            <a:endParaRPr/>
          </a:p>
        </p:txBody>
      </p:sp>
      <p:sp>
        <p:nvSpPr>
          <p:cNvPr id="538" name="Google Shape;538;p67"/>
          <p:cNvSpPr txBox="1"/>
          <p:nvPr>
            <p:ph idx="4294967295" type="subTitle"/>
          </p:nvPr>
        </p:nvSpPr>
        <p:spPr>
          <a:xfrm>
            <a:off x="6724950" y="3265700"/>
            <a:ext cx="1906200" cy="1031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050"/>
              <a:t>Allo sviluppatore conviene indentare il codice in una maniera che rispetti la gerarchia dei tag. Questo non è necessario per l’interpretazione da parte del browser, ma rende lo sviluppo più comodo.</a:t>
            </a:r>
            <a:endParaRPr sz="1050"/>
          </a:p>
        </p:txBody>
      </p:sp>
      <p:sp>
        <p:nvSpPr>
          <p:cNvPr id="539" name="Google Shape;539;p6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lt1"/>
                </a:solidFill>
              </a:rPr>
              <a:t>‹#›</a:t>
            </a:fld>
            <a:endParaRPr>
              <a:solidFill>
                <a:schemeClr val="lt1"/>
              </a:solidFill>
            </a:endParaRPr>
          </a:p>
        </p:txBody>
      </p:sp>
      <p:sp>
        <p:nvSpPr>
          <p:cNvPr id="540" name="Google Shape;540;p67"/>
          <p:cNvSpPr txBox="1"/>
          <p:nvPr/>
        </p:nvSpPr>
        <p:spPr>
          <a:xfrm>
            <a:off x="5861825" y="314850"/>
            <a:ext cx="2681400" cy="45138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id</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"wrapper"</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id</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"header"</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ul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&gt;Menu Item&lt;/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&gt;Menu Item&lt;/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ul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&gt;Sub Menu Item&lt;/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&gt;Sub Menu Item&lt;/</a:t>
            </a: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ul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ul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id</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"main-content"</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&gt;lorem ipsum&lt;/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id</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"sidebar"</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&gt;lorem ipsum&lt;/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div</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sp>
        <p:nvSpPr>
          <p:cNvPr id="541" name="Google Shape;541;p67"/>
          <p:cNvSpPr txBox="1"/>
          <p:nvPr>
            <p:ph idx="1" type="body"/>
          </p:nvPr>
        </p:nvSpPr>
        <p:spPr>
          <a:xfrm>
            <a:off x="838300" y="2731300"/>
            <a:ext cx="3148200" cy="13698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200">
                <a:solidFill>
                  <a:srgbClr val="666666"/>
                </a:solidFill>
              </a:rPr>
              <a:t>Allo sviluppatore conviene indentare il codice in una maniera che rispetti la gerarchia dei tag. </a:t>
            </a:r>
            <a:endParaRPr sz="1200">
              <a:solidFill>
                <a:srgbClr val="666666"/>
              </a:solidFill>
            </a:endParaRPr>
          </a:p>
          <a:p>
            <a:pPr indent="0" lvl="0" marL="0" rtl="0" algn="l">
              <a:spcBef>
                <a:spcPts val="600"/>
              </a:spcBef>
              <a:spcAft>
                <a:spcPts val="0"/>
              </a:spcAft>
              <a:buNone/>
            </a:pPr>
            <a:r>
              <a:rPr lang="en" sz="1200">
                <a:solidFill>
                  <a:srgbClr val="666666"/>
                </a:solidFill>
              </a:rPr>
              <a:t>Questo non è necessario per l’interpretazione da parte del browser, ma rende lo sviluppo più comodo.</a:t>
            </a:r>
            <a:endParaRPr sz="1200"/>
          </a:p>
        </p:txBody>
      </p:sp>
      <p:sp>
        <p:nvSpPr>
          <p:cNvPr id="542" name="Google Shape;542;p67">
            <a:hlinkClick r:id="rId3"/>
          </p:cNvPr>
          <p:cNvSpPr/>
          <p:nvPr/>
        </p:nvSpPr>
        <p:spPr>
          <a:xfrm>
            <a:off x="0" y="5092700"/>
            <a:ext cx="5486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68"/>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Ereditarietà</a:t>
            </a:r>
            <a:endParaRPr/>
          </a:p>
        </p:txBody>
      </p:sp>
      <p:sp>
        <p:nvSpPr>
          <p:cNvPr id="548" name="Google Shape;548;p68"/>
          <p:cNvSpPr txBox="1"/>
          <p:nvPr>
            <p:ph idx="1" type="body"/>
          </p:nvPr>
        </p:nvSpPr>
        <p:spPr>
          <a:xfrm>
            <a:off x="838250" y="1504950"/>
            <a:ext cx="5324100" cy="25704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Lo standard fissato dal W3C per la rappresentazione dei documenti strutturati si chiama </a:t>
            </a:r>
            <a:r>
              <a:rPr b="1" lang="en" sz="1500"/>
              <a:t>Document Object Model</a:t>
            </a:r>
            <a:r>
              <a:rPr lang="en" sz="1500"/>
              <a:t> (DOM).</a:t>
            </a:r>
            <a:endParaRPr sz="1500"/>
          </a:p>
          <a:p>
            <a:pPr indent="0" lvl="0" marL="0" rtl="0" algn="l">
              <a:spcBef>
                <a:spcPts val="600"/>
              </a:spcBef>
              <a:spcAft>
                <a:spcPts val="0"/>
              </a:spcAft>
              <a:buNone/>
            </a:pPr>
            <a:r>
              <a:rPr lang="en" sz="1500"/>
              <a:t>La gerarchia dei tag è un meccanismo potente e necessario nell’applicazione degli </a:t>
            </a:r>
            <a:r>
              <a:rPr b="1" lang="en" sz="1500"/>
              <a:t>stili </a:t>
            </a:r>
            <a:r>
              <a:rPr lang="en" sz="1500"/>
              <a:t>(CSS). </a:t>
            </a:r>
            <a:endParaRPr sz="1500"/>
          </a:p>
          <a:p>
            <a:pPr indent="0" lvl="0" marL="0" rtl="0" algn="l">
              <a:spcBef>
                <a:spcPts val="600"/>
              </a:spcBef>
              <a:spcAft>
                <a:spcPts val="0"/>
              </a:spcAft>
              <a:buNone/>
            </a:pPr>
            <a:r>
              <a:rPr lang="en" sz="1500"/>
              <a:t>Gli stili sono caratterizzati da </a:t>
            </a:r>
            <a:r>
              <a:rPr b="1" lang="en" sz="1500"/>
              <a:t>ereditarietà</a:t>
            </a:r>
            <a:r>
              <a:rPr lang="en" sz="1500"/>
              <a:t>. </a:t>
            </a:r>
            <a:endParaRPr sz="1500"/>
          </a:p>
          <a:p>
            <a:pPr indent="0" lvl="0" marL="0" rtl="0" algn="l">
              <a:spcBef>
                <a:spcPts val="600"/>
              </a:spcBef>
              <a:spcAft>
                <a:spcPts val="0"/>
              </a:spcAft>
              <a:buNone/>
            </a:pPr>
            <a:r>
              <a:rPr lang="en" sz="1500"/>
              <a:t>Molte proprietà impostate per un elemento, dunque, saranno ereditate dai suoi discendenti.</a:t>
            </a:r>
            <a:endParaRPr sz="1500"/>
          </a:p>
          <a:p>
            <a:pPr indent="0" lvl="0" marL="0" rtl="0" algn="l">
              <a:spcBef>
                <a:spcPts val="600"/>
              </a:spcBef>
              <a:spcAft>
                <a:spcPts val="0"/>
              </a:spcAft>
              <a:buNone/>
            </a:pPr>
            <a:r>
              <a:rPr lang="en" sz="1500"/>
              <a:t>Ma cosa sono gli stili?</a:t>
            </a:r>
            <a:endParaRPr sz="1500"/>
          </a:p>
        </p:txBody>
      </p:sp>
      <p:sp>
        <p:nvSpPr>
          <p:cNvPr id="549" name="Google Shape;549;p6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50" name="Google Shape;550;p68">
            <a:hlinkClick r:id="rId3"/>
          </p:cNvPr>
          <p:cNvSpPr/>
          <p:nvPr/>
        </p:nvSpPr>
        <p:spPr>
          <a:xfrm>
            <a:off x="0" y="5092700"/>
            <a:ext cx="5638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554" name="Shape 554"/>
        <p:cNvGrpSpPr/>
        <p:nvPr/>
      </p:nvGrpSpPr>
      <p:grpSpPr>
        <a:xfrm>
          <a:off x="0" y="0"/>
          <a:ext cx="0" cy="0"/>
          <a:chOff x="0" y="0"/>
          <a:chExt cx="0" cy="0"/>
        </a:xfrm>
      </p:grpSpPr>
      <p:sp>
        <p:nvSpPr>
          <p:cNvPr id="555" name="Google Shape;555;p69"/>
          <p:cNvSpPr txBox="1"/>
          <p:nvPr>
            <p:ph type="ctrTitle"/>
          </p:nvPr>
        </p:nvSpPr>
        <p:spPr>
          <a:xfrm>
            <a:off x="648300" y="1354750"/>
            <a:ext cx="3522300" cy="2989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sz="7200">
              <a:solidFill>
                <a:srgbClr val="FFC107"/>
              </a:solidFill>
            </a:endParaRPr>
          </a:p>
          <a:p>
            <a:pPr indent="0" lvl="0" marL="0" rtl="0" algn="l">
              <a:spcBef>
                <a:spcPts val="0"/>
              </a:spcBef>
              <a:spcAft>
                <a:spcPts val="0"/>
              </a:spcAft>
              <a:buNone/>
            </a:pPr>
            <a:r>
              <a:rPr lang="en" sz="2400"/>
              <a:t>INTRODUZIONE AI CSS</a:t>
            </a:r>
            <a:endParaRPr sz="2400"/>
          </a:p>
        </p:txBody>
      </p:sp>
      <p:sp>
        <p:nvSpPr>
          <p:cNvPr id="556" name="Google Shape;556;p6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557" name="Google Shape;557;p69">
            <a:hlinkClick r:id="rId3"/>
          </p:cNvPr>
          <p:cNvSpPr/>
          <p:nvPr/>
        </p:nvSpPr>
        <p:spPr>
          <a:xfrm>
            <a:off x="0" y="5092700"/>
            <a:ext cx="5791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62" name="Google Shape;562;p70"/>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Cascading Style Sheets</a:t>
            </a:r>
            <a:endParaRPr/>
          </a:p>
        </p:txBody>
      </p:sp>
      <p:sp>
        <p:nvSpPr>
          <p:cNvPr id="563" name="Google Shape;563;p70"/>
          <p:cNvSpPr txBox="1"/>
          <p:nvPr>
            <p:ph idx="1" type="body"/>
          </p:nvPr>
        </p:nvSpPr>
        <p:spPr>
          <a:xfrm>
            <a:off x="838250" y="1504950"/>
            <a:ext cx="5324100" cy="22557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500">
                <a:highlight>
                  <a:srgbClr val="FFFFFF"/>
                </a:highlight>
              </a:rPr>
              <a:t>L’acronimo </a:t>
            </a:r>
            <a:r>
              <a:rPr b="1" lang="en" sz="1500">
                <a:highlight>
                  <a:srgbClr val="FFFFFF"/>
                </a:highlight>
              </a:rPr>
              <a:t>CSS</a:t>
            </a:r>
            <a:r>
              <a:rPr lang="en" sz="1500">
                <a:highlight>
                  <a:srgbClr val="FFFFFF"/>
                </a:highlight>
              </a:rPr>
              <a:t> sta per </a:t>
            </a:r>
            <a:r>
              <a:rPr b="1" lang="en" sz="1500">
                <a:highlight>
                  <a:srgbClr val="FFFFFF"/>
                </a:highlight>
              </a:rPr>
              <a:t>Cascading Style Sheets</a:t>
            </a:r>
            <a:r>
              <a:rPr lang="en" sz="1500">
                <a:highlight>
                  <a:srgbClr val="FFFFFF"/>
                </a:highlight>
              </a:rPr>
              <a:t> (fogli di stile a cascata); è un linguaggio di stile per i documenti web</a:t>
            </a:r>
            <a:endParaRPr sz="1500">
              <a:highlight>
                <a:srgbClr val="FFFFFF"/>
              </a:highlight>
            </a:endParaRPr>
          </a:p>
          <a:p>
            <a:pPr indent="0" lvl="0" marL="0" rtl="0" algn="l">
              <a:spcBef>
                <a:spcPts val="600"/>
              </a:spcBef>
              <a:spcAft>
                <a:spcPts val="0"/>
              </a:spcAft>
              <a:buNone/>
            </a:pPr>
            <a:r>
              <a:rPr lang="en" sz="1500">
                <a:highlight>
                  <a:srgbClr val="FFFFFF"/>
                </a:highlight>
              </a:rPr>
              <a:t>I CSS istruiscono un browser su come il documento debba essere presentato all’utente, per esempio definendone i font, i colori, le immagini di sfondo, il layout, il posizionamento delle colonne o di altri elementi sulla pagina, etc.</a:t>
            </a:r>
            <a:endParaRPr sz="1500"/>
          </a:p>
        </p:txBody>
      </p:sp>
      <p:sp>
        <p:nvSpPr>
          <p:cNvPr id="564" name="Google Shape;564;p7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70">
            <a:hlinkClick r:id="rId3"/>
          </p:cNvPr>
          <p:cNvSpPr/>
          <p:nvPr/>
        </p:nvSpPr>
        <p:spPr>
          <a:xfrm>
            <a:off x="0" y="5092700"/>
            <a:ext cx="5943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71"/>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Nell’HTML standard (senza CSS)</a:t>
            </a:r>
            <a:endParaRPr/>
          </a:p>
        </p:txBody>
      </p:sp>
      <p:sp>
        <p:nvSpPr>
          <p:cNvPr id="571" name="Google Shape;571;p71"/>
          <p:cNvSpPr txBox="1"/>
          <p:nvPr>
            <p:ph idx="1" type="body"/>
          </p:nvPr>
        </p:nvSpPr>
        <p:spPr>
          <a:xfrm>
            <a:off x="838250" y="1504950"/>
            <a:ext cx="5324100" cy="23397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Un tempo gli stili venivano definiti direttamente nell’HTML. Funzionava in questo modo:</a:t>
            </a:r>
            <a:endParaRPr sz="1500"/>
          </a:p>
          <a:p>
            <a:pPr indent="-323850" lvl="0" marL="457200" rtl="0" algn="l">
              <a:spcBef>
                <a:spcPts val="600"/>
              </a:spcBef>
              <a:spcAft>
                <a:spcPts val="0"/>
              </a:spcAft>
              <a:buSzPts val="1500"/>
              <a:buAutoNum type="arabicPeriod"/>
            </a:pPr>
            <a:r>
              <a:rPr lang="en" sz="1500"/>
              <a:t>le istruzioni di formattazione del testo dovevano essere inserite direttamente nel tag &lt;body&gt;, associate al tag da formattare tramite attributi dei tag HTML o tag HTML aggiuntivi</a:t>
            </a:r>
            <a:endParaRPr sz="1500"/>
          </a:p>
          <a:p>
            <a:pPr indent="-323850" lvl="0" marL="457200" rtl="0" algn="l">
              <a:spcBef>
                <a:spcPts val="0"/>
              </a:spcBef>
              <a:spcAft>
                <a:spcPts val="0"/>
              </a:spcAft>
              <a:buSzPts val="1500"/>
              <a:buAutoNum type="arabicPeriod"/>
            </a:pPr>
            <a:r>
              <a:rPr lang="en" sz="1500"/>
              <a:t>dovevano essere ripetute a ogni variazione della formattazione (ad ogni tag) e per ogni istruzione serviva un attributo</a:t>
            </a:r>
            <a:endParaRPr sz="1600"/>
          </a:p>
        </p:txBody>
      </p:sp>
      <p:sp>
        <p:nvSpPr>
          <p:cNvPr id="572" name="Google Shape;572;p7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73" name="Google Shape;573;p71"/>
          <p:cNvSpPr txBox="1"/>
          <p:nvPr/>
        </p:nvSpPr>
        <p:spPr>
          <a:xfrm>
            <a:off x="921650" y="3844650"/>
            <a:ext cx="34440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&gt;&lt;</a:t>
            </a:r>
            <a:r>
              <a:rPr lang="en" sz="1050">
                <a:solidFill>
                  <a:srgbClr val="E06C75"/>
                </a:solidFill>
                <a:latin typeface="Fira Code"/>
                <a:ea typeface="Fira Code"/>
                <a:cs typeface="Fira Code"/>
                <a:sym typeface="Fira Code"/>
              </a:rPr>
              <a:t>font</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color</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”#FF0000”</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size</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”10”</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b</a:t>
            </a:r>
            <a:r>
              <a:rPr lang="en" sz="1050">
                <a:solidFill>
                  <a:srgbClr val="ABB2BF"/>
                </a:solidFill>
                <a:latin typeface="Fira Code"/>
                <a:ea typeface="Fira Code"/>
                <a:cs typeface="Fira Code"/>
                <a:sym typeface="Fira Code"/>
              </a:rPr>
              <a:t>&gt;tutto questo testo avrà corpo 10,</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colore rosso e grassetto&lt;/</a:t>
            </a:r>
            <a:r>
              <a:rPr lang="en" sz="1050">
                <a:solidFill>
                  <a:srgbClr val="E06C75"/>
                </a:solidFill>
                <a:latin typeface="Fira Code"/>
                <a:ea typeface="Fira Code"/>
                <a:cs typeface="Fira Code"/>
                <a:sym typeface="Fira Code"/>
              </a:rPr>
              <a:t>b</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font</a:t>
            </a:r>
            <a:r>
              <a:rPr lang="en" sz="1050">
                <a:solidFill>
                  <a:srgbClr val="ABB2BF"/>
                </a:solidFill>
                <a:latin typeface="Fira Code"/>
                <a:ea typeface="Fira Code"/>
                <a:cs typeface="Fira Code"/>
                <a:sym typeface="Fira Code"/>
              </a:rPr>
              <a:t>&gt;&lt;/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p:txBody>
      </p:sp>
      <p:cxnSp>
        <p:nvCxnSpPr>
          <p:cNvPr id="574" name="Google Shape;574;p71"/>
          <p:cNvCxnSpPr/>
          <p:nvPr/>
        </p:nvCxnSpPr>
        <p:spPr>
          <a:xfrm>
            <a:off x="4569488" y="4346850"/>
            <a:ext cx="882000" cy="0"/>
          </a:xfrm>
          <a:prstGeom prst="straightConnector1">
            <a:avLst/>
          </a:prstGeom>
          <a:noFill/>
          <a:ln cap="flat" cmpd="sng" w="9525">
            <a:solidFill>
              <a:srgbClr val="ABB2BF"/>
            </a:solidFill>
            <a:prstDash val="solid"/>
            <a:round/>
            <a:headEnd len="med" w="med" type="none"/>
            <a:tailEnd len="med" w="med" type="triangle"/>
          </a:ln>
        </p:spPr>
      </p:cxnSp>
      <p:sp>
        <p:nvSpPr>
          <p:cNvPr id="575" name="Google Shape;575;p71"/>
          <p:cNvSpPr txBox="1"/>
          <p:nvPr/>
        </p:nvSpPr>
        <p:spPr>
          <a:xfrm>
            <a:off x="5593875" y="3864150"/>
            <a:ext cx="1653000" cy="9654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sz="1000">
                <a:solidFill>
                  <a:srgbClr val="FF0000"/>
                </a:solidFill>
                <a:latin typeface="Fira Code"/>
                <a:ea typeface="Fira Code"/>
                <a:cs typeface="Fira Code"/>
                <a:sym typeface="Fira Code"/>
              </a:rPr>
              <a:t>tutto questo testo </a:t>
            </a:r>
            <a:endParaRPr b="1" sz="1000">
              <a:solidFill>
                <a:srgbClr val="FF0000"/>
              </a:solidFill>
              <a:latin typeface="Fira Code"/>
              <a:ea typeface="Fira Code"/>
              <a:cs typeface="Fira Code"/>
              <a:sym typeface="Fira Code"/>
            </a:endParaRPr>
          </a:p>
          <a:p>
            <a:pPr indent="0" lvl="0" marL="0" rtl="0" algn="l">
              <a:lnSpc>
                <a:spcPct val="135714"/>
              </a:lnSpc>
              <a:spcBef>
                <a:spcPts val="0"/>
              </a:spcBef>
              <a:spcAft>
                <a:spcPts val="0"/>
              </a:spcAft>
              <a:buNone/>
            </a:pPr>
            <a:r>
              <a:rPr b="1" lang="en" sz="1000">
                <a:solidFill>
                  <a:srgbClr val="FF0000"/>
                </a:solidFill>
                <a:latin typeface="Fira Code"/>
                <a:ea typeface="Fira Code"/>
                <a:cs typeface="Fira Code"/>
                <a:sym typeface="Fira Code"/>
              </a:rPr>
              <a:t>avrà corpo 10,</a:t>
            </a:r>
            <a:endParaRPr b="1" sz="1000">
              <a:solidFill>
                <a:srgbClr val="FF0000"/>
              </a:solidFill>
              <a:latin typeface="Fira Code"/>
              <a:ea typeface="Fira Code"/>
              <a:cs typeface="Fira Code"/>
              <a:sym typeface="Fira Code"/>
            </a:endParaRPr>
          </a:p>
          <a:p>
            <a:pPr indent="0" lvl="0" marL="0" rtl="0" algn="l">
              <a:lnSpc>
                <a:spcPct val="135714"/>
              </a:lnSpc>
              <a:spcBef>
                <a:spcPts val="0"/>
              </a:spcBef>
              <a:spcAft>
                <a:spcPts val="0"/>
              </a:spcAft>
              <a:buNone/>
            </a:pPr>
            <a:r>
              <a:rPr b="1" lang="en" sz="1000">
                <a:solidFill>
                  <a:srgbClr val="FF0000"/>
                </a:solidFill>
                <a:latin typeface="Fira Code"/>
                <a:ea typeface="Fira Code"/>
                <a:cs typeface="Fira Code"/>
                <a:sym typeface="Fira Code"/>
              </a:rPr>
              <a:t>colore rosso e </a:t>
            </a:r>
            <a:endParaRPr b="1" sz="1000">
              <a:solidFill>
                <a:srgbClr val="FF0000"/>
              </a:solidFill>
              <a:latin typeface="Fira Code"/>
              <a:ea typeface="Fira Code"/>
              <a:cs typeface="Fira Code"/>
              <a:sym typeface="Fira Code"/>
            </a:endParaRPr>
          </a:p>
          <a:p>
            <a:pPr indent="0" lvl="0" marL="0" rtl="0" algn="l">
              <a:lnSpc>
                <a:spcPct val="135714"/>
              </a:lnSpc>
              <a:spcBef>
                <a:spcPts val="0"/>
              </a:spcBef>
              <a:spcAft>
                <a:spcPts val="0"/>
              </a:spcAft>
              <a:buNone/>
            </a:pPr>
            <a:r>
              <a:rPr b="1" lang="en" sz="1000">
                <a:solidFill>
                  <a:srgbClr val="FF0000"/>
                </a:solidFill>
                <a:latin typeface="Fira Code"/>
                <a:ea typeface="Fira Code"/>
                <a:cs typeface="Fira Code"/>
                <a:sym typeface="Fira Code"/>
              </a:rPr>
              <a:t>grassetto</a:t>
            </a:r>
            <a:endParaRPr b="1" sz="1000">
              <a:solidFill>
                <a:srgbClr val="FF0000"/>
              </a:solidFill>
              <a:latin typeface="Karla"/>
              <a:ea typeface="Karla"/>
              <a:cs typeface="Karla"/>
              <a:sym typeface="Karla"/>
            </a:endParaRPr>
          </a:p>
        </p:txBody>
      </p:sp>
      <p:sp>
        <p:nvSpPr>
          <p:cNvPr id="576" name="Google Shape;576;p71">
            <a:hlinkClick r:id="rId3"/>
          </p:cNvPr>
          <p:cNvSpPr/>
          <p:nvPr/>
        </p:nvSpPr>
        <p:spPr>
          <a:xfrm>
            <a:off x="0" y="5092700"/>
            <a:ext cx="6096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72"/>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 i CSS, invece...</a:t>
            </a:r>
            <a:endParaRPr/>
          </a:p>
        </p:txBody>
      </p:sp>
      <p:sp>
        <p:nvSpPr>
          <p:cNvPr id="582" name="Google Shape;582;p72"/>
          <p:cNvSpPr txBox="1"/>
          <p:nvPr>
            <p:ph idx="1" type="body"/>
          </p:nvPr>
        </p:nvSpPr>
        <p:spPr>
          <a:xfrm>
            <a:off x="838250" y="1504950"/>
            <a:ext cx="6233400" cy="2262600"/>
          </a:xfrm>
          <a:prstGeom prst="rect">
            <a:avLst/>
          </a:prstGeom>
        </p:spPr>
        <p:txBody>
          <a:bodyPr anchorCtr="0" anchor="t" bIns="91425" lIns="91425" spcFirstLastPara="1" rIns="91425" wrap="square" tIns="91425">
            <a:spAutoFit/>
          </a:bodyPr>
          <a:lstStyle/>
          <a:p>
            <a:pPr indent="-323850" lvl="0" marL="457200" rtl="0" algn="l">
              <a:spcBef>
                <a:spcPts val="600"/>
              </a:spcBef>
              <a:spcAft>
                <a:spcPts val="0"/>
              </a:spcAft>
              <a:buSzPts val="1500"/>
              <a:buAutoNum type="arabicPeriod"/>
            </a:pPr>
            <a:r>
              <a:rPr lang="en" sz="1500"/>
              <a:t>Si definisce la regola di formattazione una sola volta; si inserisce il CSS nel tag &lt;head&gt; o in un file esterno con estensione “.css”</a:t>
            </a:r>
            <a:endParaRPr sz="1500"/>
          </a:p>
          <a:p>
            <a:pPr indent="-323850" lvl="0" marL="457200" rtl="0" algn="l">
              <a:spcBef>
                <a:spcPts val="0"/>
              </a:spcBef>
              <a:spcAft>
                <a:spcPts val="0"/>
              </a:spcAft>
              <a:buSzPts val="1500"/>
              <a:buAutoNum type="arabicPeriod"/>
            </a:pPr>
            <a:r>
              <a:rPr lang="en" sz="1500"/>
              <a:t>Nel foglio di stile, la regola CSS può essere applicata direttamente a un tag (ad esempio, possiamo assegnare determinati stili a tutti gli elementi “p”)</a:t>
            </a:r>
            <a:endParaRPr sz="1500"/>
          </a:p>
          <a:p>
            <a:pPr indent="-323850" lvl="0" marL="457200" rtl="0" algn="l">
              <a:spcBef>
                <a:spcPts val="0"/>
              </a:spcBef>
              <a:spcAft>
                <a:spcPts val="0"/>
              </a:spcAft>
              <a:buSzPts val="1500"/>
              <a:buAutoNum type="arabicPeriod"/>
            </a:pPr>
            <a:r>
              <a:rPr lang="en" sz="1500"/>
              <a:t>Oppure, può essere associata a un nome arbitrario. In questo caso, nel file HTML possiamo applicarla tramite un attributo (class o id) di uno specifico tag</a:t>
            </a:r>
            <a:endParaRPr sz="1500"/>
          </a:p>
        </p:txBody>
      </p:sp>
      <p:sp>
        <p:nvSpPr>
          <p:cNvPr id="583" name="Google Shape;583;p7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84" name="Google Shape;584;p72">
            <a:hlinkClick r:id="rId3"/>
          </p:cNvPr>
          <p:cNvSpPr/>
          <p:nvPr/>
        </p:nvSpPr>
        <p:spPr>
          <a:xfrm>
            <a:off x="0" y="5092700"/>
            <a:ext cx="6248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73"/>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Con i CSS, invece...</a:t>
            </a:r>
            <a:endParaRPr/>
          </a:p>
        </p:txBody>
      </p:sp>
      <p:sp>
        <p:nvSpPr>
          <p:cNvPr id="590" name="Google Shape;590;p73"/>
          <p:cNvSpPr txBox="1"/>
          <p:nvPr>
            <p:ph idx="1" type="body"/>
          </p:nvPr>
        </p:nvSpPr>
        <p:spPr>
          <a:xfrm>
            <a:off x="838250" y="1504950"/>
            <a:ext cx="3000000" cy="532200"/>
          </a:xfrm>
          <a:prstGeom prst="rect">
            <a:avLst/>
          </a:prstGeom>
        </p:spPr>
        <p:txBody>
          <a:bodyPr anchorCtr="0" anchor="t" bIns="91425" lIns="91425" spcFirstLastPara="1" rIns="91425" wrap="square" tIns="91425">
            <a:spAutoFit/>
          </a:bodyPr>
          <a:lstStyle/>
          <a:p>
            <a:pPr indent="0" lvl="0" marL="0" marR="0" rtl="0" algn="l">
              <a:lnSpc>
                <a:spcPct val="115000"/>
              </a:lnSpc>
              <a:spcBef>
                <a:spcPts val="0"/>
              </a:spcBef>
              <a:spcAft>
                <a:spcPts val="1600"/>
              </a:spcAft>
              <a:buNone/>
            </a:pPr>
            <a:r>
              <a:rPr lang="en" sz="1050"/>
              <a:t>Per esempio, nel tag &lt;head&gt; o in un file css esterno si definiscono gli stili</a:t>
            </a:r>
            <a:endParaRPr sz="1100">
              <a:solidFill>
                <a:srgbClr val="000000"/>
              </a:solidFill>
              <a:highlight>
                <a:srgbClr val="FFFFFF"/>
              </a:highlight>
            </a:endParaRPr>
          </a:p>
        </p:txBody>
      </p:sp>
      <p:sp>
        <p:nvSpPr>
          <p:cNvPr id="591" name="Google Shape;591;p7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2" name="Google Shape;592;p73"/>
          <p:cNvSpPr txBox="1"/>
          <p:nvPr/>
        </p:nvSpPr>
        <p:spPr>
          <a:xfrm>
            <a:off x="4200800" y="1504950"/>
            <a:ext cx="2329800" cy="3462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050">
                <a:solidFill>
                  <a:schemeClr val="dk1"/>
                </a:solidFill>
                <a:highlight>
                  <a:schemeClr val="lt1"/>
                </a:highlight>
                <a:latin typeface="Karla"/>
                <a:ea typeface="Karla"/>
                <a:cs typeface="Karla"/>
                <a:sym typeface="Karla"/>
              </a:rPr>
              <a:t>e nel &lt;body&gt; si applicano le regole</a:t>
            </a:r>
            <a:endParaRPr/>
          </a:p>
        </p:txBody>
      </p:sp>
      <p:sp>
        <p:nvSpPr>
          <p:cNvPr id="593" name="Google Shape;593;p73"/>
          <p:cNvSpPr txBox="1"/>
          <p:nvPr/>
        </p:nvSpPr>
        <p:spPr>
          <a:xfrm>
            <a:off x="931900" y="2037150"/>
            <a:ext cx="2568900" cy="25398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 styles.css */</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font-size: </a:t>
            </a:r>
            <a:r>
              <a:rPr lang="en" sz="1050">
                <a:solidFill>
                  <a:srgbClr val="D19A66"/>
                </a:solidFill>
                <a:latin typeface="Fira Code"/>
                <a:ea typeface="Fira Code"/>
                <a:cs typeface="Fira Code"/>
                <a:sym typeface="Fira Code"/>
              </a:rPr>
              <a:t>15px</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font-weight: bold;</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a:t>
            </a:r>
            <a:r>
              <a:rPr lang="en" sz="1050">
                <a:solidFill>
                  <a:srgbClr val="56B6C2"/>
                </a:solidFill>
                <a:latin typeface="Fira Code"/>
                <a:ea typeface="Fira Code"/>
                <a:cs typeface="Fira Code"/>
                <a:sym typeface="Fira Code"/>
              </a:rPr>
              <a:t>FF0000</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D19A66"/>
                </a:solidFill>
                <a:latin typeface="Fira Code"/>
                <a:ea typeface="Fira Code"/>
                <a:cs typeface="Fira Code"/>
                <a:sym typeface="Fira Code"/>
              </a:rPr>
              <a:t>.blu</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a:t>
            </a:r>
            <a:r>
              <a:rPr lang="en" sz="1050">
                <a:solidFill>
                  <a:srgbClr val="56B6C2"/>
                </a:solidFill>
                <a:latin typeface="Fira Code"/>
                <a:ea typeface="Fira Code"/>
                <a:cs typeface="Fira Code"/>
                <a:sym typeface="Fira Code"/>
              </a:rPr>
              <a:t>0099FF</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E06C75"/>
              </a:solidFill>
              <a:latin typeface="Fira Code"/>
              <a:ea typeface="Fira Code"/>
              <a:cs typeface="Fira Code"/>
              <a:sym typeface="Fira Code"/>
            </a:endParaRPr>
          </a:p>
        </p:txBody>
      </p:sp>
      <p:sp>
        <p:nvSpPr>
          <p:cNvPr id="594" name="Google Shape;594;p73"/>
          <p:cNvSpPr txBox="1"/>
          <p:nvPr/>
        </p:nvSpPr>
        <p:spPr>
          <a:xfrm>
            <a:off x="4289100" y="2037150"/>
            <a:ext cx="2568900" cy="25398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&lt;!-- index.html --&gt;</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&gt;questo testo avrà dimensione 15 pixel, grassetto, colore rosso (#FF0000)&lt;/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class</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”blu”</a:t>
            </a:r>
            <a:r>
              <a:rPr lang="en" sz="1050">
                <a:solidFill>
                  <a:srgbClr val="ABB2BF"/>
                </a:solidFill>
                <a:latin typeface="Fira Code"/>
                <a:ea typeface="Fira Code"/>
                <a:cs typeface="Fira Code"/>
                <a:sym typeface="Fira Code"/>
              </a:rPr>
              <a:t>&gt;questo testo avrà dimensione 15 pixel, grassetto, colore blu (#0099FF)&lt;/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&gt;</a:t>
            </a:r>
            <a:endParaRPr sz="1050">
              <a:solidFill>
                <a:srgbClr val="E06C75"/>
              </a:solidFill>
              <a:latin typeface="Fira Code"/>
              <a:ea typeface="Fira Code"/>
              <a:cs typeface="Fira Code"/>
              <a:sym typeface="Fira Code"/>
            </a:endParaRPr>
          </a:p>
        </p:txBody>
      </p:sp>
      <p:sp>
        <p:nvSpPr>
          <p:cNvPr id="595" name="Google Shape;595;p73">
            <a:hlinkClick r:id="rId3"/>
          </p:cNvPr>
          <p:cNvSpPr/>
          <p:nvPr/>
        </p:nvSpPr>
        <p:spPr>
          <a:xfrm>
            <a:off x="0" y="5092700"/>
            <a:ext cx="6400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73"/>
          <p:cNvSpPr txBox="1"/>
          <p:nvPr/>
        </p:nvSpPr>
        <p:spPr>
          <a:xfrm>
            <a:off x="7846300" y="926550"/>
            <a:ext cx="859200" cy="3924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350" u="sng">
                <a:solidFill>
                  <a:schemeClr val="hlink"/>
                </a:solidFill>
                <a:latin typeface="Karla"/>
                <a:ea typeface="Karla"/>
                <a:cs typeface="Karla"/>
                <a:sym typeface="Karla"/>
                <a:hlinkClick r:id="rId4"/>
              </a:rPr>
              <a:t>esempio</a:t>
            </a:r>
            <a:endParaRPr sz="17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0" name="Shape 600"/>
        <p:cNvGrpSpPr/>
        <p:nvPr/>
      </p:nvGrpSpPr>
      <p:grpSpPr>
        <a:xfrm>
          <a:off x="0" y="0"/>
          <a:ext cx="0" cy="0"/>
          <a:chOff x="0" y="0"/>
          <a:chExt cx="0" cy="0"/>
        </a:xfrm>
      </p:grpSpPr>
      <p:sp>
        <p:nvSpPr>
          <p:cNvPr id="601" name="Google Shape;601;p74"/>
          <p:cNvSpPr txBox="1"/>
          <p:nvPr>
            <p:ph type="title"/>
          </p:nvPr>
        </p:nvSpPr>
        <p:spPr>
          <a:xfrm>
            <a:off x="838309" y="1807900"/>
            <a:ext cx="31482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Esempio di CSS</a:t>
            </a:r>
            <a:endParaRPr/>
          </a:p>
        </p:txBody>
      </p:sp>
      <p:sp>
        <p:nvSpPr>
          <p:cNvPr id="602" name="Google Shape;602;p7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603" name="Google Shape;603;p74"/>
          <p:cNvPicPr preferRelativeResize="0"/>
          <p:nvPr/>
        </p:nvPicPr>
        <p:blipFill>
          <a:blip r:embed="rId3">
            <a:alphaModFix/>
          </a:blip>
          <a:stretch>
            <a:fillRect/>
          </a:stretch>
        </p:blipFill>
        <p:spPr>
          <a:xfrm>
            <a:off x="940575" y="2293600"/>
            <a:ext cx="3461451" cy="2391599"/>
          </a:xfrm>
          <a:prstGeom prst="rect">
            <a:avLst/>
          </a:prstGeom>
          <a:noFill/>
          <a:ln>
            <a:noFill/>
          </a:ln>
        </p:spPr>
      </p:pic>
      <p:sp>
        <p:nvSpPr>
          <p:cNvPr id="604" name="Google Shape;604;p74"/>
          <p:cNvSpPr txBox="1"/>
          <p:nvPr/>
        </p:nvSpPr>
        <p:spPr>
          <a:xfrm>
            <a:off x="5824200" y="863250"/>
            <a:ext cx="2856000" cy="34170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 styles.css */</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body</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background: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black</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li</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green</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h1</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red</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font: </a:t>
            </a:r>
            <a:r>
              <a:rPr lang="en" sz="1050">
                <a:solidFill>
                  <a:srgbClr val="D19A66"/>
                </a:solidFill>
                <a:latin typeface="Fira Code"/>
                <a:ea typeface="Fira Code"/>
                <a:cs typeface="Fira Code"/>
                <a:sym typeface="Fira Code"/>
              </a:rPr>
              <a:t>36px</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Arial</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sans-serif</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E06C75"/>
              </a:solidFill>
              <a:latin typeface="Fira Code"/>
              <a:ea typeface="Fira Code"/>
              <a:cs typeface="Fira Code"/>
              <a:sym typeface="Fira Code"/>
            </a:endParaRPr>
          </a:p>
        </p:txBody>
      </p:sp>
      <p:sp>
        <p:nvSpPr>
          <p:cNvPr id="605" name="Google Shape;605;p74">
            <a:hlinkClick r:id="rId4"/>
          </p:cNvPr>
          <p:cNvSpPr/>
          <p:nvPr/>
        </p:nvSpPr>
        <p:spPr>
          <a:xfrm>
            <a:off x="0" y="5092700"/>
            <a:ext cx="6553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75"/>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Tipi di CSS</a:t>
            </a:r>
            <a:endParaRPr/>
          </a:p>
        </p:txBody>
      </p:sp>
      <p:sp>
        <p:nvSpPr>
          <p:cNvPr id="611" name="Google Shape;611;p75"/>
          <p:cNvSpPr txBox="1"/>
          <p:nvPr>
            <p:ph idx="1" type="body"/>
          </p:nvPr>
        </p:nvSpPr>
        <p:spPr>
          <a:xfrm>
            <a:off x="838250" y="1504950"/>
            <a:ext cx="6245700" cy="2262600"/>
          </a:xfrm>
          <a:prstGeom prst="rect">
            <a:avLst/>
          </a:prstGeom>
        </p:spPr>
        <p:txBody>
          <a:bodyPr anchorCtr="0" anchor="t" bIns="91425" lIns="91425" spcFirstLastPara="1" rIns="91425" wrap="square" tIns="91425">
            <a:spAutoFit/>
          </a:bodyPr>
          <a:lstStyle/>
          <a:p>
            <a:pPr indent="-323850" lvl="0" marL="457200" rtl="0" algn="l">
              <a:spcBef>
                <a:spcPts val="600"/>
              </a:spcBef>
              <a:spcAft>
                <a:spcPts val="0"/>
              </a:spcAft>
              <a:buSzPts val="1500"/>
              <a:buAutoNum type="arabicPeriod"/>
            </a:pPr>
            <a:r>
              <a:rPr b="1" lang="en" sz="1500"/>
              <a:t>CSS in linea (inline)</a:t>
            </a:r>
            <a:r>
              <a:rPr lang="en" sz="1500"/>
              <a:t>: quando lo stile viene specificato in prossimità del testo da formattare (nel tag body)</a:t>
            </a:r>
            <a:endParaRPr sz="1500"/>
          </a:p>
          <a:p>
            <a:pPr indent="-323850" lvl="0" marL="457200" rtl="0" algn="l">
              <a:spcBef>
                <a:spcPts val="0"/>
              </a:spcBef>
              <a:spcAft>
                <a:spcPts val="0"/>
              </a:spcAft>
              <a:buSzPts val="1500"/>
              <a:buAutoNum type="arabicPeriod"/>
            </a:pPr>
            <a:r>
              <a:rPr b="1" lang="en" sz="1500"/>
              <a:t>CSS interni(embedded)</a:t>
            </a:r>
            <a:r>
              <a:rPr lang="en" sz="1500"/>
              <a:t>: quando gli stili vengono definiti all’interno della pagina html nel tag &lt;head&gt; e possono essere richiamati solo nel tag &lt;body&gt; della pagina stessa</a:t>
            </a:r>
            <a:endParaRPr sz="1500"/>
          </a:p>
          <a:p>
            <a:pPr indent="-323850" lvl="0" marL="457200" rtl="0" algn="l">
              <a:spcBef>
                <a:spcPts val="0"/>
              </a:spcBef>
              <a:spcAft>
                <a:spcPts val="0"/>
              </a:spcAft>
              <a:buSzPts val="1500"/>
              <a:buAutoNum type="arabicPeriod"/>
            </a:pPr>
            <a:r>
              <a:rPr b="1" lang="en" sz="1500"/>
              <a:t>CSS esterni(external)</a:t>
            </a:r>
            <a:r>
              <a:rPr lang="en" sz="1500"/>
              <a:t>: quando gli stili sono definiti in un file esterno e possono essere condivisi da diverse pagine del sito; un singolo foglio stile contenente le regole di formattazione viene applicato a più pagine</a:t>
            </a:r>
            <a:endParaRPr sz="1500"/>
          </a:p>
        </p:txBody>
      </p:sp>
      <p:sp>
        <p:nvSpPr>
          <p:cNvPr id="612" name="Google Shape;612;p7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3" name="Google Shape;613;p75">
            <a:hlinkClick r:id="rId3"/>
          </p:cNvPr>
          <p:cNvSpPr/>
          <p:nvPr/>
        </p:nvSpPr>
        <p:spPr>
          <a:xfrm>
            <a:off x="0" y="5092700"/>
            <a:ext cx="6705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76"/>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CSS in linea (inline)</a:t>
            </a:r>
            <a:endParaRPr/>
          </a:p>
        </p:txBody>
      </p:sp>
      <p:sp>
        <p:nvSpPr>
          <p:cNvPr id="619" name="Google Shape;619;p76"/>
          <p:cNvSpPr txBox="1"/>
          <p:nvPr>
            <p:ph idx="1" type="body"/>
          </p:nvPr>
        </p:nvSpPr>
        <p:spPr>
          <a:xfrm>
            <a:off x="838250" y="1504950"/>
            <a:ext cx="5324100" cy="6465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Q</a:t>
            </a:r>
            <a:r>
              <a:rPr lang="en" sz="1500"/>
              <a:t>uando lo stile viene specificato in prossimità del testo da formattare (nel tag body)</a:t>
            </a:r>
            <a:endParaRPr sz="1500"/>
          </a:p>
        </p:txBody>
      </p:sp>
      <p:sp>
        <p:nvSpPr>
          <p:cNvPr id="620" name="Google Shape;620;p7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21" name="Google Shape;621;p76"/>
          <p:cNvSpPr txBox="1"/>
          <p:nvPr/>
        </p:nvSpPr>
        <p:spPr>
          <a:xfrm>
            <a:off x="864900" y="2992050"/>
            <a:ext cx="5324100" cy="646500"/>
          </a:xfrm>
          <a:prstGeom prst="rect">
            <a:avLst/>
          </a:prstGeom>
          <a:noFill/>
          <a:ln>
            <a:noFill/>
          </a:ln>
        </p:spPr>
        <p:txBody>
          <a:bodyPr anchorCtr="0" anchor="t" bIns="91425" lIns="91425" spcFirstLastPara="1" rIns="91425" wrap="square" tIns="91425">
            <a:spAutoFit/>
          </a:bodyPr>
          <a:lstStyle/>
          <a:p>
            <a:pPr indent="0" lvl="0" marL="0" rtl="0" algn="l">
              <a:spcBef>
                <a:spcPts val="600"/>
              </a:spcBef>
              <a:spcAft>
                <a:spcPts val="0"/>
              </a:spcAft>
              <a:buNone/>
            </a:pPr>
            <a:r>
              <a:rPr lang="en" sz="1500">
                <a:solidFill>
                  <a:schemeClr val="dk1"/>
                </a:solidFill>
                <a:latin typeface="Karla"/>
                <a:ea typeface="Karla"/>
                <a:cs typeface="Karla"/>
                <a:sym typeface="Karla"/>
              </a:rPr>
              <a:t>(il loro utilizzo non è soltanto scomodo, ma a tutti gli effetti sconsigliato in quasi tutti i casi)</a:t>
            </a:r>
            <a:endParaRPr sz="1500">
              <a:solidFill>
                <a:schemeClr val="dk1"/>
              </a:solidFill>
            </a:endParaRPr>
          </a:p>
        </p:txBody>
      </p:sp>
      <p:sp>
        <p:nvSpPr>
          <p:cNvPr id="622" name="Google Shape;622;p76"/>
          <p:cNvSpPr txBox="1"/>
          <p:nvPr/>
        </p:nvSpPr>
        <p:spPr>
          <a:xfrm>
            <a:off x="931900" y="2398650"/>
            <a:ext cx="5230500" cy="3462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h1</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style</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"color: red; background: black;"</a:t>
            </a:r>
            <a:r>
              <a:rPr lang="en" sz="1050">
                <a:solidFill>
                  <a:srgbClr val="ABB2BF"/>
                </a:solidFill>
                <a:latin typeface="Fira Code"/>
                <a:ea typeface="Fira Code"/>
                <a:cs typeface="Fira Code"/>
                <a:sym typeface="Fira Code"/>
              </a:rPr>
              <a:t>&gt;...&lt;/</a:t>
            </a:r>
            <a:r>
              <a:rPr lang="en" sz="1050">
                <a:solidFill>
                  <a:srgbClr val="E06C75"/>
                </a:solidFill>
                <a:latin typeface="Fira Code"/>
                <a:ea typeface="Fira Code"/>
                <a:cs typeface="Fira Code"/>
                <a:sym typeface="Fira Code"/>
              </a:rPr>
              <a:t>h1</a:t>
            </a:r>
            <a:r>
              <a:rPr lang="en" sz="1050">
                <a:solidFill>
                  <a:srgbClr val="ABB2BF"/>
                </a:solidFill>
                <a:latin typeface="Fira Code"/>
                <a:ea typeface="Fira Code"/>
                <a:cs typeface="Fira Code"/>
                <a:sym typeface="Fira Code"/>
              </a:rPr>
              <a:t>&gt;</a:t>
            </a:r>
            <a:endParaRPr sz="1050">
              <a:solidFill>
                <a:srgbClr val="5C6370"/>
              </a:solidFill>
              <a:latin typeface="Fira Code"/>
              <a:ea typeface="Fira Code"/>
              <a:cs typeface="Fira Code"/>
              <a:sym typeface="Fira Code"/>
            </a:endParaRPr>
          </a:p>
        </p:txBody>
      </p:sp>
      <p:sp>
        <p:nvSpPr>
          <p:cNvPr id="623" name="Google Shape;623;p76">
            <a:hlinkClick r:id="rId3"/>
          </p:cNvPr>
          <p:cNvSpPr/>
          <p:nvPr/>
        </p:nvSpPr>
        <p:spPr>
          <a:xfrm>
            <a:off x="0" y="5092700"/>
            <a:ext cx="6858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77"/>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CSS interni (embedded)</a:t>
            </a:r>
            <a:endParaRPr/>
          </a:p>
        </p:txBody>
      </p:sp>
      <p:sp>
        <p:nvSpPr>
          <p:cNvPr id="629" name="Google Shape;629;p77"/>
          <p:cNvSpPr txBox="1"/>
          <p:nvPr>
            <p:ph idx="1" type="body"/>
          </p:nvPr>
        </p:nvSpPr>
        <p:spPr>
          <a:xfrm>
            <a:off x="838250" y="1504950"/>
            <a:ext cx="5324100" cy="8772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Quando gli stili vengono definiti all’interno della pagina html nel tag &lt;head&gt; e possono essere richiamati solo nel tag &lt;body&gt; della pagina stessa</a:t>
            </a:r>
            <a:endParaRPr sz="1500"/>
          </a:p>
        </p:txBody>
      </p:sp>
      <p:sp>
        <p:nvSpPr>
          <p:cNvPr id="630" name="Google Shape;630;p7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31" name="Google Shape;631;p77"/>
          <p:cNvSpPr txBox="1"/>
          <p:nvPr/>
        </p:nvSpPr>
        <p:spPr>
          <a:xfrm>
            <a:off x="931900" y="2398650"/>
            <a:ext cx="5230500" cy="23205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html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head</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style</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type</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"text/css"</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a:t>
            </a:r>
            <a:r>
              <a:rPr lang="en" sz="1050">
                <a:solidFill>
                  <a:srgbClr val="E06C75"/>
                </a:solidFill>
                <a:latin typeface="Fira Code"/>
                <a:ea typeface="Fira Code"/>
                <a:cs typeface="Fira Code"/>
                <a:sym typeface="Fira Code"/>
              </a:rPr>
              <a:t>body</a:t>
            </a:r>
            <a:r>
              <a:rPr lang="en" sz="1050">
                <a:solidFill>
                  <a:srgbClr val="ABB2BF"/>
                </a:solidFill>
                <a:latin typeface="Fira Code"/>
                <a:ea typeface="Fira Code"/>
                <a:cs typeface="Fira Code"/>
                <a:sym typeface="Fira Code"/>
              </a:rPr>
              <a:t> {background: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black</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a:t>
            </a:r>
            <a:r>
              <a:rPr lang="en" sz="1050">
                <a:solidFill>
                  <a:srgbClr val="5C6370"/>
                </a:solidFill>
                <a:latin typeface="Fira Code"/>
                <a:ea typeface="Fira Code"/>
                <a:cs typeface="Fira Code"/>
                <a:sym typeface="Fira Code"/>
              </a:rPr>
              <a:t>…</a:t>
            </a:r>
            <a:endParaRPr sz="1050">
              <a:solidFill>
                <a:srgbClr val="C678DD"/>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C678DD"/>
                </a:solidFill>
                <a:latin typeface="Fira Code"/>
                <a:ea typeface="Fira Code"/>
                <a:cs typeface="Fira Code"/>
                <a:sym typeface="Fira Code"/>
              </a:rPr>
              <a:t>      </a:t>
            </a: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style</a:t>
            </a:r>
            <a:r>
              <a:rPr lang="en" sz="1050">
                <a:solidFill>
                  <a:srgbClr val="ABB2BF"/>
                </a:solidFill>
                <a:latin typeface="Fira Code"/>
                <a:ea typeface="Fira Code"/>
                <a:cs typeface="Fira Code"/>
                <a:sym typeface="Fira Code"/>
              </a:rPr>
              <a:t>&gt;</a:t>
            </a:r>
            <a:endParaRPr sz="1050">
              <a:solidFill>
                <a:srgbClr val="C678DD"/>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C678DD"/>
                </a:solidFill>
                <a:latin typeface="Fira Code"/>
                <a:ea typeface="Fira Code"/>
                <a:cs typeface="Fira Code"/>
                <a:sym typeface="Fira Code"/>
              </a:rPr>
              <a:t>   </a:t>
            </a: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head</a:t>
            </a:r>
            <a:r>
              <a:rPr lang="en" sz="1050">
                <a:solidFill>
                  <a:srgbClr val="ABB2BF"/>
                </a:solidFill>
                <a:latin typeface="Fira Code"/>
                <a:ea typeface="Fira Code"/>
                <a:cs typeface="Fira Code"/>
                <a:sym typeface="Fira Code"/>
              </a:rPr>
              <a:t>&gt;</a:t>
            </a:r>
            <a:endParaRPr sz="1050">
              <a:solidFill>
                <a:srgbClr val="C678DD"/>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C678DD"/>
                </a:solidFill>
                <a:latin typeface="Fira Code"/>
                <a:ea typeface="Fira Code"/>
                <a:cs typeface="Fira Code"/>
                <a:sym typeface="Fira Code"/>
              </a:rPr>
              <a:t>   </a:t>
            </a: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body</a:t>
            </a:r>
            <a:r>
              <a:rPr lang="en" sz="1050">
                <a:solidFill>
                  <a:srgbClr val="ABB2BF"/>
                </a:solidFill>
                <a:latin typeface="Fira Code"/>
                <a:ea typeface="Fira Code"/>
                <a:cs typeface="Fira Code"/>
                <a:sym typeface="Fira Code"/>
              </a:rPr>
              <a:t>&gt;</a:t>
            </a:r>
            <a:endParaRPr sz="1050">
              <a:solidFill>
                <a:srgbClr val="C678DD"/>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C678DD"/>
                </a:solidFill>
                <a:latin typeface="Fira Code"/>
                <a:ea typeface="Fira Code"/>
                <a:cs typeface="Fira Code"/>
                <a:sym typeface="Fira Code"/>
              </a:rPr>
              <a:t>    </a:t>
            </a:r>
            <a:r>
              <a:rPr lang="en" sz="1050">
                <a:solidFill>
                  <a:srgbClr val="5C6370"/>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p:txBody>
      </p:sp>
      <p:sp>
        <p:nvSpPr>
          <p:cNvPr id="632" name="Google Shape;632;p77">
            <a:hlinkClick r:id="rId3"/>
          </p:cNvPr>
          <p:cNvSpPr/>
          <p:nvPr/>
        </p:nvSpPr>
        <p:spPr>
          <a:xfrm>
            <a:off x="0" y="5092700"/>
            <a:ext cx="7010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78"/>
          <p:cNvSpPr txBox="1"/>
          <p:nvPr>
            <p:ph type="title"/>
          </p:nvPr>
        </p:nvSpPr>
        <p:spPr>
          <a:xfrm>
            <a:off x="838350" y="893500"/>
            <a:ext cx="5324100" cy="48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CSS esterni (external)</a:t>
            </a:r>
            <a:endParaRPr/>
          </a:p>
        </p:txBody>
      </p:sp>
      <p:sp>
        <p:nvSpPr>
          <p:cNvPr id="638" name="Google Shape;638;p78"/>
          <p:cNvSpPr txBox="1"/>
          <p:nvPr>
            <p:ph idx="1" type="body"/>
          </p:nvPr>
        </p:nvSpPr>
        <p:spPr>
          <a:xfrm>
            <a:off x="838250" y="1504950"/>
            <a:ext cx="5324100" cy="11082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Q</a:t>
            </a:r>
            <a:r>
              <a:rPr lang="en" sz="1500"/>
              <a:t>uando gli stili sono definiti in un file esterno e possono essere condivisi da diverse pagine del sito; un singolo foglio stile contenente le regole di formattazione viene applicato a più pagine</a:t>
            </a:r>
            <a:endParaRPr sz="1500"/>
          </a:p>
        </p:txBody>
      </p:sp>
      <p:sp>
        <p:nvSpPr>
          <p:cNvPr id="639" name="Google Shape;639;p7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40" name="Google Shape;640;p78"/>
          <p:cNvSpPr txBox="1"/>
          <p:nvPr/>
        </p:nvSpPr>
        <p:spPr>
          <a:xfrm>
            <a:off x="931900" y="2613150"/>
            <a:ext cx="5230500" cy="14430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html</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head</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link</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href</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"style.css"</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rel</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"stylesheet"</a:t>
            </a:r>
            <a:r>
              <a:rPr lang="en" sz="1050">
                <a:solidFill>
                  <a:srgbClr val="ABB2BF"/>
                </a:solidFill>
                <a:latin typeface="Fira Code"/>
                <a:ea typeface="Fira Code"/>
                <a:cs typeface="Fira Code"/>
                <a:sym typeface="Fira Code"/>
              </a:rPr>
              <a:t> </a:t>
            </a:r>
            <a:r>
              <a:rPr lang="en" sz="1050">
                <a:solidFill>
                  <a:srgbClr val="D19A66"/>
                </a:solidFill>
                <a:latin typeface="Fira Code"/>
                <a:ea typeface="Fira Code"/>
                <a:cs typeface="Fira Code"/>
                <a:sym typeface="Fira Code"/>
              </a:rPr>
              <a:t>type</a:t>
            </a:r>
            <a:r>
              <a:rPr lang="en" sz="1050">
                <a:solidFill>
                  <a:srgbClr val="ABB2BF"/>
                </a:solidFill>
                <a:latin typeface="Fira Code"/>
                <a:ea typeface="Fira Code"/>
                <a:cs typeface="Fira Code"/>
                <a:sym typeface="Fira Code"/>
              </a:rPr>
              <a:t>=</a:t>
            </a:r>
            <a:r>
              <a:rPr lang="en" sz="1050">
                <a:solidFill>
                  <a:srgbClr val="98C379"/>
                </a:solidFill>
                <a:latin typeface="Fira Code"/>
                <a:ea typeface="Fira Code"/>
                <a:cs typeface="Fira Code"/>
                <a:sym typeface="Fira Code"/>
              </a:rPr>
              <a:t>"text/css"</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&lt;/</a:t>
            </a:r>
            <a:r>
              <a:rPr lang="en" sz="1050">
                <a:solidFill>
                  <a:srgbClr val="E06C75"/>
                </a:solidFill>
                <a:latin typeface="Fira Code"/>
                <a:ea typeface="Fira Code"/>
                <a:cs typeface="Fira Code"/>
                <a:sym typeface="Fira Code"/>
              </a:rPr>
              <a:t>head</a:t>
            </a:r>
            <a:r>
              <a:rPr lang="en" sz="1050">
                <a:solidFill>
                  <a:srgbClr val="ABB2BF"/>
                </a:solidFill>
                <a:latin typeface="Fira Code"/>
                <a:ea typeface="Fira Code"/>
                <a:cs typeface="Fira Code"/>
                <a:sym typeface="Fira Code"/>
              </a:rPr>
              <a:t>&gt;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C678DD"/>
                </a:solidFill>
                <a:latin typeface="Fira Code"/>
                <a:ea typeface="Fira Code"/>
                <a:cs typeface="Fira Code"/>
                <a:sym typeface="Fira Code"/>
              </a:rPr>
              <a:t>   </a:t>
            </a:r>
            <a:r>
              <a:rPr lang="en" sz="1050">
                <a:solidFill>
                  <a:srgbClr val="ABB2BF"/>
                </a:solidFill>
                <a:latin typeface="Fira Code"/>
                <a:ea typeface="Fira Code"/>
                <a:cs typeface="Fira Code"/>
                <a:sym typeface="Fira Code"/>
              </a:rPr>
              <a:t>&lt;</a:t>
            </a:r>
            <a:r>
              <a:rPr lang="en" sz="1050">
                <a:solidFill>
                  <a:srgbClr val="E06C75"/>
                </a:solidFill>
                <a:latin typeface="Fira Code"/>
                <a:ea typeface="Fira Code"/>
                <a:cs typeface="Fira Code"/>
                <a:sym typeface="Fira Code"/>
              </a:rPr>
              <a:t>body</a:t>
            </a:r>
            <a:r>
              <a:rPr lang="en" sz="1050">
                <a:solidFill>
                  <a:srgbClr val="ABB2BF"/>
                </a:solidFill>
                <a:latin typeface="Fira Code"/>
                <a:ea typeface="Fira Code"/>
                <a:cs typeface="Fira Code"/>
                <a:sym typeface="Fira Code"/>
              </a:rPr>
              <a:t>&gt;</a:t>
            </a:r>
            <a:endParaRPr sz="1050">
              <a:solidFill>
                <a:srgbClr val="C678DD"/>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C678DD"/>
                </a:solidFill>
                <a:latin typeface="Fira Code"/>
                <a:ea typeface="Fira Code"/>
                <a:cs typeface="Fira Code"/>
                <a:sym typeface="Fira Code"/>
              </a:rPr>
              <a:t>    </a:t>
            </a:r>
            <a:r>
              <a:rPr lang="en" sz="1050">
                <a:solidFill>
                  <a:srgbClr val="5C6370"/>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p:txBody>
      </p:sp>
      <p:sp>
        <p:nvSpPr>
          <p:cNvPr id="641" name="Google Shape;641;p78">
            <a:hlinkClick r:id="rId3"/>
          </p:cNvPr>
          <p:cNvSpPr/>
          <p:nvPr/>
        </p:nvSpPr>
        <p:spPr>
          <a:xfrm>
            <a:off x="0" y="5092700"/>
            <a:ext cx="7162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645" name="Shape 645"/>
        <p:cNvGrpSpPr/>
        <p:nvPr/>
      </p:nvGrpSpPr>
      <p:grpSpPr>
        <a:xfrm>
          <a:off x="0" y="0"/>
          <a:ext cx="0" cy="0"/>
          <a:chOff x="0" y="0"/>
          <a:chExt cx="0" cy="0"/>
        </a:xfrm>
      </p:grpSpPr>
      <p:sp>
        <p:nvSpPr>
          <p:cNvPr id="646" name="Google Shape;646;p7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sp>
        <p:nvSpPr>
          <p:cNvPr id="647" name="Google Shape;647;p79"/>
          <p:cNvSpPr txBox="1"/>
          <p:nvPr/>
        </p:nvSpPr>
        <p:spPr>
          <a:xfrm>
            <a:off x="1675838" y="1729275"/>
            <a:ext cx="3833700" cy="17460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2000">
                <a:solidFill>
                  <a:srgbClr val="C678DD"/>
                </a:solidFill>
                <a:latin typeface="Fira Code"/>
                <a:ea typeface="Fira Code"/>
                <a:cs typeface="Fira Code"/>
                <a:sym typeface="Fira Code"/>
              </a:rPr>
              <a:t>selettore</a:t>
            </a:r>
            <a:r>
              <a:rPr lang="en" sz="2000">
                <a:solidFill>
                  <a:srgbClr val="ABB2BF"/>
                </a:solidFill>
                <a:latin typeface="Fira Code"/>
                <a:ea typeface="Fira Code"/>
                <a:cs typeface="Fira Code"/>
                <a:sym typeface="Fira Code"/>
              </a:rPr>
              <a:t> </a:t>
            </a:r>
            <a:r>
              <a:rPr lang="en" sz="2000">
                <a:solidFill>
                  <a:srgbClr val="ABB2BF"/>
                </a:solidFill>
                <a:latin typeface="Fira Code"/>
                <a:ea typeface="Fira Code"/>
                <a:cs typeface="Fira Code"/>
                <a:sym typeface="Fira Code"/>
              </a:rPr>
              <a:t>{</a:t>
            </a:r>
            <a:endParaRPr sz="200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  proprietà1: valore1;</a:t>
            </a:r>
            <a:endParaRPr sz="200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  proprietà2: valore2;</a:t>
            </a:r>
            <a:endParaRPr sz="200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2000">
                <a:solidFill>
                  <a:srgbClr val="ABB2BF"/>
                </a:solidFill>
                <a:latin typeface="Fira Code"/>
                <a:ea typeface="Fira Code"/>
                <a:cs typeface="Fira Code"/>
                <a:sym typeface="Fira Code"/>
              </a:rPr>
              <a:t>}</a:t>
            </a:r>
            <a:endParaRPr sz="2000">
              <a:solidFill>
                <a:srgbClr val="ABB2BF"/>
              </a:solidFill>
              <a:latin typeface="Fira Code"/>
              <a:ea typeface="Fira Code"/>
              <a:cs typeface="Fira Code"/>
              <a:sym typeface="Fira Code"/>
            </a:endParaRPr>
          </a:p>
        </p:txBody>
      </p:sp>
      <p:cxnSp>
        <p:nvCxnSpPr>
          <p:cNvPr id="648" name="Google Shape;648;p79"/>
          <p:cNvCxnSpPr/>
          <p:nvPr/>
        </p:nvCxnSpPr>
        <p:spPr>
          <a:xfrm>
            <a:off x="3566138" y="3006725"/>
            <a:ext cx="0" cy="930900"/>
          </a:xfrm>
          <a:prstGeom prst="straightConnector1">
            <a:avLst/>
          </a:prstGeom>
          <a:noFill/>
          <a:ln cap="flat" cmpd="sng" w="9525">
            <a:solidFill>
              <a:srgbClr val="ABB2BF"/>
            </a:solidFill>
            <a:prstDash val="solid"/>
            <a:round/>
            <a:headEnd len="med" w="med" type="none"/>
            <a:tailEnd len="med" w="med" type="triangle"/>
          </a:ln>
        </p:spPr>
      </p:cxnSp>
      <p:cxnSp>
        <p:nvCxnSpPr>
          <p:cNvPr id="649" name="Google Shape;649;p79"/>
          <p:cNvCxnSpPr/>
          <p:nvPr/>
        </p:nvCxnSpPr>
        <p:spPr>
          <a:xfrm>
            <a:off x="2095838" y="3006725"/>
            <a:ext cx="2966100" cy="0"/>
          </a:xfrm>
          <a:prstGeom prst="straightConnector1">
            <a:avLst/>
          </a:prstGeom>
          <a:noFill/>
          <a:ln cap="flat" cmpd="sng" w="9525">
            <a:solidFill>
              <a:srgbClr val="ABB2BF"/>
            </a:solidFill>
            <a:prstDash val="solid"/>
            <a:round/>
            <a:headEnd len="med" w="med" type="none"/>
            <a:tailEnd len="med" w="med" type="none"/>
          </a:ln>
        </p:spPr>
      </p:cxnSp>
      <p:sp>
        <p:nvSpPr>
          <p:cNvPr id="650" name="Google Shape;650;p79"/>
          <p:cNvSpPr txBox="1"/>
          <p:nvPr/>
        </p:nvSpPr>
        <p:spPr>
          <a:xfrm>
            <a:off x="2100938" y="3861450"/>
            <a:ext cx="29304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2000">
                <a:solidFill>
                  <a:schemeClr val="dk1"/>
                </a:solidFill>
                <a:latin typeface="Karla"/>
                <a:ea typeface="Karla"/>
                <a:cs typeface="Karla"/>
                <a:sym typeface="Karla"/>
              </a:rPr>
              <a:t>Dichiarazione</a:t>
            </a:r>
            <a:endParaRPr sz="2000">
              <a:solidFill>
                <a:schemeClr val="dk1"/>
              </a:solidFill>
              <a:latin typeface="Karla"/>
              <a:ea typeface="Karla"/>
              <a:cs typeface="Karla"/>
              <a:sym typeface="Karla"/>
            </a:endParaRPr>
          </a:p>
        </p:txBody>
      </p:sp>
      <p:cxnSp>
        <p:nvCxnSpPr>
          <p:cNvPr id="651" name="Google Shape;651;p79"/>
          <p:cNvCxnSpPr>
            <a:stCxn id="652" idx="1"/>
          </p:cNvCxnSpPr>
          <p:nvPr/>
        </p:nvCxnSpPr>
        <p:spPr>
          <a:xfrm>
            <a:off x="5408150" y="2602275"/>
            <a:ext cx="905400" cy="0"/>
          </a:xfrm>
          <a:prstGeom prst="straightConnector1">
            <a:avLst/>
          </a:prstGeom>
          <a:noFill/>
          <a:ln cap="flat" cmpd="sng" w="9525">
            <a:solidFill>
              <a:srgbClr val="ABB2BF"/>
            </a:solidFill>
            <a:prstDash val="solid"/>
            <a:round/>
            <a:headEnd len="med" w="med" type="none"/>
            <a:tailEnd len="med" w="med" type="triangle"/>
          </a:ln>
        </p:spPr>
      </p:cxnSp>
      <p:sp>
        <p:nvSpPr>
          <p:cNvPr id="653" name="Google Shape;653;p79"/>
          <p:cNvSpPr txBox="1"/>
          <p:nvPr/>
        </p:nvSpPr>
        <p:spPr>
          <a:xfrm>
            <a:off x="6415163" y="2355975"/>
            <a:ext cx="1053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Karla"/>
                <a:ea typeface="Karla"/>
                <a:cs typeface="Karla"/>
                <a:sym typeface="Karla"/>
              </a:rPr>
              <a:t>Regola</a:t>
            </a:r>
            <a:endParaRPr sz="2000">
              <a:solidFill>
                <a:schemeClr val="dk1"/>
              </a:solidFill>
              <a:latin typeface="Karla"/>
              <a:ea typeface="Karla"/>
              <a:cs typeface="Karla"/>
              <a:sym typeface="Karla"/>
            </a:endParaRPr>
          </a:p>
        </p:txBody>
      </p:sp>
      <p:sp>
        <p:nvSpPr>
          <p:cNvPr id="652" name="Google Shape;652;p79"/>
          <p:cNvSpPr/>
          <p:nvPr/>
        </p:nvSpPr>
        <p:spPr>
          <a:xfrm>
            <a:off x="5250350" y="2136825"/>
            <a:ext cx="157800" cy="930900"/>
          </a:xfrm>
          <a:prstGeom prst="rightBrace">
            <a:avLst>
              <a:gd fmla="val 50000" name="adj1"/>
              <a:gd fmla="val 50000" name="adj2"/>
            </a:avLst>
          </a:prstGeom>
          <a:noFill/>
          <a:ln cap="flat" cmpd="sng" w="9525">
            <a:solidFill>
              <a:srgbClr val="ABB2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ABB2BF"/>
              </a:solidFill>
            </a:endParaRPr>
          </a:p>
        </p:txBody>
      </p:sp>
      <p:sp>
        <p:nvSpPr>
          <p:cNvPr id="654" name="Google Shape;654;p79">
            <a:hlinkClick r:id="rId3"/>
          </p:cNvPr>
          <p:cNvSpPr/>
          <p:nvPr/>
        </p:nvSpPr>
        <p:spPr>
          <a:xfrm>
            <a:off x="0" y="5092700"/>
            <a:ext cx="7315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80"/>
          <p:cNvSpPr txBox="1"/>
          <p:nvPr/>
        </p:nvSpPr>
        <p:spPr>
          <a:xfrm>
            <a:off x="2778025" y="1504950"/>
            <a:ext cx="19128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h1</a:t>
            </a:r>
            <a:r>
              <a:rPr lang="en" sz="1050">
                <a:solidFill>
                  <a:srgbClr val="C678DD"/>
                </a:solidFill>
                <a:latin typeface="Fira Code"/>
                <a:ea typeface="Fira Code"/>
                <a:cs typeface="Fira Code"/>
                <a:sym typeface="Fira Code"/>
              </a:rPr>
              <a:t>, </a:t>
            </a:r>
            <a:r>
              <a:rPr lang="en" sz="1050">
                <a:solidFill>
                  <a:srgbClr val="E06C75"/>
                </a:solidFill>
                <a:latin typeface="Fira Code"/>
                <a:ea typeface="Fira Code"/>
                <a:cs typeface="Fira Code"/>
                <a:sym typeface="Fira Code"/>
              </a:rPr>
              <a:t>p</a:t>
            </a:r>
            <a:r>
              <a:rPr lang="en" sz="1050">
                <a:solidFill>
                  <a:srgbClr val="C678DD"/>
                </a:solidFill>
                <a:latin typeface="Fira Code"/>
                <a:ea typeface="Fira Code"/>
                <a:cs typeface="Fira Code"/>
                <a:sym typeface="Fira Code"/>
              </a:rPr>
              <a:t>, </a:t>
            </a:r>
            <a:r>
              <a:rPr lang="en" sz="1050">
                <a:solidFill>
                  <a:srgbClr val="E06C75"/>
                </a:solidFill>
                <a:latin typeface="Fira Code"/>
                <a:ea typeface="Fira Code"/>
                <a:cs typeface="Fira Code"/>
                <a:sym typeface="Fira Code"/>
              </a:rPr>
              <a:t>a</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font-size: </a:t>
            </a:r>
            <a:r>
              <a:rPr lang="en" sz="1050">
                <a:solidFill>
                  <a:srgbClr val="D19A66"/>
                </a:solidFill>
                <a:latin typeface="Fira Code"/>
                <a:ea typeface="Fira Code"/>
                <a:cs typeface="Fira Code"/>
                <a:sym typeface="Fira Code"/>
              </a:rPr>
              <a:t>2em</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p:txBody>
      </p:sp>
      <p:sp>
        <p:nvSpPr>
          <p:cNvPr id="660" name="Google Shape;660;p80"/>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 selettori di base</a:t>
            </a:r>
            <a:endParaRPr/>
          </a:p>
        </p:txBody>
      </p:sp>
      <p:sp>
        <p:nvSpPr>
          <p:cNvPr id="661" name="Google Shape;661;p8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62" name="Google Shape;662;p80"/>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E06C75"/>
                </a:solidFill>
              </a:rPr>
              <a:t>h1</a:t>
            </a:r>
            <a:endParaRPr>
              <a:solidFill>
                <a:srgbClr val="C678DD"/>
              </a:solidFill>
              <a:highlight>
                <a:srgbClr val="282C34"/>
              </a:highlight>
            </a:endParaRPr>
          </a:p>
          <a:p>
            <a:pPr indent="0" lvl="0" marL="0" rtl="0" algn="l">
              <a:lnSpc>
                <a:spcPct val="135714"/>
              </a:lnSpc>
              <a:spcBef>
                <a:spcPts val="0"/>
              </a:spcBef>
              <a:spcAft>
                <a:spcPts val="0"/>
              </a:spcAft>
              <a:buNone/>
            </a:pPr>
            <a:r>
              <a:rPr lang="en">
                <a:solidFill>
                  <a:srgbClr val="61AFEF"/>
                </a:solidFill>
              </a:rPr>
              <a:t>#id</a:t>
            </a:r>
            <a:endParaRPr>
              <a:solidFill>
                <a:srgbClr val="61AFEF"/>
              </a:solidFill>
            </a:endParaRPr>
          </a:p>
          <a:p>
            <a:pPr indent="0" lvl="0" marL="0" rtl="0" algn="l">
              <a:lnSpc>
                <a:spcPct val="135714"/>
              </a:lnSpc>
              <a:spcBef>
                <a:spcPts val="0"/>
              </a:spcBef>
              <a:spcAft>
                <a:spcPts val="0"/>
              </a:spcAft>
              <a:buNone/>
            </a:pPr>
            <a:r>
              <a:rPr lang="en">
                <a:solidFill>
                  <a:srgbClr val="D19A66"/>
                </a:solidFill>
              </a:rPr>
              <a:t>.class</a:t>
            </a:r>
            <a:endParaRPr/>
          </a:p>
        </p:txBody>
      </p:sp>
      <p:sp>
        <p:nvSpPr>
          <p:cNvPr id="663" name="Google Shape;663;p80"/>
          <p:cNvSpPr txBox="1"/>
          <p:nvPr/>
        </p:nvSpPr>
        <p:spPr>
          <a:xfrm>
            <a:off x="2778025" y="3268400"/>
            <a:ext cx="19128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61AFEF"/>
                </a:solidFill>
                <a:latin typeface="Fira Code"/>
                <a:ea typeface="Fira Code"/>
                <a:cs typeface="Fira Code"/>
                <a:sym typeface="Fira Code"/>
              </a:rPr>
              <a:t>#identificatore1</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p:txBody>
      </p:sp>
      <p:sp>
        <p:nvSpPr>
          <p:cNvPr id="664" name="Google Shape;664;p80"/>
          <p:cNvSpPr txBox="1"/>
          <p:nvPr/>
        </p:nvSpPr>
        <p:spPr>
          <a:xfrm>
            <a:off x="2778025" y="2386675"/>
            <a:ext cx="19128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D19A66"/>
                </a:solidFill>
                <a:latin typeface="Fira Code"/>
                <a:ea typeface="Fira Code"/>
                <a:cs typeface="Fira Code"/>
                <a:sym typeface="Fira Code"/>
              </a:rPr>
              <a:t>.classe1</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200">
              <a:latin typeface="Courier New"/>
              <a:ea typeface="Courier New"/>
              <a:cs typeface="Courier New"/>
              <a:sym typeface="Courier New"/>
            </a:endParaRPr>
          </a:p>
        </p:txBody>
      </p:sp>
      <p:sp>
        <p:nvSpPr>
          <p:cNvPr id="665" name="Google Shape;665;p80"/>
          <p:cNvSpPr txBox="1"/>
          <p:nvPr/>
        </p:nvSpPr>
        <p:spPr>
          <a:xfrm>
            <a:off x="2778025" y="4150125"/>
            <a:ext cx="19128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h1</a:t>
            </a:r>
            <a:r>
              <a:rPr lang="en" sz="1050">
                <a:solidFill>
                  <a:srgbClr val="61AFEF"/>
                </a:solidFill>
                <a:latin typeface="Fira Code"/>
                <a:ea typeface="Fira Code"/>
                <a:cs typeface="Fira Code"/>
                <a:sym typeface="Fira Code"/>
              </a:rPr>
              <a:t>#identificatore2</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D19A66"/>
              </a:solidFill>
              <a:latin typeface="Fira Code"/>
              <a:ea typeface="Fira Code"/>
              <a:cs typeface="Fira Code"/>
              <a:sym typeface="Fira Code"/>
            </a:endParaRPr>
          </a:p>
        </p:txBody>
      </p:sp>
      <p:sp>
        <p:nvSpPr>
          <p:cNvPr id="666" name="Google Shape;666;p80"/>
          <p:cNvSpPr txBox="1"/>
          <p:nvPr>
            <p:ph idx="2" type="body"/>
          </p:nvPr>
        </p:nvSpPr>
        <p:spPr>
          <a:xfrm>
            <a:off x="5794625" y="1643552"/>
            <a:ext cx="2201400" cy="5079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 tutti gli elementi &lt;</a:t>
            </a:r>
            <a:r>
              <a:rPr lang="en" sz="1050">
                <a:solidFill>
                  <a:srgbClr val="E06C75"/>
                </a:solidFill>
              </a:rPr>
              <a:t>h1</a:t>
            </a:r>
            <a:r>
              <a:rPr lang="en" sz="1050"/>
              <a:t>&gt;, &lt;</a:t>
            </a:r>
            <a:r>
              <a:rPr lang="en" sz="1050">
                <a:solidFill>
                  <a:srgbClr val="E06C75"/>
                </a:solidFill>
              </a:rPr>
              <a:t>p</a:t>
            </a:r>
            <a:r>
              <a:rPr lang="en" sz="1050"/>
              <a:t>&gt;, &lt;</a:t>
            </a:r>
            <a:r>
              <a:rPr lang="en" sz="1050">
                <a:solidFill>
                  <a:srgbClr val="E06C75"/>
                </a:solidFill>
              </a:rPr>
              <a:t>a</a:t>
            </a:r>
            <a:r>
              <a:rPr lang="en" sz="1050"/>
              <a:t>&gt;</a:t>
            </a:r>
            <a:endParaRPr sz="1050"/>
          </a:p>
        </p:txBody>
      </p:sp>
      <p:sp>
        <p:nvSpPr>
          <p:cNvPr id="667" name="Google Shape;667;p80"/>
          <p:cNvSpPr txBox="1"/>
          <p:nvPr>
            <p:ph idx="2" type="body"/>
          </p:nvPr>
        </p:nvSpPr>
        <p:spPr>
          <a:xfrm>
            <a:off x="5794625" y="3326151"/>
            <a:ext cx="2201400" cy="6696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all’elemento con id “</a:t>
            </a:r>
            <a:r>
              <a:rPr lang="en" sz="1050">
                <a:solidFill>
                  <a:srgbClr val="61AFEF"/>
                </a:solidFill>
              </a:rPr>
              <a:t>identificatore1</a:t>
            </a:r>
            <a:r>
              <a:rPr lang="en" sz="1050"/>
              <a:t>”</a:t>
            </a:r>
            <a:endParaRPr sz="1050"/>
          </a:p>
        </p:txBody>
      </p:sp>
      <p:sp>
        <p:nvSpPr>
          <p:cNvPr id="668" name="Google Shape;668;p80"/>
          <p:cNvSpPr txBox="1"/>
          <p:nvPr>
            <p:ph idx="2" type="body"/>
          </p:nvPr>
        </p:nvSpPr>
        <p:spPr>
          <a:xfrm>
            <a:off x="5794625" y="2525276"/>
            <a:ext cx="2201400" cy="5079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agli elementi con classe “</a:t>
            </a:r>
            <a:r>
              <a:rPr lang="en" sz="1050">
                <a:solidFill>
                  <a:srgbClr val="D19A66"/>
                </a:solidFill>
              </a:rPr>
              <a:t>classe1</a:t>
            </a:r>
            <a:r>
              <a:rPr lang="en" sz="1050"/>
              <a:t>”</a:t>
            </a:r>
            <a:endParaRPr sz="1050"/>
          </a:p>
        </p:txBody>
      </p:sp>
      <p:sp>
        <p:nvSpPr>
          <p:cNvPr id="669" name="Google Shape;669;p80"/>
          <p:cNvSpPr txBox="1"/>
          <p:nvPr>
            <p:ph idx="2" type="body"/>
          </p:nvPr>
        </p:nvSpPr>
        <p:spPr>
          <a:xfrm>
            <a:off x="5794625" y="4207875"/>
            <a:ext cx="2201400" cy="6696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all’elemento </a:t>
            </a:r>
            <a:r>
              <a:rPr lang="en" sz="1050"/>
              <a:t>&lt;</a:t>
            </a:r>
            <a:r>
              <a:rPr lang="en" sz="1050">
                <a:solidFill>
                  <a:srgbClr val="E06C75"/>
                </a:solidFill>
              </a:rPr>
              <a:t>h1</a:t>
            </a:r>
            <a:r>
              <a:rPr lang="en" sz="1050"/>
              <a:t>&gt;</a:t>
            </a:r>
            <a:r>
              <a:rPr lang="en" sz="1050"/>
              <a:t> con id “</a:t>
            </a:r>
            <a:r>
              <a:rPr lang="en" sz="1050">
                <a:solidFill>
                  <a:srgbClr val="61AFEF"/>
                </a:solidFill>
              </a:rPr>
              <a:t>identificatore2</a:t>
            </a:r>
            <a:r>
              <a:rPr lang="en" sz="1050"/>
              <a:t>”</a:t>
            </a:r>
            <a:endParaRPr sz="1050"/>
          </a:p>
        </p:txBody>
      </p:sp>
      <p:cxnSp>
        <p:nvCxnSpPr>
          <p:cNvPr id="670" name="Google Shape;670;p80"/>
          <p:cNvCxnSpPr/>
          <p:nvPr/>
        </p:nvCxnSpPr>
        <p:spPr>
          <a:xfrm>
            <a:off x="4818000" y="1897500"/>
            <a:ext cx="905400" cy="0"/>
          </a:xfrm>
          <a:prstGeom prst="straightConnector1">
            <a:avLst/>
          </a:prstGeom>
          <a:noFill/>
          <a:ln cap="flat" cmpd="sng" w="9525">
            <a:solidFill>
              <a:srgbClr val="ABB2BF"/>
            </a:solidFill>
            <a:prstDash val="solid"/>
            <a:round/>
            <a:headEnd len="med" w="med" type="none"/>
            <a:tailEnd len="med" w="med" type="triangle"/>
          </a:ln>
        </p:spPr>
      </p:cxnSp>
      <p:cxnSp>
        <p:nvCxnSpPr>
          <p:cNvPr id="671" name="Google Shape;671;p80"/>
          <p:cNvCxnSpPr/>
          <p:nvPr/>
        </p:nvCxnSpPr>
        <p:spPr>
          <a:xfrm>
            <a:off x="4818000" y="2779225"/>
            <a:ext cx="905400" cy="0"/>
          </a:xfrm>
          <a:prstGeom prst="straightConnector1">
            <a:avLst/>
          </a:prstGeom>
          <a:noFill/>
          <a:ln cap="flat" cmpd="sng" w="9525">
            <a:solidFill>
              <a:srgbClr val="ABB2BF"/>
            </a:solidFill>
            <a:prstDash val="solid"/>
            <a:round/>
            <a:headEnd len="med" w="med" type="none"/>
            <a:tailEnd len="med" w="med" type="triangle"/>
          </a:ln>
        </p:spPr>
      </p:cxnSp>
      <p:cxnSp>
        <p:nvCxnSpPr>
          <p:cNvPr id="672" name="Google Shape;672;p80"/>
          <p:cNvCxnSpPr/>
          <p:nvPr/>
        </p:nvCxnSpPr>
        <p:spPr>
          <a:xfrm>
            <a:off x="4818000" y="3660950"/>
            <a:ext cx="905400" cy="0"/>
          </a:xfrm>
          <a:prstGeom prst="straightConnector1">
            <a:avLst/>
          </a:prstGeom>
          <a:noFill/>
          <a:ln cap="flat" cmpd="sng" w="9525">
            <a:solidFill>
              <a:srgbClr val="ABB2BF"/>
            </a:solidFill>
            <a:prstDash val="solid"/>
            <a:round/>
            <a:headEnd len="med" w="med" type="none"/>
            <a:tailEnd len="med" w="med" type="triangle"/>
          </a:ln>
        </p:spPr>
      </p:cxnSp>
      <p:cxnSp>
        <p:nvCxnSpPr>
          <p:cNvPr id="673" name="Google Shape;673;p80"/>
          <p:cNvCxnSpPr/>
          <p:nvPr/>
        </p:nvCxnSpPr>
        <p:spPr>
          <a:xfrm>
            <a:off x="4818000" y="4542675"/>
            <a:ext cx="905400" cy="0"/>
          </a:xfrm>
          <a:prstGeom prst="straightConnector1">
            <a:avLst/>
          </a:prstGeom>
          <a:noFill/>
          <a:ln cap="flat" cmpd="sng" w="9525">
            <a:solidFill>
              <a:srgbClr val="ABB2BF"/>
            </a:solidFill>
            <a:prstDash val="solid"/>
            <a:round/>
            <a:headEnd len="med" w="med" type="none"/>
            <a:tailEnd len="med" w="med" type="triangle"/>
          </a:ln>
        </p:spPr>
      </p:cxnSp>
      <p:sp>
        <p:nvSpPr>
          <p:cNvPr id="674" name="Google Shape;674;p80">
            <a:hlinkClick r:id="rId3"/>
          </p:cNvPr>
          <p:cNvSpPr/>
          <p:nvPr/>
        </p:nvSpPr>
        <p:spPr>
          <a:xfrm>
            <a:off x="0" y="5092700"/>
            <a:ext cx="7467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81"/>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 selettori di relazione (1)</a:t>
            </a:r>
            <a:endParaRPr/>
          </a:p>
        </p:txBody>
      </p:sp>
      <p:sp>
        <p:nvSpPr>
          <p:cNvPr id="680" name="Google Shape;680;p81"/>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81" name="Google Shape;681;p81"/>
          <p:cNvSpPr txBox="1"/>
          <p:nvPr>
            <p:ph idx="1" type="subTitle"/>
          </p:nvPr>
        </p:nvSpPr>
        <p:spPr>
          <a:xfrm>
            <a:off x="336375" y="1989650"/>
            <a:ext cx="19023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C678DD"/>
                </a:solidFill>
              </a:rPr>
              <a:t>&gt;</a:t>
            </a:r>
            <a:endParaRPr>
              <a:solidFill>
                <a:srgbClr val="C678DD"/>
              </a:solidFill>
            </a:endParaRPr>
          </a:p>
          <a:p>
            <a:pPr indent="0" lvl="0" marL="0" rtl="0" algn="l">
              <a:lnSpc>
                <a:spcPct val="135714"/>
              </a:lnSpc>
              <a:spcBef>
                <a:spcPts val="0"/>
              </a:spcBef>
              <a:spcAft>
                <a:spcPts val="0"/>
              </a:spcAft>
              <a:buNone/>
            </a:pPr>
            <a:r>
              <a:rPr lang="en">
                <a:solidFill>
                  <a:srgbClr val="C678DD"/>
                </a:solidFill>
              </a:rPr>
              <a:t>+</a:t>
            </a:r>
            <a:endParaRPr>
              <a:solidFill>
                <a:srgbClr val="C678DD"/>
              </a:solidFill>
            </a:endParaRPr>
          </a:p>
          <a:p>
            <a:pPr indent="0" lvl="0" marL="0" rtl="0" algn="l">
              <a:lnSpc>
                <a:spcPct val="135714"/>
              </a:lnSpc>
              <a:spcBef>
                <a:spcPts val="0"/>
              </a:spcBef>
              <a:spcAft>
                <a:spcPts val="0"/>
              </a:spcAft>
              <a:buNone/>
            </a:pPr>
            <a:r>
              <a:rPr lang="en">
                <a:solidFill>
                  <a:srgbClr val="C678DD"/>
                </a:solidFill>
              </a:rPr>
              <a:t>~</a:t>
            </a:r>
            <a:endParaRPr>
              <a:solidFill>
                <a:srgbClr val="C678DD"/>
              </a:solidFill>
            </a:endParaRPr>
          </a:p>
          <a:p>
            <a:pPr indent="0" lvl="0" marL="0" rtl="0" algn="l">
              <a:lnSpc>
                <a:spcPct val="135714"/>
              </a:lnSpc>
              <a:spcBef>
                <a:spcPts val="0"/>
              </a:spcBef>
              <a:spcAft>
                <a:spcPts val="0"/>
              </a:spcAft>
              <a:buNone/>
            </a:pPr>
            <a:r>
              <a:rPr lang="en">
                <a:solidFill>
                  <a:srgbClr val="C678DD"/>
                </a:solidFill>
              </a:rPr>
              <a:t>antenato</a:t>
            </a:r>
            <a:endParaRPr>
              <a:solidFill>
                <a:srgbClr val="C678DD"/>
              </a:solidFill>
            </a:endParaRPr>
          </a:p>
          <a:p>
            <a:pPr indent="0" lvl="0" marL="0" rtl="0" algn="l">
              <a:lnSpc>
                <a:spcPct val="135714"/>
              </a:lnSpc>
              <a:spcBef>
                <a:spcPts val="0"/>
              </a:spcBef>
              <a:spcAft>
                <a:spcPts val="0"/>
              </a:spcAft>
              <a:buNone/>
            </a:pPr>
            <a:r>
              <a:rPr lang="en">
                <a:solidFill>
                  <a:srgbClr val="C678DD"/>
                </a:solidFill>
              </a:rPr>
              <a:t>discendente</a:t>
            </a:r>
            <a:endParaRPr/>
          </a:p>
        </p:txBody>
      </p:sp>
      <p:sp>
        <p:nvSpPr>
          <p:cNvPr id="682" name="Google Shape;682;p81"/>
          <p:cNvSpPr txBox="1"/>
          <p:nvPr/>
        </p:nvSpPr>
        <p:spPr>
          <a:xfrm>
            <a:off x="2773750" y="1614750"/>
            <a:ext cx="3639900" cy="5655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 antenato discendente {dichiarazioni;} */</a:t>
            </a:r>
            <a:endParaRPr sz="1050">
              <a:solidFill>
                <a:srgbClr val="C678DD"/>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latin typeface="Fira Code"/>
                <a:ea typeface="Fira Code"/>
                <a:cs typeface="Fira Code"/>
                <a:sym typeface="Fira Code"/>
              </a:rPr>
              <a:t>#contenitore</a:t>
            </a:r>
            <a:r>
              <a:rPr lang="en" sz="1050">
                <a:solidFill>
                  <a:srgbClr val="C678DD"/>
                </a:solidFill>
                <a:latin typeface="Fira Code"/>
                <a:ea typeface="Fira Code"/>
                <a:cs typeface="Fira Code"/>
                <a:sym typeface="Fira Code"/>
              </a:rPr>
              <a:t> </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 { color: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 }</a:t>
            </a:r>
            <a:endParaRPr sz="1050">
              <a:solidFill>
                <a:srgbClr val="E06C75"/>
              </a:solidFill>
              <a:latin typeface="Fira Code"/>
              <a:ea typeface="Fira Code"/>
              <a:cs typeface="Fira Code"/>
              <a:sym typeface="Fira Code"/>
            </a:endParaRPr>
          </a:p>
        </p:txBody>
      </p:sp>
      <p:sp>
        <p:nvSpPr>
          <p:cNvPr id="683" name="Google Shape;683;p81"/>
          <p:cNvSpPr txBox="1"/>
          <p:nvPr/>
        </p:nvSpPr>
        <p:spPr>
          <a:xfrm>
            <a:off x="2773750" y="2905600"/>
            <a:ext cx="36399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 padre &gt; figlio {dichiarazioni;} */</a:t>
            </a:r>
            <a:endParaRPr sz="1050">
              <a:solidFill>
                <a:srgbClr val="61AFE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61AFEF"/>
                </a:solidFill>
                <a:latin typeface="Fira Code"/>
                <a:ea typeface="Fira Code"/>
                <a:cs typeface="Fira Code"/>
                <a:sym typeface="Fira Code"/>
              </a:rPr>
              <a:t>#box</a:t>
            </a:r>
            <a:r>
              <a:rPr lang="en" sz="1050">
                <a:solidFill>
                  <a:srgbClr val="C678DD"/>
                </a:solidFill>
                <a:latin typeface="Fira Code"/>
                <a:ea typeface="Fira Code"/>
                <a:cs typeface="Fira Code"/>
                <a:sym typeface="Fira Code"/>
              </a:rPr>
              <a:t>&gt;</a:t>
            </a:r>
            <a:r>
              <a:rPr lang="en" sz="1050">
                <a:solidFill>
                  <a:srgbClr val="E06C75"/>
                </a:solidFill>
                <a:latin typeface="Fira Code"/>
                <a:ea typeface="Fira Code"/>
                <a:cs typeface="Fira Code"/>
                <a:sym typeface="Fira Code"/>
              </a:rPr>
              <a:t>p</a:t>
            </a:r>
            <a:r>
              <a:rPr lang="en" sz="1050">
                <a:solidFill>
                  <a:srgbClr val="ABB2BF"/>
                </a:solidFill>
                <a:latin typeface="Fira Code"/>
                <a:ea typeface="Fira Code"/>
                <a:cs typeface="Fira Code"/>
                <a:sym typeface="Fira Code"/>
              </a:rPr>
              <a:t> {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 </a:t>
            </a:r>
            <a:endParaRPr sz="1050">
              <a:solidFill>
                <a:srgbClr val="D19A66"/>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D19A66"/>
              </a:solidFill>
              <a:latin typeface="Fira Code"/>
              <a:ea typeface="Fira Code"/>
              <a:cs typeface="Fira Code"/>
              <a:sym typeface="Fira Code"/>
            </a:endParaRPr>
          </a:p>
        </p:txBody>
      </p:sp>
      <p:sp>
        <p:nvSpPr>
          <p:cNvPr id="684" name="Google Shape;684;p81"/>
          <p:cNvSpPr txBox="1"/>
          <p:nvPr>
            <p:ph idx="2" type="body"/>
          </p:nvPr>
        </p:nvSpPr>
        <p:spPr>
          <a:xfrm>
            <a:off x="6914075" y="1401150"/>
            <a:ext cx="1653300" cy="992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sz="1050"/>
              <a:t>La regola sarà applicata all’elemento </a:t>
            </a:r>
            <a:r>
              <a:rPr lang="en" sz="1050"/>
              <a:t>&lt;</a:t>
            </a:r>
            <a:r>
              <a:rPr lang="en" sz="1050">
                <a:solidFill>
                  <a:srgbClr val="E06C75"/>
                </a:solidFill>
              </a:rPr>
              <a:t>p</a:t>
            </a:r>
            <a:r>
              <a:rPr lang="en" sz="1050"/>
              <a:t>&gt;</a:t>
            </a:r>
            <a:r>
              <a:rPr lang="en" sz="1050"/>
              <a:t> che è discendente dell’elemento con id “</a:t>
            </a:r>
            <a:r>
              <a:rPr lang="en" sz="1050">
                <a:solidFill>
                  <a:srgbClr val="61AFEF"/>
                </a:solidFill>
              </a:rPr>
              <a:t>contenitore</a:t>
            </a:r>
            <a:r>
              <a:rPr lang="en" sz="1050"/>
              <a:t>”</a:t>
            </a:r>
            <a:endParaRPr sz="1050"/>
          </a:p>
        </p:txBody>
      </p:sp>
      <p:sp>
        <p:nvSpPr>
          <p:cNvPr id="685" name="Google Shape;685;p81"/>
          <p:cNvSpPr txBox="1"/>
          <p:nvPr>
            <p:ph idx="2" type="body"/>
          </p:nvPr>
        </p:nvSpPr>
        <p:spPr>
          <a:xfrm>
            <a:off x="6885550" y="3033225"/>
            <a:ext cx="1653300" cy="831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all’elemento &lt;</a:t>
            </a:r>
            <a:r>
              <a:rPr lang="en" sz="1050">
                <a:solidFill>
                  <a:srgbClr val="E06C75"/>
                </a:solidFill>
              </a:rPr>
              <a:t>p</a:t>
            </a:r>
            <a:r>
              <a:rPr lang="en" sz="1050"/>
              <a:t>&gt; che è figlio dell’elemento con id “</a:t>
            </a:r>
            <a:r>
              <a:rPr lang="en" sz="1050">
                <a:solidFill>
                  <a:srgbClr val="61AFEF"/>
                </a:solidFill>
              </a:rPr>
              <a:t>box</a:t>
            </a:r>
            <a:r>
              <a:rPr lang="en" sz="1050"/>
              <a:t>”</a:t>
            </a:r>
            <a:endParaRPr sz="1050"/>
          </a:p>
        </p:txBody>
      </p:sp>
      <p:sp>
        <p:nvSpPr>
          <p:cNvPr id="686" name="Google Shape;686;p81">
            <a:hlinkClick r:id="rId3"/>
          </p:cNvPr>
          <p:cNvSpPr/>
          <p:nvPr/>
        </p:nvSpPr>
        <p:spPr>
          <a:xfrm>
            <a:off x="0" y="5092700"/>
            <a:ext cx="7620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82"/>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 selettori di relazione (2)</a:t>
            </a:r>
            <a:endParaRPr/>
          </a:p>
        </p:txBody>
      </p:sp>
      <p:sp>
        <p:nvSpPr>
          <p:cNvPr id="692" name="Google Shape;692;p82"/>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93" name="Google Shape;693;p82"/>
          <p:cNvSpPr txBox="1"/>
          <p:nvPr>
            <p:ph idx="1" type="subTitle"/>
          </p:nvPr>
        </p:nvSpPr>
        <p:spPr>
          <a:xfrm>
            <a:off x="336375" y="1989650"/>
            <a:ext cx="19023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C678DD"/>
                </a:solidFill>
              </a:rPr>
              <a:t>&gt;</a:t>
            </a:r>
            <a:endParaRPr>
              <a:solidFill>
                <a:srgbClr val="C678DD"/>
              </a:solidFill>
            </a:endParaRPr>
          </a:p>
          <a:p>
            <a:pPr indent="0" lvl="0" marL="0" rtl="0" algn="l">
              <a:lnSpc>
                <a:spcPct val="135714"/>
              </a:lnSpc>
              <a:spcBef>
                <a:spcPts val="0"/>
              </a:spcBef>
              <a:spcAft>
                <a:spcPts val="0"/>
              </a:spcAft>
              <a:buNone/>
            </a:pPr>
            <a:r>
              <a:rPr lang="en">
                <a:solidFill>
                  <a:srgbClr val="C678DD"/>
                </a:solidFill>
              </a:rPr>
              <a:t>+</a:t>
            </a:r>
            <a:endParaRPr>
              <a:solidFill>
                <a:srgbClr val="C678DD"/>
              </a:solidFill>
            </a:endParaRPr>
          </a:p>
          <a:p>
            <a:pPr indent="0" lvl="0" marL="0" rtl="0" algn="l">
              <a:lnSpc>
                <a:spcPct val="135714"/>
              </a:lnSpc>
              <a:spcBef>
                <a:spcPts val="0"/>
              </a:spcBef>
              <a:spcAft>
                <a:spcPts val="0"/>
              </a:spcAft>
              <a:buNone/>
            </a:pPr>
            <a:r>
              <a:rPr lang="en">
                <a:solidFill>
                  <a:srgbClr val="C678DD"/>
                </a:solidFill>
              </a:rPr>
              <a:t>~</a:t>
            </a:r>
            <a:endParaRPr>
              <a:solidFill>
                <a:srgbClr val="C678DD"/>
              </a:solidFill>
            </a:endParaRPr>
          </a:p>
          <a:p>
            <a:pPr indent="0" lvl="0" marL="0" rtl="0" algn="l">
              <a:lnSpc>
                <a:spcPct val="135714"/>
              </a:lnSpc>
              <a:spcBef>
                <a:spcPts val="0"/>
              </a:spcBef>
              <a:spcAft>
                <a:spcPts val="0"/>
              </a:spcAft>
              <a:buNone/>
            </a:pPr>
            <a:r>
              <a:rPr lang="en">
                <a:solidFill>
                  <a:srgbClr val="C678DD"/>
                </a:solidFill>
              </a:rPr>
              <a:t>antenato</a:t>
            </a:r>
            <a:endParaRPr>
              <a:solidFill>
                <a:srgbClr val="C678DD"/>
              </a:solidFill>
            </a:endParaRPr>
          </a:p>
          <a:p>
            <a:pPr indent="0" lvl="0" marL="0" rtl="0" algn="l">
              <a:lnSpc>
                <a:spcPct val="135714"/>
              </a:lnSpc>
              <a:spcBef>
                <a:spcPts val="0"/>
              </a:spcBef>
              <a:spcAft>
                <a:spcPts val="0"/>
              </a:spcAft>
              <a:buNone/>
            </a:pPr>
            <a:r>
              <a:rPr lang="en">
                <a:solidFill>
                  <a:srgbClr val="C678DD"/>
                </a:solidFill>
              </a:rPr>
              <a:t>discendente</a:t>
            </a:r>
            <a:endParaRPr/>
          </a:p>
        </p:txBody>
      </p:sp>
      <p:sp>
        <p:nvSpPr>
          <p:cNvPr id="694" name="Google Shape;694;p82"/>
          <p:cNvSpPr txBox="1"/>
          <p:nvPr/>
        </p:nvSpPr>
        <p:spPr>
          <a:xfrm>
            <a:off x="2778025" y="1504950"/>
            <a:ext cx="43548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 fratello + fratello adiacente {dichiarazioni;} */</a:t>
            </a:r>
            <a:endParaRPr sz="1050">
              <a:solidFill>
                <a:srgbClr val="E06C75"/>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h1</a:t>
            </a:r>
            <a:r>
              <a:rPr lang="en" sz="1050">
                <a:solidFill>
                  <a:srgbClr val="C678DD"/>
                </a:solidFill>
                <a:latin typeface="Fira Code"/>
                <a:ea typeface="Fira Code"/>
                <a:cs typeface="Fira Code"/>
                <a:sym typeface="Fira Code"/>
              </a:rPr>
              <a:t>+</a:t>
            </a:r>
            <a:r>
              <a:rPr lang="en" sz="1050">
                <a:solidFill>
                  <a:srgbClr val="E06C75"/>
                </a:solidFill>
                <a:latin typeface="Fira Code"/>
                <a:ea typeface="Fira Code"/>
                <a:cs typeface="Fira Code"/>
                <a:sym typeface="Fira Code"/>
              </a:rPr>
              <a:t>h2</a:t>
            </a:r>
            <a:r>
              <a:rPr lang="en" sz="1050">
                <a:solidFill>
                  <a:srgbClr val="ABB2BF"/>
                </a:solidFill>
                <a:latin typeface="Fira Code"/>
                <a:ea typeface="Fira Code"/>
                <a:cs typeface="Fira Code"/>
                <a:sym typeface="Fira Code"/>
              </a:rPr>
              <a:t> {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61AFEF"/>
              </a:solidFill>
              <a:latin typeface="Fira Code"/>
              <a:ea typeface="Fira Code"/>
              <a:cs typeface="Fira Code"/>
              <a:sym typeface="Fira Code"/>
            </a:endParaRPr>
          </a:p>
        </p:txBody>
      </p:sp>
      <p:sp>
        <p:nvSpPr>
          <p:cNvPr id="695" name="Google Shape;695;p82"/>
          <p:cNvSpPr txBox="1"/>
          <p:nvPr/>
        </p:nvSpPr>
        <p:spPr>
          <a:xfrm>
            <a:off x="2778025" y="3187788"/>
            <a:ext cx="43548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 fratello ~ fratello {dichiarazioni;} */</a:t>
            </a:r>
            <a:endParaRPr sz="1050">
              <a:solidFill>
                <a:srgbClr val="E06C75"/>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h1</a:t>
            </a:r>
            <a:r>
              <a:rPr lang="en" sz="1050">
                <a:solidFill>
                  <a:srgbClr val="C678DD"/>
                </a:solidFill>
                <a:latin typeface="Fira Code"/>
                <a:ea typeface="Fira Code"/>
                <a:cs typeface="Fira Code"/>
                <a:sym typeface="Fira Code"/>
              </a:rPr>
              <a:t>~</a:t>
            </a:r>
            <a:r>
              <a:rPr lang="en" sz="1050">
                <a:solidFill>
                  <a:srgbClr val="E06C75"/>
                </a:solidFill>
                <a:latin typeface="Fira Code"/>
                <a:ea typeface="Fira Code"/>
                <a:cs typeface="Fira Code"/>
                <a:sym typeface="Fira Code"/>
              </a:rPr>
              <a:t>h2</a:t>
            </a:r>
            <a:r>
              <a:rPr lang="en" sz="1050">
                <a:solidFill>
                  <a:srgbClr val="ABB2BF"/>
                </a:solidFill>
                <a:latin typeface="Fira Code"/>
                <a:ea typeface="Fira Code"/>
                <a:cs typeface="Fira Code"/>
                <a:sym typeface="Fira Code"/>
              </a:rPr>
              <a:t> {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E06C75"/>
              </a:solidFill>
              <a:latin typeface="Fira Code"/>
              <a:ea typeface="Fira Code"/>
              <a:cs typeface="Fira Code"/>
              <a:sym typeface="Fira Code"/>
            </a:endParaRPr>
          </a:p>
        </p:txBody>
      </p:sp>
      <p:sp>
        <p:nvSpPr>
          <p:cNvPr id="696" name="Google Shape;696;p82"/>
          <p:cNvSpPr txBox="1"/>
          <p:nvPr>
            <p:ph idx="2" type="body"/>
          </p:nvPr>
        </p:nvSpPr>
        <p:spPr>
          <a:xfrm>
            <a:off x="2669800" y="2509350"/>
            <a:ext cx="4354800" cy="5079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all’elemento &lt;</a:t>
            </a:r>
            <a:r>
              <a:rPr lang="en" sz="1050">
                <a:solidFill>
                  <a:srgbClr val="E06C75"/>
                </a:solidFill>
                <a:latin typeface="Fira Code"/>
                <a:ea typeface="Fira Code"/>
                <a:cs typeface="Fira Code"/>
                <a:sym typeface="Fira Code"/>
              </a:rPr>
              <a:t>h2</a:t>
            </a:r>
            <a:r>
              <a:rPr lang="en" sz="1050"/>
              <a:t>&gt; posto immediatamente dopo &lt;</a:t>
            </a:r>
            <a:r>
              <a:rPr lang="en" sz="1050">
                <a:solidFill>
                  <a:srgbClr val="E06C75"/>
                </a:solidFill>
                <a:latin typeface="Fira Code"/>
                <a:ea typeface="Fira Code"/>
                <a:cs typeface="Fira Code"/>
                <a:sym typeface="Fira Code"/>
              </a:rPr>
              <a:t>h1</a:t>
            </a:r>
            <a:r>
              <a:rPr lang="en" sz="1050"/>
              <a:t>&gt; (allo stesso livello di discendenza)</a:t>
            </a:r>
            <a:endParaRPr sz="1050"/>
          </a:p>
        </p:txBody>
      </p:sp>
      <p:sp>
        <p:nvSpPr>
          <p:cNvPr id="697" name="Google Shape;697;p82"/>
          <p:cNvSpPr txBox="1"/>
          <p:nvPr>
            <p:ph idx="2" type="body"/>
          </p:nvPr>
        </p:nvSpPr>
        <p:spPr>
          <a:xfrm>
            <a:off x="2669800" y="4192200"/>
            <a:ext cx="4463100" cy="5079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agli elementi &lt;</a:t>
            </a:r>
            <a:r>
              <a:rPr lang="en" sz="1050">
                <a:solidFill>
                  <a:srgbClr val="E06C75"/>
                </a:solidFill>
                <a:latin typeface="Fira Code"/>
                <a:ea typeface="Fira Code"/>
                <a:cs typeface="Fira Code"/>
                <a:sym typeface="Fira Code"/>
              </a:rPr>
              <a:t>h2</a:t>
            </a:r>
            <a:r>
              <a:rPr lang="en" sz="1050"/>
              <a:t>&gt; posti dopo &lt;</a:t>
            </a:r>
            <a:r>
              <a:rPr lang="en" sz="1050">
                <a:solidFill>
                  <a:srgbClr val="E06C75"/>
                </a:solidFill>
                <a:latin typeface="Fira Code"/>
                <a:ea typeface="Fira Code"/>
                <a:cs typeface="Fira Code"/>
                <a:sym typeface="Fira Code"/>
              </a:rPr>
              <a:t>h1</a:t>
            </a:r>
            <a:r>
              <a:rPr lang="en" sz="1050"/>
              <a:t>&gt; (allo stesso livello di discendenza)</a:t>
            </a:r>
            <a:endParaRPr sz="1050"/>
          </a:p>
        </p:txBody>
      </p:sp>
      <p:sp>
        <p:nvSpPr>
          <p:cNvPr id="698" name="Google Shape;698;p82">
            <a:hlinkClick r:id="rId3"/>
          </p:cNvPr>
          <p:cNvSpPr/>
          <p:nvPr/>
        </p:nvSpPr>
        <p:spPr>
          <a:xfrm>
            <a:off x="0" y="5092700"/>
            <a:ext cx="7772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83"/>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 selettori: pseudoclassi</a:t>
            </a:r>
            <a:endParaRPr/>
          </a:p>
        </p:txBody>
      </p:sp>
      <p:sp>
        <p:nvSpPr>
          <p:cNvPr id="704" name="Google Shape;704;p83"/>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05" name="Google Shape;705;p83"/>
          <p:cNvSpPr txBox="1"/>
          <p:nvPr>
            <p:ph idx="1" type="subTitle"/>
          </p:nvPr>
        </p:nvSpPr>
        <p:spPr>
          <a:xfrm>
            <a:off x="336375" y="1989650"/>
            <a:ext cx="23556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D19A66"/>
                </a:solidFill>
              </a:rPr>
              <a:t>:first-child</a:t>
            </a:r>
            <a:endParaRPr>
              <a:solidFill>
                <a:srgbClr val="D19A66"/>
              </a:solidFill>
            </a:endParaRPr>
          </a:p>
          <a:p>
            <a:pPr indent="0" lvl="0" marL="0" rtl="0" algn="l">
              <a:lnSpc>
                <a:spcPct val="135714"/>
              </a:lnSpc>
              <a:spcBef>
                <a:spcPts val="0"/>
              </a:spcBef>
              <a:spcAft>
                <a:spcPts val="0"/>
              </a:spcAft>
              <a:buNone/>
            </a:pPr>
            <a:r>
              <a:rPr lang="en">
                <a:solidFill>
                  <a:srgbClr val="D19A66"/>
                </a:solidFill>
              </a:rPr>
              <a:t>:nth-child</a:t>
            </a:r>
            <a:r>
              <a:rPr lang="en">
                <a:solidFill>
                  <a:srgbClr val="C678DD"/>
                </a:solidFill>
              </a:rPr>
              <a:t>(</a:t>
            </a:r>
            <a:r>
              <a:rPr lang="en">
                <a:solidFill>
                  <a:srgbClr val="D19A66"/>
                </a:solidFill>
              </a:rPr>
              <a:t>n</a:t>
            </a:r>
            <a:r>
              <a:rPr lang="en">
                <a:solidFill>
                  <a:srgbClr val="C678DD"/>
                </a:solidFill>
              </a:rPr>
              <a:t>)</a:t>
            </a:r>
            <a:endParaRPr>
              <a:solidFill>
                <a:srgbClr val="C678DD"/>
              </a:solidFill>
            </a:endParaRPr>
          </a:p>
          <a:p>
            <a:pPr indent="0" lvl="0" marL="0" rtl="0" algn="l">
              <a:lnSpc>
                <a:spcPct val="135714"/>
              </a:lnSpc>
              <a:spcBef>
                <a:spcPts val="0"/>
              </a:spcBef>
              <a:spcAft>
                <a:spcPts val="0"/>
              </a:spcAft>
              <a:buNone/>
            </a:pPr>
            <a:r>
              <a:rPr lang="en">
                <a:solidFill>
                  <a:srgbClr val="D19A66"/>
                </a:solidFill>
              </a:rPr>
              <a:t>:not</a:t>
            </a:r>
            <a:r>
              <a:rPr lang="en">
                <a:solidFill>
                  <a:srgbClr val="C678DD"/>
                </a:solidFill>
              </a:rPr>
              <a:t>(selector)</a:t>
            </a:r>
            <a:endParaRPr/>
          </a:p>
        </p:txBody>
      </p:sp>
      <p:sp>
        <p:nvSpPr>
          <p:cNvPr id="706" name="Google Shape;706;p83"/>
          <p:cNvSpPr txBox="1"/>
          <p:nvPr/>
        </p:nvSpPr>
        <p:spPr>
          <a:xfrm>
            <a:off x="2778025" y="1504950"/>
            <a:ext cx="1912800" cy="16623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p</a:t>
            </a:r>
            <a:r>
              <a:rPr lang="en" sz="1050">
                <a:solidFill>
                  <a:srgbClr val="D19A66"/>
                </a:solidFill>
                <a:latin typeface="Fira Code"/>
                <a:ea typeface="Fira Code"/>
                <a:cs typeface="Fira Code"/>
                <a:sym typeface="Fira Code"/>
              </a:rPr>
              <a:t>:first-child</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p</a:t>
            </a:r>
            <a:r>
              <a:rPr lang="en" sz="1050">
                <a:solidFill>
                  <a:srgbClr val="D19A66"/>
                </a:solidFill>
                <a:latin typeface="Fira Code"/>
                <a:ea typeface="Fira Code"/>
                <a:cs typeface="Fira Code"/>
                <a:sym typeface="Fira Code"/>
              </a:rPr>
              <a:t>:nth-child</a:t>
            </a:r>
            <a:r>
              <a:rPr lang="en" sz="1050">
                <a:solidFill>
                  <a:srgbClr val="C678DD"/>
                </a:solidFill>
                <a:latin typeface="Fira Code"/>
                <a:ea typeface="Fira Code"/>
                <a:cs typeface="Fira Code"/>
                <a:sym typeface="Fira Code"/>
              </a:rPr>
              <a:t>(</a:t>
            </a:r>
            <a:r>
              <a:rPr lang="en" sz="1050">
                <a:solidFill>
                  <a:srgbClr val="D19A66"/>
                </a:solidFill>
                <a:latin typeface="Fira Code"/>
                <a:ea typeface="Fira Code"/>
                <a:cs typeface="Fira Code"/>
                <a:sym typeface="Fira Code"/>
              </a:rPr>
              <a:t>2</a:t>
            </a:r>
            <a:r>
              <a:rPr lang="en" sz="1050">
                <a:solidFill>
                  <a:srgbClr val="C678DD"/>
                </a:solidFill>
                <a:latin typeface="Fira Code"/>
                <a:ea typeface="Fira Code"/>
                <a:cs typeface="Fira Code"/>
                <a:sym typeface="Fira Code"/>
              </a:rPr>
              <a:t>)</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black</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E06C75"/>
              </a:solidFill>
              <a:latin typeface="Fira Code"/>
              <a:ea typeface="Fira Code"/>
              <a:cs typeface="Fira Code"/>
              <a:sym typeface="Fira Code"/>
            </a:endParaRPr>
          </a:p>
        </p:txBody>
      </p:sp>
      <p:sp>
        <p:nvSpPr>
          <p:cNvPr id="707" name="Google Shape;707;p83"/>
          <p:cNvSpPr txBox="1"/>
          <p:nvPr>
            <p:ph idx="2" type="body"/>
          </p:nvPr>
        </p:nvSpPr>
        <p:spPr>
          <a:xfrm>
            <a:off x="5794625" y="1920452"/>
            <a:ext cx="2201400" cy="8313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Le regole saranno applicate, rispettivamente, al &lt;</a:t>
            </a:r>
            <a:r>
              <a:rPr lang="en" sz="1050">
                <a:solidFill>
                  <a:srgbClr val="E06C75"/>
                </a:solidFill>
              </a:rPr>
              <a:t>p</a:t>
            </a:r>
            <a:r>
              <a:rPr lang="en" sz="1050"/>
              <a:t>&gt; che è primo figlio e al &lt;</a:t>
            </a:r>
            <a:r>
              <a:rPr lang="en" sz="1050">
                <a:solidFill>
                  <a:srgbClr val="E06C75"/>
                </a:solidFill>
              </a:rPr>
              <a:t>p</a:t>
            </a:r>
            <a:r>
              <a:rPr lang="en" sz="1050"/>
              <a:t>&gt; che è secondo figlio</a:t>
            </a:r>
            <a:endParaRPr sz="1050"/>
          </a:p>
        </p:txBody>
      </p:sp>
      <p:cxnSp>
        <p:nvCxnSpPr>
          <p:cNvPr id="708" name="Google Shape;708;p83"/>
          <p:cNvCxnSpPr/>
          <p:nvPr/>
        </p:nvCxnSpPr>
        <p:spPr>
          <a:xfrm>
            <a:off x="4818000" y="2336100"/>
            <a:ext cx="905400" cy="0"/>
          </a:xfrm>
          <a:prstGeom prst="straightConnector1">
            <a:avLst/>
          </a:prstGeom>
          <a:noFill/>
          <a:ln cap="flat" cmpd="sng" w="9525">
            <a:solidFill>
              <a:srgbClr val="ABB2BF"/>
            </a:solidFill>
            <a:prstDash val="solid"/>
            <a:round/>
            <a:headEnd len="med" w="med" type="none"/>
            <a:tailEnd len="med" w="med" type="triangle"/>
          </a:ln>
        </p:spPr>
      </p:cxnSp>
      <p:sp>
        <p:nvSpPr>
          <p:cNvPr id="709" name="Google Shape;709;p83"/>
          <p:cNvSpPr txBox="1"/>
          <p:nvPr/>
        </p:nvSpPr>
        <p:spPr>
          <a:xfrm>
            <a:off x="2778025" y="3534650"/>
            <a:ext cx="19128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D19A66"/>
                </a:solidFill>
                <a:latin typeface="Fira Code"/>
                <a:ea typeface="Fira Code"/>
                <a:cs typeface="Fira Code"/>
                <a:sym typeface="Fira Code"/>
              </a:rPr>
              <a:t>:not</a:t>
            </a:r>
            <a:r>
              <a:rPr lang="en" sz="1050">
                <a:solidFill>
                  <a:srgbClr val="C678DD"/>
                </a:solidFill>
                <a:latin typeface="Fira Code"/>
                <a:ea typeface="Fira Code"/>
                <a:cs typeface="Fira Code"/>
                <a:sym typeface="Fira Code"/>
              </a:rPr>
              <a:t>(</a:t>
            </a:r>
            <a:r>
              <a:rPr lang="en" sz="1050">
                <a:solidFill>
                  <a:srgbClr val="E06C75"/>
                </a:solidFill>
                <a:latin typeface="Fira Code"/>
                <a:ea typeface="Fira Code"/>
                <a:cs typeface="Fira Code"/>
                <a:sym typeface="Fira Code"/>
              </a:rPr>
              <a:t>p</a:t>
            </a:r>
            <a:r>
              <a:rPr lang="en" sz="1050">
                <a:solidFill>
                  <a:srgbClr val="C678DD"/>
                </a:solidFill>
                <a:latin typeface="Fira Code"/>
                <a:ea typeface="Fira Code"/>
                <a:cs typeface="Fira Code"/>
                <a:sym typeface="Fira Code"/>
              </a:rPr>
              <a:t>)</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E06C75"/>
              </a:solidFill>
              <a:latin typeface="Fira Code"/>
              <a:ea typeface="Fira Code"/>
              <a:cs typeface="Fira Code"/>
              <a:sym typeface="Fira Code"/>
            </a:endParaRPr>
          </a:p>
        </p:txBody>
      </p:sp>
      <p:sp>
        <p:nvSpPr>
          <p:cNvPr id="710" name="Google Shape;710;p83"/>
          <p:cNvSpPr txBox="1"/>
          <p:nvPr>
            <p:ph idx="2" type="body"/>
          </p:nvPr>
        </p:nvSpPr>
        <p:spPr>
          <a:xfrm>
            <a:off x="5794625" y="3673252"/>
            <a:ext cx="2201400" cy="5079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 tutti gli elementi che non sono &lt;</a:t>
            </a:r>
            <a:r>
              <a:rPr lang="en" sz="1050">
                <a:solidFill>
                  <a:srgbClr val="E06C75"/>
                </a:solidFill>
              </a:rPr>
              <a:t>p</a:t>
            </a:r>
            <a:r>
              <a:rPr lang="en" sz="1050"/>
              <a:t>&gt;</a:t>
            </a:r>
            <a:endParaRPr sz="1050"/>
          </a:p>
        </p:txBody>
      </p:sp>
      <p:cxnSp>
        <p:nvCxnSpPr>
          <p:cNvPr id="711" name="Google Shape;711;p83"/>
          <p:cNvCxnSpPr/>
          <p:nvPr/>
        </p:nvCxnSpPr>
        <p:spPr>
          <a:xfrm>
            <a:off x="4818000" y="3927200"/>
            <a:ext cx="905400" cy="0"/>
          </a:xfrm>
          <a:prstGeom prst="straightConnector1">
            <a:avLst/>
          </a:prstGeom>
          <a:noFill/>
          <a:ln cap="flat" cmpd="sng" w="9525">
            <a:solidFill>
              <a:srgbClr val="ABB2BF"/>
            </a:solidFill>
            <a:prstDash val="solid"/>
            <a:round/>
            <a:headEnd len="med" w="med" type="none"/>
            <a:tailEnd len="med" w="med" type="triangle"/>
          </a:ln>
        </p:spPr>
      </p:cxnSp>
      <p:sp>
        <p:nvSpPr>
          <p:cNvPr id="712" name="Google Shape;712;p83">
            <a:hlinkClick r:id="rId3"/>
          </p:cNvPr>
          <p:cNvSpPr/>
          <p:nvPr/>
        </p:nvSpPr>
        <p:spPr>
          <a:xfrm>
            <a:off x="0" y="5092700"/>
            <a:ext cx="7924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sp>
        <p:nvSpPr>
          <p:cNvPr id="717" name="Google Shape;717;p84"/>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 selettori: pseudoelementi</a:t>
            </a:r>
            <a:endParaRPr/>
          </a:p>
        </p:txBody>
      </p:sp>
      <p:sp>
        <p:nvSpPr>
          <p:cNvPr id="718" name="Google Shape;718;p84"/>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19" name="Google Shape;719;p84"/>
          <p:cNvSpPr txBox="1"/>
          <p:nvPr>
            <p:ph idx="1" type="subTitle"/>
          </p:nvPr>
        </p:nvSpPr>
        <p:spPr>
          <a:xfrm>
            <a:off x="336375" y="1989650"/>
            <a:ext cx="23556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D19A66"/>
                </a:solidFill>
              </a:rPr>
              <a:t>::after</a:t>
            </a:r>
            <a:endParaRPr>
              <a:solidFill>
                <a:srgbClr val="D19A66"/>
              </a:solidFill>
            </a:endParaRPr>
          </a:p>
          <a:p>
            <a:pPr indent="0" lvl="0" marL="0" rtl="0" algn="l">
              <a:lnSpc>
                <a:spcPct val="135714"/>
              </a:lnSpc>
              <a:spcBef>
                <a:spcPts val="0"/>
              </a:spcBef>
              <a:spcAft>
                <a:spcPts val="0"/>
              </a:spcAft>
              <a:buNone/>
            </a:pPr>
            <a:r>
              <a:rPr lang="en">
                <a:solidFill>
                  <a:srgbClr val="D19A66"/>
                </a:solidFill>
              </a:rPr>
              <a:t>::before</a:t>
            </a:r>
            <a:endParaRPr>
              <a:solidFill>
                <a:srgbClr val="C678DD"/>
              </a:solidFill>
            </a:endParaRPr>
          </a:p>
          <a:p>
            <a:pPr indent="0" lvl="0" marL="0" rtl="0" algn="l">
              <a:lnSpc>
                <a:spcPct val="135714"/>
              </a:lnSpc>
              <a:spcBef>
                <a:spcPts val="0"/>
              </a:spcBef>
              <a:spcAft>
                <a:spcPts val="0"/>
              </a:spcAft>
              <a:buNone/>
            </a:pPr>
            <a:r>
              <a:rPr lang="en">
                <a:solidFill>
                  <a:srgbClr val="D19A66"/>
                </a:solidFill>
              </a:rPr>
              <a:t>::first-letter</a:t>
            </a:r>
            <a:endParaRPr/>
          </a:p>
        </p:txBody>
      </p:sp>
      <p:sp>
        <p:nvSpPr>
          <p:cNvPr id="720" name="Google Shape;720;p84"/>
          <p:cNvSpPr txBox="1"/>
          <p:nvPr/>
        </p:nvSpPr>
        <p:spPr>
          <a:xfrm>
            <a:off x="2778025" y="1504950"/>
            <a:ext cx="24114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p</a:t>
            </a:r>
            <a:r>
              <a:rPr lang="en" sz="1050">
                <a:solidFill>
                  <a:srgbClr val="D19A66"/>
                </a:solidFill>
                <a:latin typeface="Fira Code"/>
                <a:ea typeface="Fira Code"/>
                <a:cs typeface="Fira Code"/>
                <a:sym typeface="Fira Code"/>
              </a:rPr>
              <a:t>::first-letter</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E06C75"/>
              </a:solidFill>
              <a:latin typeface="Fira Code"/>
              <a:ea typeface="Fira Code"/>
              <a:cs typeface="Fira Code"/>
              <a:sym typeface="Fira Code"/>
            </a:endParaRPr>
          </a:p>
        </p:txBody>
      </p:sp>
      <p:sp>
        <p:nvSpPr>
          <p:cNvPr id="721" name="Google Shape;721;p84"/>
          <p:cNvSpPr txBox="1"/>
          <p:nvPr>
            <p:ph idx="2" type="body"/>
          </p:nvPr>
        </p:nvSpPr>
        <p:spPr>
          <a:xfrm>
            <a:off x="6341825" y="1648652"/>
            <a:ext cx="2201400" cy="5079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alla prima lettera dei paragrafi </a:t>
            </a:r>
            <a:r>
              <a:rPr lang="en" sz="1050"/>
              <a:t>&lt;</a:t>
            </a:r>
            <a:r>
              <a:rPr lang="en" sz="1050">
                <a:solidFill>
                  <a:srgbClr val="E06C75"/>
                </a:solidFill>
              </a:rPr>
              <a:t>p</a:t>
            </a:r>
            <a:r>
              <a:rPr lang="en" sz="1050"/>
              <a:t>&gt;</a:t>
            </a:r>
            <a:endParaRPr sz="1050"/>
          </a:p>
        </p:txBody>
      </p:sp>
      <p:cxnSp>
        <p:nvCxnSpPr>
          <p:cNvPr id="722" name="Google Shape;722;p84"/>
          <p:cNvCxnSpPr/>
          <p:nvPr/>
        </p:nvCxnSpPr>
        <p:spPr>
          <a:xfrm>
            <a:off x="5365200" y="1902600"/>
            <a:ext cx="905400" cy="0"/>
          </a:xfrm>
          <a:prstGeom prst="straightConnector1">
            <a:avLst/>
          </a:prstGeom>
          <a:noFill/>
          <a:ln cap="flat" cmpd="sng" w="9525">
            <a:solidFill>
              <a:srgbClr val="ABB2BF"/>
            </a:solidFill>
            <a:prstDash val="solid"/>
            <a:round/>
            <a:headEnd len="med" w="med" type="none"/>
            <a:tailEnd len="med" w="med" type="triangle"/>
          </a:ln>
        </p:spPr>
      </p:cxnSp>
      <p:sp>
        <p:nvSpPr>
          <p:cNvPr id="723" name="Google Shape;723;p84"/>
          <p:cNvSpPr txBox="1"/>
          <p:nvPr/>
        </p:nvSpPr>
        <p:spPr>
          <a:xfrm>
            <a:off x="2778025" y="2486600"/>
            <a:ext cx="24114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p</a:t>
            </a:r>
            <a:r>
              <a:rPr lang="en" sz="1050">
                <a:solidFill>
                  <a:srgbClr val="D19A66"/>
                </a:solidFill>
                <a:latin typeface="Fira Code"/>
                <a:ea typeface="Fira Code"/>
                <a:cs typeface="Fira Code"/>
                <a:sym typeface="Fira Code"/>
              </a:rPr>
              <a:t>::after</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content: </a:t>
            </a:r>
            <a:r>
              <a:rPr lang="en" sz="1050">
                <a:solidFill>
                  <a:srgbClr val="98C379"/>
                </a:solidFill>
                <a:latin typeface="Fira Code"/>
                <a:ea typeface="Fira Code"/>
                <a:cs typeface="Fira Code"/>
                <a:sym typeface="Fira Code"/>
              </a:rPr>
              <a:t>"contenuto"</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a:t>
            </a:r>
            <a:endParaRPr sz="1050">
              <a:solidFill>
                <a:srgbClr val="D19A66"/>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C678DD"/>
              </a:solidFill>
              <a:latin typeface="Fira Code"/>
              <a:ea typeface="Fira Code"/>
              <a:cs typeface="Fira Code"/>
              <a:sym typeface="Fira Code"/>
            </a:endParaRPr>
          </a:p>
        </p:txBody>
      </p:sp>
      <p:sp>
        <p:nvSpPr>
          <p:cNvPr id="724" name="Google Shape;724;p84"/>
          <p:cNvSpPr txBox="1"/>
          <p:nvPr>
            <p:ph idx="2" type="body"/>
          </p:nvPr>
        </p:nvSpPr>
        <p:spPr>
          <a:xfrm>
            <a:off x="6341825" y="2654000"/>
            <a:ext cx="2411400" cy="6696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Genera un elemento che conterrà “</a:t>
            </a:r>
            <a:r>
              <a:rPr lang="en" sz="1050">
                <a:solidFill>
                  <a:srgbClr val="98C379"/>
                </a:solidFill>
                <a:latin typeface="Fira Code"/>
                <a:ea typeface="Fira Code"/>
                <a:cs typeface="Fira Code"/>
                <a:sym typeface="Fira Code"/>
              </a:rPr>
              <a:t>contenuto</a:t>
            </a:r>
            <a:r>
              <a:rPr lang="en" sz="1050"/>
              <a:t>” dopo ogni tag </a:t>
            </a:r>
            <a:r>
              <a:rPr lang="en" sz="1050"/>
              <a:t>&lt;</a:t>
            </a:r>
            <a:r>
              <a:rPr lang="en" sz="1050">
                <a:solidFill>
                  <a:srgbClr val="E06C75"/>
                </a:solidFill>
              </a:rPr>
              <a:t>p</a:t>
            </a:r>
            <a:r>
              <a:rPr lang="en" sz="1050"/>
              <a:t>&gt;</a:t>
            </a:r>
            <a:r>
              <a:rPr lang="en" sz="1050"/>
              <a:t>. Ogni elemento avrà </a:t>
            </a:r>
            <a:r>
              <a:rPr lang="en" sz="1050">
                <a:solidFill>
                  <a:srgbClr val="ABB2BF"/>
                </a:solidFill>
                <a:latin typeface="Fira Code"/>
                <a:ea typeface="Fira Code"/>
                <a:cs typeface="Fira Code"/>
                <a:sym typeface="Fira Code"/>
              </a:rPr>
              <a:t>color: </a:t>
            </a:r>
            <a:r>
              <a:rPr lang="en" sz="1050">
                <a:solidFill>
                  <a:srgbClr val="D19A66"/>
                </a:solidFill>
                <a:latin typeface="Fira Code"/>
                <a:ea typeface="Fira Code"/>
                <a:cs typeface="Fira Code"/>
                <a:sym typeface="Fira Code"/>
              </a:rPr>
              <a:t>white</a:t>
            </a:r>
            <a:endParaRPr sz="1050"/>
          </a:p>
        </p:txBody>
      </p:sp>
      <p:cxnSp>
        <p:nvCxnSpPr>
          <p:cNvPr id="725" name="Google Shape;725;p84"/>
          <p:cNvCxnSpPr/>
          <p:nvPr/>
        </p:nvCxnSpPr>
        <p:spPr>
          <a:xfrm>
            <a:off x="5365200" y="2988800"/>
            <a:ext cx="905400" cy="0"/>
          </a:xfrm>
          <a:prstGeom prst="straightConnector1">
            <a:avLst/>
          </a:prstGeom>
          <a:noFill/>
          <a:ln cap="flat" cmpd="sng" w="9525">
            <a:solidFill>
              <a:srgbClr val="ABB2BF"/>
            </a:solidFill>
            <a:prstDash val="solid"/>
            <a:round/>
            <a:headEnd len="med" w="med" type="none"/>
            <a:tailEnd len="med" w="med" type="triangle"/>
          </a:ln>
        </p:spPr>
      </p:cxnSp>
      <p:sp>
        <p:nvSpPr>
          <p:cNvPr id="726" name="Google Shape;726;p84"/>
          <p:cNvSpPr txBox="1"/>
          <p:nvPr/>
        </p:nvSpPr>
        <p:spPr>
          <a:xfrm>
            <a:off x="2773700" y="3687550"/>
            <a:ext cx="2411400" cy="10044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p</a:t>
            </a:r>
            <a:r>
              <a:rPr lang="en" sz="1050">
                <a:solidFill>
                  <a:srgbClr val="D19A66"/>
                </a:solidFill>
                <a:latin typeface="Fira Code"/>
                <a:ea typeface="Fira Code"/>
                <a:cs typeface="Fira Code"/>
                <a:sym typeface="Fira Code"/>
              </a:rPr>
              <a:t>::before</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content: </a:t>
            </a:r>
            <a:r>
              <a:rPr lang="en" sz="1050">
                <a:solidFill>
                  <a:srgbClr val="98C379"/>
                </a:solidFill>
                <a:latin typeface="Fira Code"/>
                <a:ea typeface="Fira Code"/>
                <a:cs typeface="Fira Code"/>
                <a:sym typeface="Fira Code"/>
              </a:rPr>
              <a:t>"contenuto"</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a:t>
            </a:r>
            <a:endParaRPr sz="1050">
              <a:solidFill>
                <a:srgbClr val="D19A66"/>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E06C75"/>
              </a:solidFill>
              <a:latin typeface="Fira Code"/>
              <a:ea typeface="Fira Code"/>
              <a:cs typeface="Fira Code"/>
              <a:sym typeface="Fira Code"/>
            </a:endParaRPr>
          </a:p>
        </p:txBody>
      </p:sp>
      <p:sp>
        <p:nvSpPr>
          <p:cNvPr id="727" name="Google Shape;727;p84"/>
          <p:cNvSpPr txBox="1"/>
          <p:nvPr>
            <p:ph idx="2" type="body"/>
          </p:nvPr>
        </p:nvSpPr>
        <p:spPr>
          <a:xfrm>
            <a:off x="6341825" y="3854950"/>
            <a:ext cx="2454600" cy="6696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Genera un elemento che conterrà “</a:t>
            </a:r>
            <a:r>
              <a:rPr lang="en" sz="1050">
                <a:solidFill>
                  <a:srgbClr val="98C379"/>
                </a:solidFill>
                <a:latin typeface="Fira Code"/>
                <a:ea typeface="Fira Code"/>
                <a:cs typeface="Fira Code"/>
                <a:sym typeface="Fira Code"/>
              </a:rPr>
              <a:t>contenuto</a:t>
            </a:r>
            <a:r>
              <a:rPr lang="en" sz="1050"/>
              <a:t>” prima di ogni tag &lt;</a:t>
            </a:r>
            <a:r>
              <a:rPr lang="en" sz="1050">
                <a:solidFill>
                  <a:srgbClr val="E06C75"/>
                </a:solidFill>
              </a:rPr>
              <a:t>p</a:t>
            </a:r>
            <a:r>
              <a:rPr lang="en" sz="1050"/>
              <a:t>&gt;. Ogni elemento avrà </a:t>
            </a:r>
            <a:r>
              <a:rPr lang="en" sz="1050">
                <a:solidFill>
                  <a:srgbClr val="ABB2BF"/>
                </a:solidFill>
                <a:latin typeface="Fira Code"/>
                <a:ea typeface="Fira Code"/>
                <a:cs typeface="Fira Code"/>
                <a:sym typeface="Fira Code"/>
              </a:rPr>
              <a:t>color: </a:t>
            </a:r>
            <a:r>
              <a:rPr lang="en" sz="1050">
                <a:solidFill>
                  <a:srgbClr val="D19A66"/>
                </a:solidFill>
                <a:latin typeface="Fira Code"/>
                <a:ea typeface="Fira Code"/>
                <a:cs typeface="Fira Code"/>
                <a:sym typeface="Fira Code"/>
              </a:rPr>
              <a:t>white</a:t>
            </a:r>
            <a:endParaRPr sz="1050"/>
          </a:p>
        </p:txBody>
      </p:sp>
      <p:cxnSp>
        <p:nvCxnSpPr>
          <p:cNvPr id="728" name="Google Shape;728;p84"/>
          <p:cNvCxnSpPr/>
          <p:nvPr/>
        </p:nvCxnSpPr>
        <p:spPr>
          <a:xfrm>
            <a:off x="5360875" y="4189750"/>
            <a:ext cx="905400" cy="0"/>
          </a:xfrm>
          <a:prstGeom prst="straightConnector1">
            <a:avLst/>
          </a:prstGeom>
          <a:noFill/>
          <a:ln cap="flat" cmpd="sng" w="9525">
            <a:solidFill>
              <a:srgbClr val="ABB2BF"/>
            </a:solidFill>
            <a:prstDash val="solid"/>
            <a:round/>
            <a:headEnd len="med" w="med" type="none"/>
            <a:tailEnd len="med" w="med" type="triangle"/>
          </a:ln>
        </p:spPr>
      </p:cxnSp>
      <p:sp>
        <p:nvSpPr>
          <p:cNvPr id="729" name="Google Shape;729;p84">
            <a:hlinkClick r:id="rId3"/>
          </p:cNvPr>
          <p:cNvSpPr/>
          <p:nvPr/>
        </p:nvSpPr>
        <p:spPr>
          <a:xfrm>
            <a:off x="0" y="5092700"/>
            <a:ext cx="8077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85"/>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 selettori di attributo</a:t>
            </a:r>
            <a:endParaRPr/>
          </a:p>
        </p:txBody>
      </p:sp>
      <p:sp>
        <p:nvSpPr>
          <p:cNvPr id="735" name="Google Shape;735;p85"/>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6" name="Google Shape;736;p85"/>
          <p:cNvSpPr txBox="1"/>
          <p:nvPr>
            <p:ph idx="1" type="subTitle"/>
          </p:nvPr>
        </p:nvSpPr>
        <p:spPr>
          <a:xfrm>
            <a:off x="336375" y="1989650"/>
            <a:ext cx="22227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C678DD"/>
                </a:solidFill>
              </a:rPr>
              <a:t>el[</a:t>
            </a:r>
            <a:r>
              <a:rPr lang="en">
                <a:solidFill>
                  <a:srgbClr val="D19A66"/>
                </a:solidFill>
              </a:rPr>
              <a:t>attr</a:t>
            </a:r>
            <a:r>
              <a:rPr lang="en">
                <a:solidFill>
                  <a:srgbClr val="C678DD"/>
                </a:solidFill>
              </a:rPr>
              <a:t>]</a:t>
            </a:r>
            <a:endParaRPr>
              <a:solidFill>
                <a:srgbClr val="C678DD"/>
              </a:solidFill>
            </a:endParaRPr>
          </a:p>
          <a:p>
            <a:pPr indent="0" lvl="0" marL="0" rtl="0" algn="l">
              <a:lnSpc>
                <a:spcPct val="135714"/>
              </a:lnSpc>
              <a:spcBef>
                <a:spcPts val="0"/>
              </a:spcBef>
              <a:spcAft>
                <a:spcPts val="0"/>
              </a:spcAft>
              <a:buNone/>
            </a:pPr>
            <a:r>
              <a:rPr lang="en">
                <a:solidFill>
                  <a:srgbClr val="C678DD"/>
                </a:solidFill>
              </a:rPr>
              <a:t>el[</a:t>
            </a:r>
            <a:r>
              <a:rPr lang="en">
                <a:solidFill>
                  <a:srgbClr val="D19A66"/>
                </a:solidFill>
              </a:rPr>
              <a:t>attr</a:t>
            </a:r>
            <a:r>
              <a:rPr lang="en">
                <a:solidFill>
                  <a:srgbClr val="C678DD"/>
                </a:solidFill>
              </a:rPr>
              <a:t>=</a:t>
            </a:r>
            <a:r>
              <a:rPr lang="en">
                <a:solidFill>
                  <a:srgbClr val="98C379"/>
                </a:solidFill>
              </a:rPr>
              <a:t>val</a:t>
            </a:r>
            <a:r>
              <a:rPr lang="en">
                <a:solidFill>
                  <a:srgbClr val="C678DD"/>
                </a:solidFill>
              </a:rPr>
              <a:t>]</a:t>
            </a:r>
            <a:endParaRPr>
              <a:solidFill>
                <a:srgbClr val="C678DD"/>
              </a:solidFill>
            </a:endParaRPr>
          </a:p>
          <a:p>
            <a:pPr indent="0" lvl="0" marL="0" rtl="0" algn="l">
              <a:lnSpc>
                <a:spcPct val="135714"/>
              </a:lnSpc>
              <a:spcBef>
                <a:spcPts val="0"/>
              </a:spcBef>
              <a:spcAft>
                <a:spcPts val="0"/>
              </a:spcAft>
              <a:buNone/>
            </a:pPr>
            <a:r>
              <a:rPr lang="en">
                <a:solidFill>
                  <a:srgbClr val="C678DD"/>
                </a:solidFill>
              </a:rPr>
              <a:t>el[</a:t>
            </a:r>
            <a:r>
              <a:rPr lang="en">
                <a:solidFill>
                  <a:srgbClr val="D19A66"/>
                </a:solidFill>
              </a:rPr>
              <a:t>attr</a:t>
            </a:r>
            <a:r>
              <a:rPr lang="en">
                <a:solidFill>
                  <a:srgbClr val="C678DD"/>
                </a:solidFill>
              </a:rPr>
              <a:t>~=</a:t>
            </a:r>
            <a:r>
              <a:rPr lang="en">
                <a:solidFill>
                  <a:srgbClr val="98C379"/>
                </a:solidFill>
              </a:rPr>
              <a:t>val</a:t>
            </a:r>
            <a:r>
              <a:rPr lang="en">
                <a:solidFill>
                  <a:srgbClr val="C678DD"/>
                </a:solidFill>
              </a:rPr>
              <a:t>]</a:t>
            </a:r>
            <a:endParaRPr>
              <a:solidFill>
                <a:srgbClr val="C678DD"/>
              </a:solidFill>
            </a:endParaRPr>
          </a:p>
          <a:p>
            <a:pPr indent="0" lvl="0" marL="0" rtl="0" algn="l">
              <a:lnSpc>
                <a:spcPct val="135714"/>
              </a:lnSpc>
              <a:spcBef>
                <a:spcPts val="0"/>
              </a:spcBef>
              <a:spcAft>
                <a:spcPts val="0"/>
              </a:spcAft>
              <a:buNone/>
            </a:pPr>
            <a:r>
              <a:rPr lang="en">
                <a:solidFill>
                  <a:srgbClr val="C678DD"/>
                </a:solidFill>
              </a:rPr>
              <a:t>el[</a:t>
            </a:r>
            <a:r>
              <a:rPr lang="en">
                <a:solidFill>
                  <a:srgbClr val="D19A66"/>
                </a:solidFill>
              </a:rPr>
              <a:t>attr</a:t>
            </a:r>
            <a:r>
              <a:rPr lang="en">
                <a:solidFill>
                  <a:srgbClr val="C678DD"/>
                </a:solidFill>
              </a:rPr>
              <a:t>*</a:t>
            </a:r>
            <a:r>
              <a:rPr lang="en">
                <a:solidFill>
                  <a:srgbClr val="C678DD"/>
                </a:solidFill>
              </a:rPr>
              <a:t>=</a:t>
            </a:r>
            <a:r>
              <a:rPr lang="en">
                <a:solidFill>
                  <a:srgbClr val="98C379"/>
                </a:solidFill>
              </a:rPr>
              <a:t>val</a:t>
            </a:r>
            <a:r>
              <a:rPr lang="en">
                <a:solidFill>
                  <a:srgbClr val="C678DD"/>
                </a:solidFill>
              </a:rPr>
              <a:t>]</a:t>
            </a:r>
            <a:endParaRPr/>
          </a:p>
        </p:txBody>
      </p:sp>
      <p:sp>
        <p:nvSpPr>
          <p:cNvPr id="737" name="Google Shape;737;p85"/>
          <p:cNvSpPr txBox="1"/>
          <p:nvPr/>
        </p:nvSpPr>
        <p:spPr>
          <a:xfrm>
            <a:off x="2778025" y="1504950"/>
            <a:ext cx="24114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a</a:t>
            </a:r>
            <a:r>
              <a:rPr lang="en" sz="1050">
                <a:solidFill>
                  <a:srgbClr val="C678DD"/>
                </a:solidFill>
                <a:latin typeface="Fira Code"/>
                <a:ea typeface="Fira Code"/>
                <a:cs typeface="Fira Code"/>
                <a:sym typeface="Fira Code"/>
              </a:rPr>
              <a:t>[</a:t>
            </a:r>
            <a:r>
              <a:rPr lang="en" sz="1050">
                <a:solidFill>
                  <a:srgbClr val="D19A66"/>
                </a:solidFill>
                <a:latin typeface="Fira Code"/>
                <a:ea typeface="Fira Code"/>
                <a:cs typeface="Fira Code"/>
                <a:sym typeface="Fira Code"/>
              </a:rPr>
              <a:t>rel</a:t>
            </a:r>
            <a:r>
              <a:rPr lang="en" sz="1050">
                <a:solidFill>
                  <a:srgbClr val="C678DD"/>
                </a:solidFill>
                <a:latin typeface="Fira Code"/>
                <a:ea typeface="Fira Code"/>
                <a:cs typeface="Fira Code"/>
                <a:sym typeface="Fira Code"/>
              </a:rPr>
              <a:t>]</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background-color: </a:t>
            </a:r>
            <a:r>
              <a:rPr lang="en" sz="1050">
                <a:solidFill>
                  <a:srgbClr val="D19A66"/>
                </a:solidFill>
                <a:latin typeface="Fira Code"/>
                <a:ea typeface="Fira Code"/>
                <a:cs typeface="Fira Code"/>
                <a:sym typeface="Fira Code"/>
              </a:rPr>
              <a:t>yellow</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E06C75"/>
              </a:solidFill>
              <a:latin typeface="Fira Code"/>
              <a:ea typeface="Fira Code"/>
              <a:cs typeface="Fira Code"/>
              <a:sym typeface="Fira Code"/>
            </a:endParaRPr>
          </a:p>
        </p:txBody>
      </p:sp>
      <p:sp>
        <p:nvSpPr>
          <p:cNvPr id="738" name="Google Shape;738;p85"/>
          <p:cNvSpPr txBox="1"/>
          <p:nvPr>
            <p:ph idx="2" type="body"/>
          </p:nvPr>
        </p:nvSpPr>
        <p:spPr>
          <a:xfrm>
            <a:off x="6341825" y="1567800"/>
            <a:ext cx="2301000" cy="6696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 tutti i tag </a:t>
            </a:r>
            <a:r>
              <a:rPr lang="en" sz="1050"/>
              <a:t>&lt;</a:t>
            </a:r>
            <a:r>
              <a:rPr lang="en" sz="1050">
                <a:solidFill>
                  <a:srgbClr val="E06C75"/>
                </a:solidFill>
              </a:rPr>
              <a:t>a</a:t>
            </a:r>
            <a:r>
              <a:rPr lang="en" sz="1050"/>
              <a:t>&gt;</a:t>
            </a:r>
            <a:r>
              <a:rPr lang="en" sz="1050"/>
              <a:t> che hanno un attributo di tipo </a:t>
            </a:r>
            <a:r>
              <a:rPr lang="en" sz="1050">
                <a:solidFill>
                  <a:srgbClr val="D19A66"/>
                </a:solidFill>
              </a:rPr>
              <a:t>rel</a:t>
            </a:r>
            <a:endParaRPr sz="1050"/>
          </a:p>
        </p:txBody>
      </p:sp>
      <p:cxnSp>
        <p:nvCxnSpPr>
          <p:cNvPr id="739" name="Google Shape;739;p85"/>
          <p:cNvCxnSpPr/>
          <p:nvPr/>
        </p:nvCxnSpPr>
        <p:spPr>
          <a:xfrm>
            <a:off x="5365200" y="1902600"/>
            <a:ext cx="905400" cy="0"/>
          </a:xfrm>
          <a:prstGeom prst="straightConnector1">
            <a:avLst/>
          </a:prstGeom>
          <a:noFill/>
          <a:ln cap="flat" cmpd="sng" w="9525">
            <a:solidFill>
              <a:srgbClr val="ABB2BF"/>
            </a:solidFill>
            <a:prstDash val="solid"/>
            <a:round/>
            <a:headEnd len="med" w="med" type="none"/>
            <a:tailEnd len="med" w="med" type="triangle"/>
          </a:ln>
        </p:spPr>
      </p:cxnSp>
      <p:sp>
        <p:nvSpPr>
          <p:cNvPr id="740" name="Google Shape;740;p85"/>
          <p:cNvSpPr txBox="1"/>
          <p:nvPr/>
        </p:nvSpPr>
        <p:spPr>
          <a:xfrm>
            <a:off x="2778025" y="2386675"/>
            <a:ext cx="24114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a</a:t>
            </a:r>
            <a:r>
              <a:rPr lang="en" sz="1050">
                <a:solidFill>
                  <a:srgbClr val="C678DD"/>
                </a:solidFill>
                <a:latin typeface="Fira Code"/>
                <a:ea typeface="Fira Code"/>
                <a:cs typeface="Fira Code"/>
                <a:sym typeface="Fira Code"/>
              </a:rPr>
              <a:t>[</a:t>
            </a:r>
            <a:r>
              <a:rPr lang="en" sz="1050">
                <a:solidFill>
                  <a:srgbClr val="D19A66"/>
                </a:solidFill>
                <a:latin typeface="Fira Code"/>
                <a:ea typeface="Fira Code"/>
                <a:cs typeface="Fira Code"/>
                <a:sym typeface="Fira Code"/>
              </a:rPr>
              <a:t>rel</a:t>
            </a:r>
            <a:r>
              <a:rPr lang="en" sz="1050">
                <a:solidFill>
                  <a:srgbClr val="C678DD"/>
                </a:solidFill>
                <a:latin typeface="Fira Code"/>
                <a:ea typeface="Fira Code"/>
                <a:cs typeface="Fira Code"/>
                <a:sym typeface="Fira Code"/>
              </a:rPr>
              <a:t>=</a:t>
            </a:r>
            <a:r>
              <a:rPr lang="en" sz="1050">
                <a:solidFill>
                  <a:srgbClr val="98C379"/>
                </a:solidFill>
                <a:latin typeface="Fira Code"/>
                <a:ea typeface="Fira Code"/>
                <a:cs typeface="Fira Code"/>
                <a:sym typeface="Fira Code"/>
              </a:rPr>
              <a:t>nofollow</a:t>
            </a:r>
            <a:r>
              <a:rPr lang="en" sz="1050">
                <a:solidFill>
                  <a:srgbClr val="C678DD"/>
                </a:solidFill>
                <a:latin typeface="Fira Code"/>
                <a:ea typeface="Fira Code"/>
                <a:cs typeface="Fira Code"/>
                <a:sym typeface="Fira Code"/>
              </a:rPr>
              <a:t>]</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background-color: </a:t>
            </a:r>
            <a:r>
              <a:rPr lang="en" sz="1050">
                <a:solidFill>
                  <a:srgbClr val="D19A66"/>
                </a:solidFill>
                <a:latin typeface="Fira Code"/>
                <a:ea typeface="Fira Code"/>
                <a:cs typeface="Fira Code"/>
                <a:sym typeface="Fira Code"/>
              </a:rPr>
              <a:t>red</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D19A66"/>
              </a:solidFill>
              <a:latin typeface="Fira Code"/>
              <a:ea typeface="Fira Code"/>
              <a:cs typeface="Fira Code"/>
              <a:sym typeface="Fira Code"/>
            </a:endParaRPr>
          </a:p>
        </p:txBody>
      </p:sp>
      <p:sp>
        <p:nvSpPr>
          <p:cNvPr id="741" name="Google Shape;741;p85"/>
          <p:cNvSpPr txBox="1"/>
          <p:nvPr>
            <p:ph idx="2" type="body"/>
          </p:nvPr>
        </p:nvSpPr>
        <p:spPr>
          <a:xfrm>
            <a:off x="6341825" y="2444425"/>
            <a:ext cx="2301000" cy="6696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 tutti i tag </a:t>
            </a:r>
            <a:r>
              <a:rPr lang="en" sz="1050"/>
              <a:t>&lt;</a:t>
            </a:r>
            <a:r>
              <a:rPr lang="en" sz="1050">
                <a:solidFill>
                  <a:srgbClr val="E06C75"/>
                </a:solidFill>
              </a:rPr>
              <a:t>a</a:t>
            </a:r>
            <a:r>
              <a:rPr lang="en" sz="1050"/>
              <a:t>&gt;</a:t>
            </a:r>
            <a:r>
              <a:rPr lang="en" sz="1050"/>
              <a:t> che hanno un attributo di tipo </a:t>
            </a:r>
            <a:r>
              <a:rPr lang="en" sz="1050">
                <a:solidFill>
                  <a:srgbClr val="D19A66"/>
                </a:solidFill>
              </a:rPr>
              <a:t>rel</a:t>
            </a:r>
            <a:r>
              <a:rPr lang="en" sz="1050"/>
              <a:t> con valore </a:t>
            </a:r>
            <a:r>
              <a:rPr lang="en" sz="1050">
                <a:solidFill>
                  <a:srgbClr val="98C379"/>
                </a:solidFill>
              </a:rPr>
              <a:t>nofollow</a:t>
            </a:r>
            <a:endParaRPr sz="1050"/>
          </a:p>
        </p:txBody>
      </p:sp>
      <p:cxnSp>
        <p:nvCxnSpPr>
          <p:cNvPr id="742" name="Google Shape;742;p85"/>
          <p:cNvCxnSpPr/>
          <p:nvPr/>
        </p:nvCxnSpPr>
        <p:spPr>
          <a:xfrm>
            <a:off x="5365200" y="2779225"/>
            <a:ext cx="905400" cy="0"/>
          </a:xfrm>
          <a:prstGeom prst="straightConnector1">
            <a:avLst/>
          </a:prstGeom>
          <a:noFill/>
          <a:ln cap="flat" cmpd="sng" w="9525">
            <a:solidFill>
              <a:srgbClr val="ABB2BF"/>
            </a:solidFill>
            <a:prstDash val="solid"/>
            <a:round/>
            <a:headEnd len="med" w="med" type="none"/>
            <a:tailEnd len="med" w="med" type="triangle"/>
          </a:ln>
        </p:spPr>
      </p:cxnSp>
      <p:sp>
        <p:nvSpPr>
          <p:cNvPr id="743" name="Google Shape;743;p85"/>
          <p:cNvSpPr txBox="1"/>
          <p:nvPr/>
        </p:nvSpPr>
        <p:spPr>
          <a:xfrm>
            <a:off x="2778025" y="3268400"/>
            <a:ext cx="24114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a</a:t>
            </a:r>
            <a:r>
              <a:rPr lang="en" sz="1050">
                <a:solidFill>
                  <a:srgbClr val="C678DD"/>
                </a:solidFill>
                <a:latin typeface="Fira Code"/>
                <a:ea typeface="Fira Code"/>
                <a:cs typeface="Fira Code"/>
                <a:sym typeface="Fira Code"/>
              </a:rPr>
              <a:t>[</a:t>
            </a:r>
            <a:r>
              <a:rPr lang="en" sz="1050">
                <a:solidFill>
                  <a:srgbClr val="D19A66"/>
                </a:solidFill>
                <a:latin typeface="Fira Code"/>
                <a:ea typeface="Fira Code"/>
                <a:cs typeface="Fira Code"/>
                <a:sym typeface="Fira Code"/>
              </a:rPr>
              <a:t>title</a:t>
            </a:r>
            <a:r>
              <a:rPr lang="en" sz="1050">
                <a:solidFill>
                  <a:srgbClr val="C678DD"/>
                </a:solidFill>
                <a:latin typeface="Fira Code"/>
                <a:ea typeface="Fira Code"/>
                <a:cs typeface="Fira Code"/>
                <a:sym typeface="Fira Code"/>
              </a:rPr>
              <a:t>~=</a:t>
            </a:r>
            <a:r>
              <a:rPr lang="en" sz="1050">
                <a:solidFill>
                  <a:srgbClr val="98C379"/>
                </a:solidFill>
                <a:latin typeface="Fira Code"/>
                <a:ea typeface="Fira Code"/>
                <a:cs typeface="Fira Code"/>
                <a:sym typeface="Fira Code"/>
              </a:rPr>
              <a:t>notizie</a:t>
            </a:r>
            <a:r>
              <a:rPr lang="en" sz="1050">
                <a:solidFill>
                  <a:srgbClr val="C678DD"/>
                </a:solidFill>
                <a:latin typeface="Fira Code"/>
                <a:ea typeface="Fira Code"/>
                <a:cs typeface="Fira Code"/>
                <a:sym typeface="Fira Code"/>
              </a:rPr>
              <a:t>]</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61AFEF"/>
              </a:solidFill>
              <a:latin typeface="Fira Code"/>
              <a:ea typeface="Fira Code"/>
              <a:cs typeface="Fira Code"/>
              <a:sym typeface="Fira Code"/>
            </a:endParaRPr>
          </a:p>
        </p:txBody>
      </p:sp>
      <p:sp>
        <p:nvSpPr>
          <p:cNvPr id="744" name="Google Shape;744;p85"/>
          <p:cNvSpPr txBox="1"/>
          <p:nvPr>
            <p:ph idx="2" type="body"/>
          </p:nvPr>
        </p:nvSpPr>
        <p:spPr>
          <a:xfrm>
            <a:off x="6341825" y="3164600"/>
            <a:ext cx="2201400" cy="9927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ai tag </a:t>
            </a:r>
            <a:r>
              <a:rPr lang="en" sz="1050"/>
              <a:t>&lt;</a:t>
            </a:r>
            <a:r>
              <a:rPr lang="en" sz="1050">
                <a:solidFill>
                  <a:srgbClr val="E06C75"/>
                </a:solidFill>
              </a:rPr>
              <a:t>a</a:t>
            </a:r>
            <a:r>
              <a:rPr lang="en" sz="1050"/>
              <a:t>&gt; </a:t>
            </a:r>
            <a:r>
              <a:rPr lang="en" sz="1050"/>
              <a:t>che hanno un attributo </a:t>
            </a:r>
            <a:r>
              <a:rPr lang="en" sz="1050">
                <a:solidFill>
                  <a:srgbClr val="D19A66"/>
                </a:solidFill>
              </a:rPr>
              <a:t>title </a:t>
            </a:r>
            <a:r>
              <a:rPr lang="en" sz="1050"/>
              <a:t>con valore che contiene la parola “</a:t>
            </a:r>
            <a:r>
              <a:rPr lang="en" sz="1050">
                <a:solidFill>
                  <a:srgbClr val="98C379"/>
                </a:solidFill>
              </a:rPr>
              <a:t>notizie</a:t>
            </a:r>
            <a:r>
              <a:rPr lang="en" sz="1050"/>
              <a:t>” </a:t>
            </a:r>
            <a:br>
              <a:rPr lang="en" sz="1050"/>
            </a:br>
            <a:r>
              <a:rPr lang="en" sz="1050"/>
              <a:t>(i.e. </a:t>
            </a:r>
            <a:r>
              <a:rPr lang="en" sz="1050">
                <a:solidFill>
                  <a:srgbClr val="ABB2BF"/>
                </a:solidFill>
              </a:rPr>
              <a:t>&lt;</a:t>
            </a:r>
            <a:r>
              <a:rPr lang="en" sz="1050">
                <a:solidFill>
                  <a:srgbClr val="E06C75"/>
                </a:solidFill>
              </a:rPr>
              <a:t>a</a:t>
            </a:r>
            <a:r>
              <a:rPr lang="en" sz="1050">
                <a:solidFill>
                  <a:srgbClr val="ABB2BF"/>
                </a:solidFill>
              </a:rPr>
              <a:t> </a:t>
            </a:r>
            <a:r>
              <a:rPr lang="en" sz="1050">
                <a:solidFill>
                  <a:srgbClr val="D19A66"/>
                </a:solidFill>
              </a:rPr>
              <a:t>title</a:t>
            </a:r>
            <a:r>
              <a:rPr lang="en" sz="1050">
                <a:solidFill>
                  <a:srgbClr val="ABB2BF"/>
                </a:solidFill>
              </a:rPr>
              <a:t>=</a:t>
            </a:r>
            <a:r>
              <a:rPr lang="en" sz="1050">
                <a:solidFill>
                  <a:srgbClr val="98C379"/>
                </a:solidFill>
              </a:rPr>
              <a:t>"Ultime notizie"</a:t>
            </a:r>
            <a:r>
              <a:rPr lang="en" sz="1050">
                <a:solidFill>
                  <a:srgbClr val="ABB2BF"/>
                </a:solidFill>
              </a:rPr>
              <a:t>&gt;</a:t>
            </a:r>
            <a:r>
              <a:rPr lang="en" sz="1050"/>
              <a:t>)</a:t>
            </a:r>
            <a:endParaRPr sz="1050"/>
          </a:p>
        </p:txBody>
      </p:sp>
      <p:cxnSp>
        <p:nvCxnSpPr>
          <p:cNvPr id="745" name="Google Shape;745;p85"/>
          <p:cNvCxnSpPr/>
          <p:nvPr/>
        </p:nvCxnSpPr>
        <p:spPr>
          <a:xfrm>
            <a:off x="5365200" y="3665050"/>
            <a:ext cx="905400" cy="0"/>
          </a:xfrm>
          <a:prstGeom prst="straightConnector1">
            <a:avLst/>
          </a:prstGeom>
          <a:noFill/>
          <a:ln cap="flat" cmpd="sng" w="9525">
            <a:solidFill>
              <a:srgbClr val="ABB2BF"/>
            </a:solidFill>
            <a:prstDash val="solid"/>
            <a:round/>
            <a:headEnd len="med" w="med" type="none"/>
            <a:tailEnd len="med" w="med" type="triangle"/>
          </a:ln>
        </p:spPr>
      </p:cxnSp>
      <p:sp>
        <p:nvSpPr>
          <p:cNvPr id="746" name="Google Shape;746;p85"/>
          <p:cNvSpPr txBox="1"/>
          <p:nvPr/>
        </p:nvSpPr>
        <p:spPr>
          <a:xfrm>
            <a:off x="2778025" y="4150125"/>
            <a:ext cx="24114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a</a:t>
            </a:r>
            <a:r>
              <a:rPr lang="en" sz="1050">
                <a:solidFill>
                  <a:srgbClr val="C678DD"/>
                </a:solidFill>
                <a:latin typeface="Fira Code"/>
                <a:ea typeface="Fira Code"/>
                <a:cs typeface="Fira Code"/>
                <a:sym typeface="Fira Code"/>
              </a:rPr>
              <a:t>[</a:t>
            </a:r>
            <a:r>
              <a:rPr lang="en" sz="1050">
                <a:solidFill>
                  <a:srgbClr val="D19A66"/>
                </a:solidFill>
                <a:latin typeface="Fira Code"/>
                <a:ea typeface="Fira Code"/>
                <a:cs typeface="Fira Code"/>
                <a:sym typeface="Fira Code"/>
              </a:rPr>
              <a:t>rel</a:t>
            </a:r>
            <a:r>
              <a:rPr lang="en" sz="1050">
                <a:solidFill>
                  <a:srgbClr val="C678DD"/>
                </a:solidFill>
                <a:latin typeface="Fira Code"/>
                <a:ea typeface="Fira Code"/>
                <a:cs typeface="Fira Code"/>
                <a:sym typeface="Fira Code"/>
              </a:rPr>
              <a:t>*</a:t>
            </a:r>
            <a:r>
              <a:rPr lang="en" sz="1050">
                <a:solidFill>
                  <a:srgbClr val="C678DD"/>
                </a:solidFill>
                <a:latin typeface="Fira Code"/>
                <a:ea typeface="Fira Code"/>
                <a:cs typeface="Fira Code"/>
                <a:sym typeface="Fira Code"/>
              </a:rPr>
              <a:t>=</a:t>
            </a:r>
            <a:r>
              <a:rPr lang="en" sz="1050">
                <a:solidFill>
                  <a:srgbClr val="98C379"/>
                </a:solidFill>
                <a:latin typeface="Fira Code"/>
                <a:ea typeface="Fira Code"/>
                <a:cs typeface="Fira Code"/>
                <a:sym typeface="Fira Code"/>
              </a:rPr>
              <a:t>no</a:t>
            </a:r>
            <a:r>
              <a:rPr lang="en" sz="1050">
                <a:solidFill>
                  <a:srgbClr val="C678DD"/>
                </a:solidFill>
                <a:latin typeface="Fira Code"/>
                <a:ea typeface="Fira Code"/>
                <a:cs typeface="Fira Code"/>
                <a:sym typeface="Fira Code"/>
              </a:rPr>
              <a:t>]</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color: </a:t>
            </a:r>
            <a:r>
              <a:rPr lang="en" sz="1050">
                <a:solidFill>
                  <a:srgbClr val="D19A66"/>
                </a:solidFill>
                <a:latin typeface="Fira Code"/>
                <a:ea typeface="Fira Code"/>
                <a:cs typeface="Fira Code"/>
                <a:sym typeface="Fira Code"/>
              </a:rPr>
              <a:t>white</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61AFEF"/>
              </a:solidFill>
              <a:latin typeface="Fira Code"/>
              <a:ea typeface="Fira Code"/>
              <a:cs typeface="Fira Code"/>
              <a:sym typeface="Fira Code"/>
            </a:endParaRPr>
          </a:p>
        </p:txBody>
      </p:sp>
      <p:sp>
        <p:nvSpPr>
          <p:cNvPr id="747" name="Google Shape;747;p85"/>
          <p:cNvSpPr txBox="1"/>
          <p:nvPr>
            <p:ph idx="2" type="body"/>
          </p:nvPr>
        </p:nvSpPr>
        <p:spPr>
          <a:xfrm>
            <a:off x="6341825" y="4046325"/>
            <a:ext cx="2301000" cy="9927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ai </a:t>
            </a:r>
            <a:r>
              <a:rPr lang="en" sz="1050"/>
              <a:t>&lt;</a:t>
            </a:r>
            <a:r>
              <a:rPr lang="en" sz="1050">
                <a:solidFill>
                  <a:srgbClr val="E06C75"/>
                </a:solidFill>
              </a:rPr>
              <a:t>a</a:t>
            </a:r>
            <a:r>
              <a:rPr lang="en" sz="1050"/>
              <a:t>&gt; </a:t>
            </a:r>
            <a:r>
              <a:rPr lang="en" sz="1050"/>
              <a:t>tag che hanno un attributo </a:t>
            </a:r>
            <a:r>
              <a:rPr lang="en" sz="1050">
                <a:solidFill>
                  <a:srgbClr val="D19A66"/>
                </a:solidFill>
              </a:rPr>
              <a:t>rel</a:t>
            </a:r>
            <a:r>
              <a:rPr lang="en" sz="1050"/>
              <a:t> </a:t>
            </a:r>
            <a:r>
              <a:rPr lang="en" sz="1050"/>
              <a:t>con valore che contiene la stringa “</a:t>
            </a:r>
            <a:r>
              <a:rPr lang="en" sz="1050">
                <a:solidFill>
                  <a:srgbClr val="98C379"/>
                </a:solidFill>
              </a:rPr>
              <a:t>no</a:t>
            </a:r>
            <a:r>
              <a:rPr lang="en" sz="1050"/>
              <a:t>”</a:t>
            </a:r>
            <a:br>
              <a:rPr lang="en" sz="1050"/>
            </a:br>
            <a:r>
              <a:rPr lang="en" sz="1050"/>
              <a:t>(i.e. </a:t>
            </a:r>
            <a:r>
              <a:rPr lang="en" sz="1050">
                <a:solidFill>
                  <a:srgbClr val="ABB2BF"/>
                </a:solidFill>
              </a:rPr>
              <a:t>&lt;</a:t>
            </a:r>
            <a:r>
              <a:rPr lang="en" sz="1050">
                <a:solidFill>
                  <a:srgbClr val="E06C75"/>
                </a:solidFill>
              </a:rPr>
              <a:t>a</a:t>
            </a:r>
            <a:r>
              <a:rPr lang="en" sz="1050">
                <a:solidFill>
                  <a:srgbClr val="ABB2BF"/>
                </a:solidFill>
              </a:rPr>
              <a:t> </a:t>
            </a:r>
            <a:r>
              <a:rPr lang="en" sz="1050">
                <a:solidFill>
                  <a:srgbClr val="D19A66"/>
                </a:solidFill>
              </a:rPr>
              <a:t>rel</a:t>
            </a:r>
            <a:r>
              <a:rPr lang="en" sz="1050">
                <a:solidFill>
                  <a:srgbClr val="ABB2BF"/>
                </a:solidFill>
              </a:rPr>
              <a:t>=</a:t>
            </a:r>
            <a:r>
              <a:rPr lang="en" sz="1050">
                <a:solidFill>
                  <a:srgbClr val="98C379"/>
                </a:solidFill>
              </a:rPr>
              <a:t>"nofollow"</a:t>
            </a:r>
            <a:r>
              <a:rPr lang="en" sz="1050">
                <a:solidFill>
                  <a:srgbClr val="ABB2BF"/>
                </a:solidFill>
              </a:rPr>
              <a:t>&gt;</a:t>
            </a:r>
            <a:r>
              <a:rPr lang="en" sz="1050"/>
              <a:t>,</a:t>
            </a:r>
            <a:r>
              <a:rPr lang="en" sz="1050">
                <a:solidFill>
                  <a:srgbClr val="ABB2BF"/>
                </a:solidFill>
              </a:rPr>
              <a:t> </a:t>
            </a:r>
            <a:br>
              <a:rPr lang="en" sz="1050">
                <a:solidFill>
                  <a:srgbClr val="ABB2BF"/>
                </a:solidFill>
              </a:rPr>
            </a:br>
            <a:r>
              <a:rPr lang="en" sz="1050">
                <a:solidFill>
                  <a:srgbClr val="ABB2BF"/>
                </a:solidFill>
              </a:rPr>
              <a:t>&lt;</a:t>
            </a:r>
            <a:r>
              <a:rPr lang="en" sz="1050">
                <a:solidFill>
                  <a:srgbClr val="E06C75"/>
                </a:solidFill>
              </a:rPr>
              <a:t>a</a:t>
            </a:r>
            <a:r>
              <a:rPr lang="en" sz="1050">
                <a:solidFill>
                  <a:srgbClr val="ABB2BF"/>
                </a:solidFill>
              </a:rPr>
              <a:t> </a:t>
            </a:r>
            <a:r>
              <a:rPr lang="en" sz="1050">
                <a:solidFill>
                  <a:srgbClr val="D19A66"/>
                </a:solidFill>
              </a:rPr>
              <a:t>rel</a:t>
            </a:r>
            <a:r>
              <a:rPr lang="en" sz="1050">
                <a:solidFill>
                  <a:srgbClr val="ABB2BF"/>
                </a:solidFill>
              </a:rPr>
              <a:t>=</a:t>
            </a:r>
            <a:r>
              <a:rPr lang="en" sz="1050">
                <a:solidFill>
                  <a:srgbClr val="98C379"/>
                </a:solidFill>
              </a:rPr>
              <a:t>"norefferer"</a:t>
            </a:r>
            <a:r>
              <a:rPr lang="en" sz="1050">
                <a:solidFill>
                  <a:srgbClr val="ABB2BF"/>
                </a:solidFill>
              </a:rPr>
              <a:t>&gt;</a:t>
            </a:r>
            <a:r>
              <a:rPr lang="en" sz="1050"/>
              <a:t>)</a:t>
            </a:r>
            <a:endParaRPr sz="1050"/>
          </a:p>
        </p:txBody>
      </p:sp>
      <p:cxnSp>
        <p:nvCxnSpPr>
          <p:cNvPr id="748" name="Google Shape;748;p85"/>
          <p:cNvCxnSpPr/>
          <p:nvPr/>
        </p:nvCxnSpPr>
        <p:spPr>
          <a:xfrm>
            <a:off x="5408375" y="4546775"/>
            <a:ext cx="905400" cy="0"/>
          </a:xfrm>
          <a:prstGeom prst="straightConnector1">
            <a:avLst/>
          </a:prstGeom>
          <a:noFill/>
          <a:ln cap="flat" cmpd="sng" w="9525">
            <a:solidFill>
              <a:srgbClr val="ABB2BF"/>
            </a:solidFill>
            <a:prstDash val="solid"/>
            <a:round/>
            <a:headEnd len="med" w="med" type="none"/>
            <a:tailEnd len="med" w="med" type="triangle"/>
          </a:ln>
        </p:spPr>
      </p:cxnSp>
      <p:sp>
        <p:nvSpPr>
          <p:cNvPr id="749" name="Google Shape;749;p85">
            <a:hlinkClick r:id="rId3"/>
          </p:cNvPr>
          <p:cNvSpPr/>
          <p:nvPr/>
        </p:nvSpPr>
        <p:spPr>
          <a:xfrm>
            <a:off x="0" y="5092700"/>
            <a:ext cx="8229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86"/>
          <p:cNvSpPr txBox="1"/>
          <p:nvPr/>
        </p:nvSpPr>
        <p:spPr>
          <a:xfrm>
            <a:off x="2778025" y="2174100"/>
            <a:ext cx="2411400" cy="7851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E06C75"/>
                </a:solidFill>
                <a:latin typeface="Fira Code"/>
                <a:ea typeface="Fira Code"/>
                <a:cs typeface="Fira Code"/>
                <a:sym typeface="Fira Code"/>
              </a:rPr>
              <a:t>p</a:t>
            </a:r>
            <a:r>
              <a:rPr lang="en" sz="1050">
                <a:solidFill>
                  <a:srgbClr val="C678DD"/>
                </a:solidFill>
                <a:latin typeface="Fira Code"/>
                <a:ea typeface="Fira Code"/>
                <a:cs typeface="Fira Code"/>
                <a:sym typeface="Fira Code"/>
              </a:rPr>
              <a:t>, </a:t>
            </a:r>
            <a:r>
              <a:rPr lang="en" sz="1050">
                <a:solidFill>
                  <a:srgbClr val="E06C75"/>
                </a:solidFill>
                <a:latin typeface="Fira Code"/>
                <a:ea typeface="Fira Code"/>
                <a:cs typeface="Fira Code"/>
                <a:sym typeface="Fira Code"/>
              </a:rPr>
              <a:t>div</a:t>
            </a:r>
            <a:r>
              <a:rPr lang="en" sz="1050">
                <a:solidFill>
                  <a:srgbClr val="C678DD"/>
                </a:solidFill>
                <a:latin typeface="Fira Code"/>
                <a:ea typeface="Fira Code"/>
                <a:cs typeface="Fira Code"/>
                <a:sym typeface="Fira Code"/>
              </a:rPr>
              <a:t>, </a:t>
            </a:r>
            <a:r>
              <a:rPr lang="en" sz="1050">
                <a:solidFill>
                  <a:srgbClr val="E06C75"/>
                </a:solidFill>
                <a:latin typeface="Fira Code"/>
                <a:ea typeface="Fira Code"/>
                <a:cs typeface="Fira Code"/>
                <a:sym typeface="Fira Code"/>
              </a:rPr>
              <a:t>a</a:t>
            </a:r>
            <a:r>
              <a:rPr lang="en" sz="1050">
                <a:solidFill>
                  <a:srgbClr val="D19A66"/>
                </a:solidFill>
                <a:latin typeface="Fira Code"/>
                <a:ea typeface="Fira Code"/>
                <a:cs typeface="Fira Code"/>
                <a:sym typeface="Fira Code"/>
              </a:rPr>
              <a:t>.class1</a:t>
            </a:r>
            <a:r>
              <a:rPr lang="en" sz="1050">
                <a:solidFill>
                  <a:srgbClr val="ABB2BF"/>
                </a:solidFill>
                <a:latin typeface="Fira Code"/>
                <a:ea typeface="Fira Code"/>
                <a:cs typeface="Fira Code"/>
                <a:sym typeface="Fira Code"/>
              </a:rPr>
              <a:t>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  background-color: </a:t>
            </a:r>
            <a:r>
              <a:rPr lang="en" sz="1050">
                <a:solidFill>
                  <a:srgbClr val="D19A66"/>
                </a:solidFill>
                <a:latin typeface="Fira Code"/>
                <a:ea typeface="Fira Code"/>
                <a:cs typeface="Fira Code"/>
                <a:sym typeface="Fira Code"/>
              </a:rPr>
              <a:t>yellow</a:t>
            </a:r>
            <a:r>
              <a:rPr lang="en" sz="1050">
                <a:solidFill>
                  <a:srgbClr val="ABB2BF"/>
                </a:solidFill>
                <a:latin typeface="Fira Code"/>
                <a:ea typeface="Fira Code"/>
                <a:cs typeface="Fira Code"/>
                <a:sym typeface="Fira Code"/>
              </a:rPr>
              <a:t>;</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ABB2BF"/>
                </a:solidFill>
                <a:latin typeface="Fira Code"/>
                <a:ea typeface="Fira Code"/>
                <a:cs typeface="Fira Code"/>
                <a:sym typeface="Fira Code"/>
              </a:rPr>
              <a:t>}</a:t>
            </a:r>
            <a:endParaRPr sz="1050">
              <a:solidFill>
                <a:srgbClr val="E06C75"/>
              </a:solidFill>
              <a:latin typeface="Fira Code"/>
              <a:ea typeface="Fira Code"/>
              <a:cs typeface="Fira Code"/>
              <a:sym typeface="Fira Code"/>
            </a:endParaRPr>
          </a:p>
        </p:txBody>
      </p:sp>
      <p:sp>
        <p:nvSpPr>
          <p:cNvPr id="755" name="Google Shape;755;p86"/>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Raggruppare i selettori</a:t>
            </a:r>
            <a:endParaRPr/>
          </a:p>
        </p:txBody>
      </p:sp>
      <p:sp>
        <p:nvSpPr>
          <p:cNvPr id="756" name="Google Shape;756;p86"/>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57" name="Google Shape;757;p86"/>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C678DD"/>
                </a:solidFill>
              </a:rPr>
              <a:t>el, el</a:t>
            </a:r>
            <a:endParaRPr/>
          </a:p>
        </p:txBody>
      </p:sp>
      <p:sp>
        <p:nvSpPr>
          <p:cNvPr id="758" name="Google Shape;758;p86"/>
          <p:cNvSpPr txBox="1"/>
          <p:nvPr>
            <p:ph idx="2" type="body"/>
          </p:nvPr>
        </p:nvSpPr>
        <p:spPr>
          <a:xfrm>
            <a:off x="6341825" y="2075400"/>
            <a:ext cx="2301000" cy="9927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050"/>
              <a:t>La regola sarà applicata a tutti i tag </a:t>
            </a:r>
            <a:r>
              <a:rPr lang="en" sz="1050"/>
              <a:t>&lt;</a:t>
            </a:r>
            <a:r>
              <a:rPr lang="en" sz="1050">
                <a:solidFill>
                  <a:srgbClr val="E06C75"/>
                </a:solidFill>
              </a:rPr>
              <a:t>p</a:t>
            </a:r>
            <a:r>
              <a:rPr lang="en" sz="1050"/>
              <a:t>&gt;</a:t>
            </a:r>
            <a:r>
              <a:rPr lang="en" sz="1050"/>
              <a:t>, ai tag </a:t>
            </a:r>
            <a:r>
              <a:rPr lang="en" sz="1050"/>
              <a:t>&lt;</a:t>
            </a:r>
            <a:r>
              <a:rPr lang="en" sz="1050">
                <a:solidFill>
                  <a:srgbClr val="E06C75"/>
                </a:solidFill>
              </a:rPr>
              <a:t>div</a:t>
            </a:r>
            <a:r>
              <a:rPr lang="en" sz="1050"/>
              <a:t>&gt;</a:t>
            </a:r>
            <a:r>
              <a:rPr lang="en" sz="1050"/>
              <a:t> e ai tag </a:t>
            </a:r>
            <a:r>
              <a:rPr lang="en" sz="1050"/>
              <a:t>&lt;</a:t>
            </a:r>
            <a:r>
              <a:rPr lang="en" sz="1050">
                <a:solidFill>
                  <a:srgbClr val="E06C75"/>
                </a:solidFill>
              </a:rPr>
              <a:t>a</a:t>
            </a:r>
            <a:r>
              <a:rPr lang="en" sz="1050"/>
              <a:t>&gt;</a:t>
            </a:r>
            <a:r>
              <a:rPr lang="en" sz="1050"/>
              <a:t> con classe “</a:t>
            </a:r>
            <a:r>
              <a:rPr lang="en" sz="1050">
                <a:solidFill>
                  <a:srgbClr val="D19A66"/>
                </a:solidFill>
              </a:rPr>
              <a:t>class1</a:t>
            </a:r>
            <a:r>
              <a:rPr lang="en" sz="1050"/>
              <a:t>” (Da non confondere con i selettori per i discendenti)</a:t>
            </a:r>
            <a:endParaRPr b="1" sz="1050"/>
          </a:p>
        </p:txBody>
      </p:sp>
      <p:cxnSp>
        <p:nvCxnSpPr>
          <p:cNvPr id="759" name="Google Shape;759;p86"/>
          <p:cNvCxnSpPr/>
          <p:nvPr/>
        </p:nvCxnSpPr>
        <p:spPr>
          <a:xfrm>
            <a:off x="5365200" y="2571750"/>
            <a:ext cx="905400" cy="0"/>
          </a:xfrm>
          <a:prstGeom prst="straightConnector1">
            <a:avLst/>
          </a:prstGeom>
          <a:noFill/>
          <a:ln cap="flat" cmpd="sng" w="9525">
            <a:solidFill>
              <a:srgbClr val="ABB2BF"/>
            </a:solidFill>
            <a:prstDash val="solid"/>
            <a:round/>
            <a:headEnd len="med" w="med" type="none"/>
            <a:tailEnd len="med" w="med" type="triangle"/>
          </a:ln>
        </p:spPr>
      </p:cxnSp>
      <p:sp>
        <p:nvSpPr>
          <p:cNvPr id="760" name="Google Shape;760;p86">
            <a:hlinkClick r:id="rId3"/>
          </p:cNvPr>
          <p:cNvSpPr/>
          <p:nvPr/>
        </p:nvSpPr>
        <p:spPr>
          <a:xfrm>
            <a:off x="0" y="5092700"/>
            <a:ext cx="8382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87"/>
          <p:cNvSpPr txBox="1"/>
          <p:nvPr>
            <p:ph type="title"/>
          </p:nvPr>
        </p:nvSpPr>
        <p:spPr>
          <a:xfrm>
            <a:off x="2669800" y="969700"/>
            <a:ext cx="59730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Commenti</a:t>
            </a:r>
            <a:endParaRPr/>
          </a:p>
        </p:txBody>
      </p:sp>
      <p:sp>
        <p:nvSpPr>
          <p:cNvPr id="766" name="Google Shape;766;p87"/>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67" name="Google Shape;767;p87"/>
          <p:cNvSpPr txBox="1"/>
          <p:nvPr>
            <p:ph idx="1" type="subTitle"/>
          </p:nvPr>
        </p:nvSpPr>
        <p:spPr>
          <a:xfrm>
            <a:off x="336375" y="1989650"/>
            <a:ext cx="1483200" cy="2793900"/>
          </a:xfrm>
          <a:prstGeom prst="rect">
            <a:avLst/>
          </a:prstGeom>
        </p:spPr>
        <p:txBody>
          <a:bodyPr anchorCtr="0" anchor="b" bIns="91425" lIns="91425" spcFirstLastPara="1" rIns="91425" wrap="square" tIns="91425">
            <a:noAutofit/>
          </a:bodyPr>
          <a:lstStyle/>
          <a:p>
            <a:pPr indent="0" lvl="0" marL="0" rtl="0" algn="l">
              <a:lnSpc>
                <a:spcPct val="135714"/>
              </a:lnSpc>
              <a:spcBef>
                <a:spcPts val="0"/>
              </a:spcBef>
              <a:spcAft>
                <a:spcPts val="0"/>
              </a:spcAft>
              <a:buNone/>
            </a:pPr>
            <a:r>
              <a:rPr lang="en">
                <a:solidFill>
                  <a:srgbClr val="5C6370"/>
                </a:solidFill>
              </a:rPr>
              <a:t>/* */</a:t>
            </a:r>
            <a:endParaRPr/>
          </a:p>
        </p:txBody>
      </p:sp>
      <p:sp>
        <p:nvSpPr>
          <p:cNvPr id="768" name="Google Shape;768;p87"/>
          <p:cNvSpPr txBox="1"/>
          <p:nvPr/>
        </p:nvSpPr>
        <p:spPr>
          <a:xfrm>
            <a:off x="2778025" y="1499850"/>
            <a:ext cx="5765100" cy="1443000"/>
          </a:xfrm>
          <a:prstGeom prst="rect">
            <a:avLst/>
          </a:prstGeom>
          <a:solidFill>
            <a:srgbClr val="333333"/>
          </a:solid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/*Commento nei CSS*/</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/*Ad esempio, posso utilizzarlo per segnalare che qui iniziano i css del menù*/</a:t>
            </a:r>
            <a:endParaRPr sz="1050">
              <a:solidFill>
                <a:srgbClr val="5C6370"/>
              </a:solidFill>
              <a:latin typeface="Fira Code"/>
              <a:ea typeface="Fira Code"/>
              <a:cs typeface="Fira Code"/>
              <a:sym typeface="Fira Code"/>
            </a:endParaRPr>
          </a:p>
          <a:p>
            <a:pPr indent="0" lvl="0" marL="0" rtl="0" algn="l">
              <a:lnSpc>
                <a:spcPct val="135714"/>
              </a:lnSpc>
              <a:spcBef>
                <a:spcPts val="0"/>
              </a:spcBef>
              <a:spcAft>
                <a:spcPts val="0"/>
              </a:spcAft>
              <a:buNone/>
            </a:pPr>
            <a:r>
              <a:t/>
            </a:r>
            <a:endParaRPr sz="1050">
              <a:solidFill>
                <a:srgbClr val="ABB2BF"/>
              </a:solidFill>
              <a:latin typeface="Fira Code"/>
              <a:ea typeface="Fira Code"/>
              <a:cs typeface="Fira Code"/>
              <a:sym typeface="Fira Code"/>
            </a:endParaRPr>
          </a:p>
          <a:p>
            <a:pPr indent="0" lvl="0" marL="0" rtl="0" algn="l">
              <a:lnSpc>
                <a:spcPct val="135714"/>
              </a:lnSpc>
              <a:spcBef>
                <a:spcPts val="0"/>
              </a:spcBef>
              <a:spcAft>
                <a:spcPts val="0"/>
              </a:spcAft>
              <a:buNone/>
            </a:pPr>
            <a:r>
              <a:rPr lang="en" sz="1050">
                <a:solidFill>
                  <a:srgbClr val="5C6370"/>
                </a:solidFill>
                <a:latin typeface="Fira Code"/>
                <a:ea typeface="Fira Code"/>
                <a:cs typeface="Fira Code"/>
                <a:sym typeface="Fira Code"/>
              </a:rPr>
              <a:t>/*MENU*/</a:t>
            </a:r>
            <a:endParaRPr sz="1050">
              <a:solidFill>
                <a:srgbClr val="E06C75"/>
              </a:solidFill>
              <a:latin typeface="Fira Code"/>
              <a:ea typeface="Fira Code"/>
              <a:cs typeface="Fira Code"/>
              <a:sym typeface="Fira Code"/>
            </a:endParaRPr>
          </a:p>
        </p:txBody>
      </p:sp>
      <p:sp>
        <p:nvSpPr>
          <p:cNvPr id="769" name="Google Shape;769;p87">
            <a:hlinkClick r:id="rId3"/>
          </p:cNvPr>
          <p:cNvSpPr/>
          <p:nvPr/>
        </p:nvSpPr>
        <p:spPr>
          <a:xfrm>
            <a:off x="0" y="5092700"/>
            <a:ext cx="85344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773" name="Shape 773"/>
        <p:cNvGrpSpPr/>
        <p:nvPr/>
      </p:nvGrpSpPr>
      <p:grpSpPr>
        <a:xfrm>
          <a:off x="0" y="0"/>
          <a:ext cx="0" cy="0"/>
          <a:chOff x="0" y="0"/>
          <a:chExt cx="0" cy="0"/>
        </a:xfrm>
      </p:grpSpPr>
      <p:sp>
        <p:nvSpPr>
          <p:cNvPr id="774" name="Google Shape;774;p88"/>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75" name="Google Shape;775;p88"/>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ESERCIZIO 1</a:t>
            </a:r>
            <a:endParaRPr/>
          </a:p>
        </p:txBody>
      </p:sp>
      <p:sp>
        <p:nvSpPr>
          <p:cNvPr id="776" name="Google Shape;776;p88"/>
          <p:cNvSpPr txBox="1"/>
          <p:nvPr>
            <p:ph idx="4294967295" type="body"/>
          </p:nvPr>
        </p:nvSpPr>
        <p:spPr>
          <a:xfrm>
            <a:off x="838250" y="1504950"/>
            <a:ext cx="5842800" cy="1493100"/>
          </a:xfrm>
          <a:prstGeom prst="rect">
            <a:avLst/>
          </a:prstGeom>
        </p:spPr>
        <p:txBody>
          <a:bodyPr anchorCtr="0" anchor="t" bIns="91425" lIns="91425" spcFirstLastPara="1" rIns="91425" wrap="square" tIns="91425">
            <a:spAutoFit/>
          </a:bodyPr>
          <a:lstStyle/>
          <a:p>
            <a:pPr indent="0" lvl="0" marL="0" rtl="0" algn="l">
              <a:spcBef>
                <a:spcPts val="600"/>
              </a:spcBef>
              <a:spcAft>
                <a:spcPts val="0"/>
              </a:spcAft>
              <a:buNone/>
            </a:pPr>
            <a:r>
              <a:rPr lang="en" sz="1500"/>
              <a:t>Creare 3 pagine come quelle nella slide successiva, seguendo la struttura in figura. Collegarle fra di loro usando dei link.</a:t>
            </a:r>
            <a:endParaRPr sz="1500"/>
          </a:p>
          <a:p>
            <a:pPr indent="0" lvl="0" marL="0" rtl="0" algn="l">
              <a:spcBef>
                <a:spcPts val="600"/>
              </a:spcBef>
              <a:spcAft>
                <a:spcPts val="0"/>
              </a:spcAft>
              <a:buNone/>
            </a:pPr>
            <a:r>
              <a:rPr lang="en" sz="1500"/>
              <a:t>Inserire uno pseudoelemento dopo gli elementi di una classe a scelta della pagina.</a:t>
            </a:r>
            <a:endParaRPr sz="1500"/>
          </a:p>
          <a:p>
            <a:pPr indent="0" lvl="0" marL="0" rtl="0" algn="l">
              <a:spcBef>
                <a:spcPts val="600"/>
              </a:spcBef>
              <a:spcAft>
                <a:spcPts val="0"/>
              </a:spcAft>
              <a:buNone/>
            </a:pPr>
            <a:r>
              <a:rPr lang="en" sz="1500"/>
              <a:t>Utilizzare selettori di relazione per assegnare stili al menù.</a:t>
            </a:r>
            <a:endParaRPr sz="1500"/>
          </a:p>
        </p:txBody>
      </p:sp>
      <p:grpSp>
        <p:nvGrpSpPr>
          <p:cNvPr id="777" name="Google Shape;777;p88"/>
          <p:cNvGrpSpPr/>
          <p:nvPr/>
        </p:nvGrpSpPr>
        <p:grpSpPr>
          <a:xfrm>
            <a:off x="301521" y="869243"/>
            <a:ext cx="457190" cy="457120"/>
            <a:chOff x="1923675" y="1633650"/>
            <a:chExt cx="436000" cy="435975"/>
          </a:xfrm>
        </p:grpSpPr>
        <p:sp>
          <p:nvSpPr>
            <p:cNvPr id="778" name="Google Shape;778;p88"/>
            <p:cNvSpPr/>
            <p:nvPr/>
          </p:nvSpPr>
          <p:spPr>
            <a:xfrm>
              <a:off x="2209250" y="1633650"/>
              <a:ext cx="150425" cy="150425"/>
            </a:xfrm>
            <a:custGeom>
              <a:rect b="b" l="l" r="r" t="t"/>
              <a:pathLst>
                <a:path extrusionOk="0" fill="none" h="6017" w="6017">
                  <a:moveTo>
                    <a:pt x="5846" y="3605"/>
                  </a:moveTo>
                  <a:lnTo>
                    <a:pt x="2412" y="171"/>
                  </a:lnTo>
                  <a:lnTo>
                    <a:pt x="2412" y="171"/>
                  </a:lnTo>
                  <a:lnTo>
                    <a:pt x="2314" y="98"/>
                  </a:lnTo>
                  <a:lnTo>
                    <a:pt x="2217" y="49"/>
                  </a:lnTo>
                  <a:lnTo>
                    <a:pt x="2095" y="25"/>
                  </a:lnTo>
                  <a:lnTo>
                    <a:pt x="1997" y="1"/>
                  </a:lnTo>
                  <a:lnTo>
                    <a:pt x="1876" y="25"/>
                  </a:lnTo>
                  <a:lnTo>
                    <a:pt x="1778" y="49"/>
                  </a:lnTo>
                  <a:lnTo>
                    <a:pt x="1681" y="98"/>
                  </a:lnTo>
                  <a:lnTo>
                    <a:pt x="1583" y="171"/>
                  </a:lnTo>
                  <a:lnTo>
                    <a:pt x="0" y="1778"/>
                  </a:lnTo>
                  <a:lnTo>
                    <a:pt x="4238" y="6016"/>
                  </a:lnTo>
                  <a:lnTo>
                    <a:pt x="5846" y="4433"/>
                  </a:lnTo>
                  <a:lnTo>
                    <a:pt x="5846" y="4433"/>
                  </a:lnTo>
                  <a:lnTo>
                    <a:pt x="5919" y="4336"/>
                  </a:lnTo>
                  <a:lnTo>
                    <a:pt x="5967" y="4238"/>
                  </a:lnTo>
                  <a:lnTo>
                    <a:pt x="5992" y="4141"/>
                  </a:lnTo>
                  <a:lnTo>
                    <a:pt x="6016" y="4019"/>
                  </a:lnTo>
                  <a:lnTo>
                    <a:pt x="5992" y="3922"/>
                  </a:lnTo>
                  <a:lnTo>
                    <a:pt x="5967" y="3800"/>
                  </a:lnTo>
                  <a:lnTo>
                    <a:pt x="5919" y="3703"/>
                  </a:lnTo>
                  <a:lnTo>
                    <a:pt x="5846" y="3605"/>
                  </a:lnTo>
                  <a:lnTo>
                    <a:pt x="5846" y="3605"/>
                  </a:lnTo>
                  <a:close/>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88"/>
            <p:cNvSpPr/>
            <p:nvPr/>
          </p:nvSpPr>
          <p:spPr>
            <a:xfrm>
              <a:off x="2019900" y="1757250"/>
              <a:ext cx="261825" cy="261850"/>
            </a:xfrm>
            <a:custGeom>
              <a:rect b="b" l="l" r="r" t="t"/>
              <a:pathLst>
                <a:path extrusionOk="0" fill="none" h="10474" w="10473">
                  <a:moveTo>
                    <a:pt x="10473" y="1"/>
                  </a:moveTo>
                  <a:lnTo>
                    <a:pt x="0" y="10473"/>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88"/>
            <p:cNvSpPr/>
            <p:nvPr/>
          </p:nvSpPr>
          <p:spPr>
            <a:xfrm>
              <a:off x="1923675" y="1681150"/>
              <a:ext cx="388500" cy="388475"/>
            </a:xfrm>
            <a:custGeom>
              <a:rect b="b" l="l" r="r" t="t"/>
              <a:pathLst>
                <a:path extrusionOk="0" fill="none" h="15539" w="15540">
                  <a:moveTo>
                    <a:pt x="11277" y="0"/>
                  </a:moveTo>
                  <a:lnTo>
                    <a:pt x="756" y="10546"/>
                  </a:lnTo>
                  <a:lnTo>
                    <a:pt x="756" y="10546"/>
                  </a:lnTo>
                  <a:lnTo>
                    <a:pt x="683" y="10619"/>
                  </a:lnTo>
                  <a:lnTo>
                    <a:pt x="634" y="10692"/>
                  </a:lnTo>
                  <a:lnTo>
                    <a:pt x="610" y="10765"/>
                  </a:lnTo>
                  <a:lnTo>
                    <a:pt x="585" y="10863"/>
                  </a:lnTo>
                  <a:lnTo>
                    <a:pt x="1" y="14881"/>
                  </a:lnTo>
                  <a:lnTo>
                    <a:pt x="1" y="14881"/>
                  </a:lnTo>
                  <a:lnTo>
                    <a:pt x="1" y="15003"/>
                  </a:lnTo>
                  <a:lnTo>
                    <a:pt x="25" y="15149"/>
                  </a:lnTo>
                  <a:lnTo>
                    <a:pt x="98" y="15271"/>
                  </a:lnTo>
                  <a:lnTo>
                    <a:pt x="171" y="15368"/>
                  </a:lnTo>
                  <a:lnTo>
                    <a:pt x="171" y="15368"/>
                  </a:lnTo>
                  <a:lnTo>
                    <a:pt x="269" y="15441"/>
                  </a:lnTo>
                  <a:lnTo>
                    <a:pt x="366" y="15490"/>
                  </a:lnTo>
                  <a:lnTo>
                    <a:pt x="464" y="15514"/>
                  </a:lnTo>
                  <a:lnTo>
                    <a:pt x="585" y="15539"/>
                  </a:lnTo>
                  <a:lnTo>
                    <a:pt x="585" y="15539"/>
                  </a:lnTo>
                  <a:lnTo>
                    <a:pt x="659" y="15539"/>
                  </a:lnTo>
                  <a:lnTo>
                    <a:pt x="4677" y="14954"/>
                  </a:lnTo>
                  <a:lnTo>
                    <a:pt x="4677" y="14954"/>
                  </a:lnTo>
                  <a:lnTo>
                    <a:pt x="4848" y="14905"/>
                  </a:lnTo>
                  <a:lnTo>
                    <a:pt x="4921" y="14857"/>
                  </a:lnTo>
                  <a:lnTo>
                    <a:pt x="4994" y="14784"/>
                  </a:lnTo>
                  <a:lnTo>
                    <a:pt x="15539" y="4262"/>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88"/>
            <p:cNvSpPr/>
            <p:nvPr/>
          </p:nvSpPr>
          <p:spPr>
            <a:xfrm>
              <a:off x="1974225" y="1711575"/>
              <a:ext cx="261825" cy="261850"/>
            </a:xfrm>
            <a:custGeom>
              <a:rect b="b" l="l" r="r" t="t"/>
              <a:pathLst>
                <a:path extrusionOk="0" fill="none" h="10474" w="10473">
                  <a:moveTo>
                    <a:pt x="0" y="10474"/>
                  </a:moveTo>
                  <a:lnTo>
                    <a:pt x="10473" y="1"/>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2" name="Google Shape;782;p88"/>
            <p:cNvSpPr/>
            <p:nvPr/>
          </p:nvSpPr>
          <p:spPr>
            <a:xfrm>
              <a:off x="1934650" y="2014200"/>
              <a:ext cx="44475" cy="44475"/>
            </a:xfrm>
            <a:custGeom>
              <a:rect b="b" l="l" r="r" t="t"/>
              <a:pathLst>
                <a:path extrusionOk="0" fill="none" h="1779" w="1779">
                  <a:moveTo>
                    <a:pt x="1778" y="1778"/>
                  </a:moveTo>
                  <a:lnTo>
                    <a:pt x="0" y="0"/>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88"/>
            <p:cNvSpPr/>
            <p:nvPr/>
          </p:nvSpPr>
          <p:spPr>
            <a:xfrm>
              <a:off x="1944375" y="1947225"/>
              <a:ext cx="101725" cy="101700"/>
            </a:xfrm>
            <a:custGeom>
              <a:rect b="b" l="l" r="r" t="t"/>
              <a:pathLst>
                <a:path extrusionOk="0" fill="none" h="4068" w="4069">
                  <a:moveTo>
                    <a:pt x="1" y="49"/>
                  </a:moveTo>
                  <a:lnTo>
                    <a:pt x="1" y="49"/>
                  </a:lnTo>
                  <a:lnTo>
                    <a:pt x="25" y="0"/>
                  </a:lnTo>
                  <a:lnTo>
                    <a:pt x="25" y="0"/>
                  </a:lnTo>
                  <a:lnTo>
                    <a:pt x="4068" y="4043"/>
                  </a:lnTo>
                  <a:lnTo>
                    <a:pt x="4068" y="4043"/>
                  </a:lnTo>
                  <a:lnTo>
                    <a:pt x="4068" y="4043"/>
                  </a:lnTo>
                  <a:lnTo>
                    <a:pt x="4020" y="4068"/>
                  </a:lnTo>
                </a:path>
              </a:pathLst>
            </a:custGeom>
            <a:noFill/>
            <a:ln cap="rnd" cmpd="sng" w="12175">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84" name="Google Shape;784;p88">
            <a:hlinkClick r:id="rId3"/>
          </p:cNvPr>
          <p:cNvSpPr/>
          <p:nvPr/>
        </p:nvSpPr>
        <p:spPr>
          <a:xfrm>
            <a:off x="0" y="5092700"/>
            <a:ext cx="86868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p89"/>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rgbClr val="FFFFFF"/>
                </a:solidFill>
              </a:rPr>
              <a:t>‹#›</a:t>
            </a:fld>
            <a:endParaRPr>
              <a:solidFill>
                <a:srgbClr val="FFFFFF"/>
              </a:solidFill>
            </a:endParaRPr>
          </a:p>
        </p:txBody>
      </p:sp>
      <p:pic>
        <p:nvPicPr>
          <p:cNvPr id="790" name="Google Shape;790;p89"/>
          <p:cNvPicPr preferRelativeResize="0"/>
          <p:nvPr/>
        </p:nvPicPr>
        <p:blipFill>
          <a:blip r:embed="rId3">
            <a:alphaModFix/>
          </a:blip>
          <a:stretch>
            <a:fillRect/>
          </a:stretch>
        </p:blipFill>
        <p:spPr>
          <a:xfrm>
            <a:off x="91275" y="996038"/>
            <a:ext cx="8961450" cy="3151415"/>
          </a:xfrm>
          <a:prstGeom prst="rect">
            <a:avLst/>
          </a:prstGeom>
          <a:noFill/>
          <a:ln>
            <a:noFill/>
          </a:ln>
        </p:spPr>
      </p:pic>
      <p:sp>
        <p:nvSpPr>
          <p:cNvPr id="791" name="Google Shape;791;p89">
            <a:hlinkClick r:id="rId4"/>
          </p:cNvPr>
          <p:cNvSpPr/>
          <p:nvPr/>
        </p:nvSpPr>
        <p:spPr>
          <a:xfrm>
            <a:off x="0" y="5092700"/>
            <a:ext cx="88392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795" name="Shape 795"/>
        <p:cNvGrpSpPr/>
        <p:nvPr/>
      </p:nvGrpSpPr>
      <p:grpSpPr>
        <a:xfrm>
          <a:off x="0" y="0"/>
          <a:ext cx="0" cy="0"/>
          <a:chOff x="0" y="0"/>
          <a:chExt cx="0" cy="0"/>
        </a:xfrm>
      </p:grpSpPr>
      <p:sp>
        <p:nvSpPr>
          <p:cNvPr id="796" name="Google Shape;796;p90"/>
          <p:cNvSpPr txBox="1"/>
          <p:nvPr>
            <p:ph idx="12" type="sldNum"/>
          </p:nvPr>
        </p:nvSpPr>
        <p:spPr>
          <a:xfrm>
            <a:off x="8543227" y="4749851"/>
            <a:ext cx="548700" cy="3936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97" name="Google Shape;797;p90"/>
          <p:cNvSpPr txBox="1"/>
          <p:nvPr>
            <p:ph type="title"/>
          </p:nvPr>
        </p:nvSpPr>
        <p:spPr>
          <a:xfrm>
            <a:off x="841000" y="969700"/>
            <a:ext cx="4801500" cy="409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RIFERIMENTI UTILI</a:t>
            </a:r>
            <a:endParaRPr/>
          </a:p>
        </p:txBody>
      </p:sp>
      <p:sp>
        <p:nvSpPr>
          <p:cNvPr id="798" name="Google Shape;798;p90"/>
          <p:cNvSpPr txBox="1"/>
          <p:nvPr>
            <p:ph idx="4294967295" type="body"/>
          </p:nvPr>
        </p:nvSpPr>
        <p:spPr>
          <a:xfrm>
            <a:off x="838250" y="1504950"/>
            <a:ext cx="5842800" cy="2031900"/>
          </a:xfrm>
          <a:prstGeom prst="rect">
            <a:avLst/>
          </a:prstGeom>
        </p:spPr>
        <p:txBody>
          <a:bodyPr anchorCtr="0" anchor="t" bIns="91425" lIns="91425" spcFirstLastPara="1" rIns="91425" wrap="square" tIns="91425">
            <a:spAutoFit/>
          </a:bodyPr>
          <a:lstStyle/>
          <a:p>
            <a:pPr indent="-323850" lvl="0" marL="457200" rtl="0" algn="l">
              <a:spcBef>
                <a:spcPts val="600"/>
              </a:spcBef>
              <a:spcAft>
                <a:spcPts val="0"/>
              </a:spcAft>
              <a:buSzPts val="1500"/>
              <a:buChar char="▸"/>
            </a:pPr>
            <a:r>
              <a:rPr lang="en" sz="1500" u="sng">
                <a:solidFill>
                  <a:schemeClr val="hlink"/>
                </a:solidFill>
                <a:hlinkClick r:id="rId3"/>
              </a:rPr>
              <a:t>Visual Studio Code</a:t>
            </a:r>
            <a:endParaRPr sz="1500"/>
          </a:p>
          <a:p>
            <a:pPr indent="-323850" lvl="0" marL="457200" rtl="0" algn="l">
              <a:spcBef>
                <a:spcPts val="0"/>
              </a:spcBef>
              <a:spcAft>
                <a:spcPts val="0"/>
              </a:spcAft>
              <a:buSzPts val="1500"/>
              <a:buChar char="▸"/>
            </a:pPr>
            <a:r>
              <a:rPr lang="en" sz="1500" u="sng">
                <a:solidFill>
                  <a:schemeClr val="hlink"/>
                </a:solidFill>
                <a:hlinkClick r:id="rId4"/>
              </a:rPr>
              <a:t>Editor online</a:t>
            </a:r>
            <a:endParaRPr sz="1500"/>
          </a:p>
          <a:p>
            <a:pPr indent="-323850" lvl="0" marL="457200" rtl="0" algn="l">
              <a:spcBef>
                <a:spcPts val="0"/>
              </a:spcBef>
              <a:spcAft>
                <a:spcPts val="0"/>
              </a:spcAft>
              <a:buSzPts val="1500"/>
              <a:buChar char="▸"/>
            </a:pPr>
            <a:r>
              <a:rPr lang="en" sz="1500" u="sng">
                <a:solidFill>
                  <a:schemeClr val="hlink"/>
                </a:solidFill>
                <a:hlinkClick r:id="rId5"/>
              </a:rPr>
              <a:t>HTML elements reference</a:t>
            </a:r>
            <a:endParaRPr sz="1500"/>
          </a:p>
          <a:p>
            <a:pPr indent="-323850" lvl="0" marL="457200" rtl="0" algn="l">
              <a:spcBef>
                <a:spcPts val="0"/>
              </a:spcBef>
              <a:spcAft>
                <a:spcPts val="0"/>
              </a:spcAft>
              <a:buSzPts val="1500"/>
              <a:buChar char="▸"/>
            </a:pPr>
            <a:r>
              <a:rPr lang="en" sz="1500" u="sng">
                <a:solidFill>
                  <a:schemeClr val="hlink"/>
                </a:solidFill>
                <a:hlinkClick r:id="rId6"/>
              </a:rPr>
              <a:t>CSS selectors reference</a:t>
            </a:r>
            <a:endParaRPr sz="1500"/>
          </a:p>
          <a:p>
            <a:pPr indent="-323850" lvl="0" marL="457200" rtl="0" algn="l">
              <a:spcBef>
                <a:spcPts val="0"/>
              </a:spcBef>
              <a:spcAft>
                <a:spcPts val="0"/>
              </a:spcAft>
              <a:buSzPts val="1500"/>
              <a:buChar char="▸"/>
            </a:pPr>
            <a:r>
              <a:rPr lang="en" sz="1500" u="sng">
                <a:solidFill>
                  <a:schemeClr val="hlink"/>
                </a:solidFill>
                <a:hlinkClick r:id="rId7"/>
              </a:rPr>
              <a:t>CSS selector tester</a:t>
            </a:r>
            <a:endParaRPr sz="1500"/>
          </a:p>
          <a:p>
            <a:pPr indent="-323850" lvl="0" marL="457200" rtl="0" algn="l">
              <a:spcBef>
                <a:spcPts val="0"/>
              </a:spcBef>
              <a:spcAft>
                <a:spcPts val="0"/>
              </a:spcAft>
              <a:buSzPts val="1500"/>
              <a:buChar char="▸"/>
            </a:pPr>
            <a:r>
              <a:rPr lang="en" sz="1500" u="sng">
                <a:solidFill>
                  <a:schemeClr val="hlink"/>
                </a:solidFill>
                <a:hlinkClick r:id="rId8"/>
              </a:rPr>
              <a:t>Tipi di File paths</a:t>
            </a:r>
            <a:endParaRPr sz="1500"/>
          </a:p>
          <a:p>
            <a:pPr indent="-323850" lvl="0" marL="457200" rtl="0" algn="l">
              <a:spcBef>
                <a:spcPts val="0"/>
              </a:spcBef>
              <a:spcAft>
                <a:spcPts val="0"/>
              </a:spcAft>
              <a:buSzPts val="1500"/>
              <a:buChar char="▸"/>
            </a:pPr>
            <a:r>
              <a:rPr lang="en" sz="1500" u="sng">
                <a:solidFill>
                  <a:schemeClr val="hlink"/>
                </a:solidFill>
                <a:hlinkClick r:id="rId9"/>
              </a:rPr>
              <a:t>FreeCodeCamp</a:t>
            </a:r>
            <a:endParaRPr sz="1500"/>
          </a:p>
          <a:p>
            <a:pPr indent="-323850" lvl="0" marL="457200" rtl="0" algn="l">
              <a:spcBef>
                <a:spcPts val="0"/>
              </a:spcBef>
              <a:spcAft>
                <a:spcPts val="0"/>
              </a:spcAft>
              <a:buSzPts val="1500"/>
              <a:buChar char="▸"/>
            </a:pPr>
            <a:r>
              <a:rPr lang="en" sz="1500" u="sng">
                <a:solidFill>
                  <a:schemeClr val="hlink"/>
                </a:solidFill>
                <a:hlinkClick r:id="rId10"/>
              </a:rPr>
              <a:t>Google</a:t>
            </a:r>
            <a:endParaRPr sz="1500"/>
          </a:p>
        </p:txBody>
      </p:sp>
      <p:pic>
        <p:nvPicPr>
          <p:cNvPr id="799" name="Google Shape;799;p90"/>
          <p:cNvPicPr preferRelativeResize="0"/>
          <p:nvPr/>
        </p:nvPicPr>
        <p:blipFill>
          <a:blip r:embed="rId11">
            <a:alphaModFix/>
          </a:blip>
          <a:stretch>
            <a:fillRect/>
          </a:stretch>
        </p:blipFill>
        <p:spPr>
          <a:xfrm>
            <a:off x="566150" y="969700"/>
            <a:ext cx="248375" cy="248375"/>
          </a:xfrm>
          <a:prstGeom prst="rect">
            <a:avLst/>
          </a:prstGeom>
          <a:noFill/>
          <a:ln>
            <a:noFill/>
          </a:ln>
        </p:spPr>
      </p:pic>
      <p:sp>
        <p:nvSpPr>
          <p:cNvPr id="800" name="Google Shape;800;p90">
            <a:hlinkClick r:id="rId12"/>
          </p:cNvPr>
          <p:cNvSpPr/>
          <p:nvPr/>
        </p:nvSpPr>
        <p:spPr>
          <a:xfrm>
            <a:off x="0" y="5092700"/>
            <a:ext cx="89916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33333"/>
        </a:solidFill>
      </p:bgPr>
    </p:bg>
    <p:spTree>
      <p:nvGrpSpPr>
        <p:cNvPr id="804" name="Shape 804"/>
        <p:cNvGrpSpPr/>
        <p:nvPr/>
      </p:nvGrpSpPr>
      <p:grpSpPr>
        <a:xfrm>
          <a:off x="0" y="0"/>
          <a:ext cx="0" cy="0"/>
          <a:chOff x="0" y="0"/>
          <a:chExt cx="0" cy="0"/>
        </a:xfrm>
      </p:grpSpPr>
      <p:sp>
        <p:nvSpPr>
          <p:cNvPr id="805" name="Google Shape;805;p91"/>
          <p:cNvSpPr txBox="1"/>
          <p:nvPr>
            <p:ph type="ctrTitle"/>
          </p:nvPr>
        </p:nvSpPr>
        <p:spPr>
          <a:xfrm>
            <a:off x="648300" y="3175950"/>
            <a:ext cx="4229100" cy="1182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FINE</a:t>
            </a:r>
            <a:endParaRPr sz="3000"/>
          </a:p>
        </p:txBody>
      </p:sp>
      <p:grpSp>
        <p:nvGrpSpPr>
          <p:cNvPr id="806" name="Google Shape;806;p91"/>
          <p:cNvGrpSpPr/>
          <p:nvPr/>
        </p:nvGrpSpPr>
        <p:grpSpPr>
          <a:xfrm>
            <a:off x="770812" y="2018590"/>
            <a:ext cx="387933" cy="367467"/>
            <a:chOff x="2583100" y="2973775"/>
            <a:chExt cx="461550" cy="437200"/>
          </a:xfrm>
        </p:grpSpPr>
        <p:sp>
          <p:nvSpPr>
            <p:cNvPr id="807" name="Google Shape;807;p91"/>
            <p:cNvSpPr/>
            <p:nvPr/>
          </p:nvSpPr>
          <p:spPr>
            <a:xfrm>
              <a:off x="2701225" y="3315975"/>
              <a:ext cx="225300" cy="95000"/>
            </a:xfrm>
            <a:custGeom>
              <a:rect b="b" l="l" r="r" t="t"/>
              <a:pathLst>
                <a:path extrusionOk="0" fill="none" h="3800" w="9012">
                  <a:moveTo>
                    <a:pt x="2947" y="0"/>
                  </a:moveTo>
                  <a:lnTo>
                    <a:pt x="2947" y="2947"/>
                  </a:lnTo>
                  <a:lnTo>
                    <a:pt x="853" y="2947"/>
                  </a:lnTo>
                  <a:lnTo>
                    <a:pt x="853" y="2947"/>
                  </a:lnTo>
                  <a:lnTo>
                    <a:pt x="682" y="2947"/>
                  </a:lnTo>
                  <a:lnTo>
                    <a:pt x="512" y="2996"/>
                  </a:lnTo>
                  <a:lnTo>
                    <a:pt x="365" y="3093"/>
                  </a:lnTo>
                  <a:lnTo>
                    <a:pt x="244" y="3191"/>
                  </a:lnTo>
                  <a:lnTo>
                    <a:pt x="146" y="3313"/>
                  </a:lnTo>
                  <a:lnTo>
                    <a:pt x="49" y="3459"/>
                  </a:lnTo>
                  <a:lnTo>
                    <a:pt x="0" y="3629"/>
                  </a:lnTo>
                  <a:lnTo>
                    <a:pt x="0" y="3800"/>
                  </a:lnTo>
                  <a:lnTo>
                    <a:pt x="9011" y="3800"/>
                  </a:lnTo>
                  <a:lnTo>
                    <a:pt x="9011" y="3800"/>
                  </a:lnTo>
                  <a:lnTo>
                    <a:pt x="9011" y="3629"/>
                  </a:lnTo>
                  <a:lnTo>
                    <a:pt x="8963" y="3459"/>
                  </a:lnTo>
                  <a:lnTo>
                    <a:pt x="8865" y="3313"/>
                  </a:lnTo>
                  <a:lnTo>
                    <a:pt x="8768" y="3191"/>
                  </a:lnTo>
                  <a:lnTo>
                    <a:pt x="8646" y="3093"/>
                  </a:lnTo>
                  <a:lnTo>
                    <a:pt x="8500" y="2996"/>
                  </a:lnTo>
                  <a:lnTo>
                    <a:pt x="8330" y="2947"/>
                  </a:lnTo>
                  <a:lnTo>
                    <a:pt x="8159" y="2947"/>
                  </a:lnTo>
                  <a:lnTo>
                    <a:pt x="6065" y="2947"/>
                  </a:lnTo>
                  <a:lnTo>
                    <a:pt x="6065" y="0"/>
                  </a:lnTo>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91"/>
            <p:cNvSpPr/>
            <p:nvPr/>
          </p:nvSpPr>
          <p:spPr>
            <a:xfrm>
              <a:off x="2583100" y="2973775"/>
              <a:ext cx="461550" cy="336125"/>
            </a:xfrm>
            <a:custGeom>
              <a:rect b="b" l="l" r="r" t="t"/>
              <a:pathLst>
                <a:path extrusionOk="0" fill="none" h="13445" w="18462">
                  <a:moveTo>
                    <a:pt x="17974" y="1"/>
                  </a:moveTo>
                  <a:lnTo>
                    <a:pt x="487" y="1"/>
                  </a:lnTo>
                  <a:lnTo>
                    <a:pt x="487" y="1"/>
                  </a:lnTo>
                  <a:lnTo>
                    <a:pt x="390" y="1"/>
                  </a:lnTo>
                  <a:lnTo>
                    <a:pt x="317" y="50"/>
                  </a:lnTo>
                  <a:lnTo>
                    <a:pt x="220" y="74"/>
                  </a:lnTo>
                  <a:lnTo>
                    <a:pt x="146" y="147"/>
                  </a:lnTo>
                  <a:lnTo>
                    <a:pt x="98" y="220"/>
                  </a:lnTo>
                  <a:lnTo>
                    <a:pt x="49" y="293"/>
                  </a:lnTo>
                  <a:lnTo>
                    <a:pt x="25" y="390"/>
                  </a:lnTo>
                  <a:lnTo>
                    <a:pt x="0" y="488"/>
                  </a:lnTo>
                  <a:lnTo>
                    <a:pt x="0" y="12958"/>
                  </a:lnTo>
                  <a:lnTo>
                    <a:pt x="0" y="12958"/>
                  </a:lnTo>
                  <a:lnTo>
                    <a:pt x="25" y="13055"/>
                  </a:lnTo>
                  <a:lnTo>
                    <a:pt x="49" y="13152"/>
                  </a:lnTo>
                  <a:lnTo>
                    <a:pt x="98" y="13226"/>
                  </a:lnTo>
                  <a:lnTo>
                    <a:pt x="146" y="13299"/>
                  </a:lnTo>
                  <a:lnTo>
                    <a:pt x="220" y="13372"/>
                  </a:lnTo>
                  <a:lnTo>
                    <a:pt x="317" y="13396"/>
                  </a:lnTo>
                  <a:lnTo>
                    <a:pt x="390" y="13445"/>
                  </a:lnTo>
                  <a:lnTo>
                    <a:pt x="487" y="13445"/>
                  </a:lnTo>
                  <a:lnTo>
                    <a:pt x="17974" y="13445"/>
                  </a:lnTo>
                  <a:lnTo>
                    <a:pt x="17974" y="13445"/>
                  </a:lnTo>
                  <a:lnTo>
                    <a:pt x="18072" y="13445"/>
                  </a:lnTo>
                  <a:lnTo>
                    <a:pt x="18145" y="13396"/>
                  </a:lnTo>
                  <a:lnTo>
                    <a:pt x="18242" y="13372"/>
                  </a:lnTo>
                  <a:lnTo>
                    <a:pt x="18315" y="13299"/>
                  </a:lnTo>
                  <a:lnTo>
                    <a:pt x="18364" y="13226"/>
                  </a:lnTo>
                  <a:lnTo>
                    <a:pt x="18413" y="13152"/>
                  </a:lnTo>
                  <a:lnTo>
                    <a:pt x="18437" y="13055"/>
                  </a:lnTo>
                  <a:lnTo>
                    <a:pt x="18461" y="12958"/>
                  </a:lnTo>
                  <a:lnTo>
                    <a:pt x="18461" y="488"/>
                  </a:lnTo>
                  <a:lnTo>
                    <a:pt x="18461" y="488"/>
                  </a:lnTo>
                  <a:lnTo>
                    <a:pt x="18437" y="390"/>
                  </a:lnTo>
                  <a:lnTo>
                    <a:pt x="18413" y="293"/>
                  </a:lnTo>
                  <a:lnTo>
                    <a:pt x="18364" y="220"/>
                  </a:lnTo>
                  <a:lnTo>
                    <a:pt x="18315" y="147"/>
                  </a:lnTo>
                  <a:lnTo>
                    <a:pt x="18242" y="74"/>
                  </a:lnTo>
                  <a:lnTo>
                    <a:pt x="18145" y="50"/>
                  </a:lnTo>
                  <a:lnTo>
                    <a:pt x="18072" y="1"/>
                  </a:lnTo>
                  <a:lnTo>
                    <a:pt x="17974" y="1"/>
                  </a:lnTo>
                  <a:lnTo>
                    <a:pt x="17974" y="1"/>
                  </a:lnTo>
                  <a:close/>
                  <a:moveTo>
                    <a:pt x="17000" y="11983"/>
                  </a:moveTo>
                  <a:lnTo>
                    <a:pt x="1462" y="11983"/>
                  </a:lnTo>
                  <a:lnTo>
                    <a:pt x="1462" y="1462"/>
                  </a:lnTo>
                  <a:lnTo>
                    <a:pt x="17000" y="1462"/>
                  </a:lnTo>
                  <a:lnTo>
                    <a:pt x="17000" y="11983"/>
                  </a:lnTo>
                  <a:close/>
                </a:path>
              </a:pathLst>
            </a:custGeom>
            <a:noFill/>
            <a:ln cap="rnd" cmpd="sng" w="1217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cxnSp>
        <p:nvCxnSpPr>
          <p:cNvPr id="809" name="Google Shape;809;p91"/>
          <p:cNvCxnSpPr/>
          <p:nvPr/>
        </p:nvCxnSpPr>
        <p:spPr>
          <a:xfrm>
            <a:off x="754150" y="2784125"/>
            <a:ext cx="1516800" cy="0"/>
          </a:xfrm>
          <a:prstGeom prst="straightConnector1">
            <a:avLst/>
          </a:prstGeom>
          <a:noFill/>
          <a:ln cap="flat" cmpd="sng" w="19050">
            <a:solidFill>
              <a:schemeClr val="dk2"/>
            </a:solidFill>
            <a:prstDash val="solid"/>
            <a:round/>
            <a:headEnd len="med" w="med" type="none"/>
            <a:tailEnd len="med" w="med" type="none"/>
          </a:ln>
        </p:spPr>
      </p:cxnSp>
      <p:sp>
        <p:nvSpPr>
          <p:cNvPr id="810" name="Google Shape;810;p91"/>
          <p:cNvSpPr txBox="1"/>
          <p:nvPr>
            <p:ph type="ctrTitle"/>
          </p:nvPr>
        </p:nvSpPr>
        <p:spPr>
          <a:xfrm>
            <a:off x="682250" y="2416625"/>
            <a:ext cx="1754700" cy="367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1200"/>
              <a:t>ESERCITAZIONE </a:t>
            </a:r>
            <a:r>
              <a:rPr lang="en" sz="1200"/>
              <a:t>1</a:t>
            </a:r>
            <a:endParaRPr sz="1200"/>
          </a:p>
        </p:txBody>
      </p:sp>
      <p:sp>
        <p:nvSpPr>
          <p:cNvPr id="811" name="Google Shape;811;p91">
            <a:hlinkClick r:id="rId3"/>
          </p:cNvPr>
          <p:cNvSpPr/>
          <p:nvPr/>
        </p:nvSpPr>
        <p:spPr>
          <a:xfrm>
            <a:off x="0" y="5092700"/>
            <a:ext cx="9144000" cy="50700"/>
          </a:xfrm>
          <a:prstGeom prst="rect">
            <a:avLst/>
          </a:prstGeom>
          <a:solidFill>
            <a:srgbClr val="EAAD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rviragus template">
  <a:themeElements>
    <a:clrScheme name="Custom 347">
      <a:dk1>
        <a:srgbClr val="555555"/>
      </a:dk1>
      <a:lt1>
        <a:srgbClr val="FFFFFF"/>
      </a:lt1>
      <a:dk2>
        <a:srgbClr val="838383"/>
      </a:dk2>
      <a:lt2>
        <a:srgbClr val="FFFFFF"/>
      </a:lt2>
      <a:accent1>
        <a:srgbClr val="5D2C3E"/>
      </a:accent1>
      <a:accent2>
        <a:srgbClr val="EAAD38"/>
      </a:accent2>
      <a:accent3>
        <a:srgbClr val="035162"/>
      </a:accent3>
      <a:accent4>
        <a:srgbClr val="CC0000"/>
      </a:accent4>
      <a:accent5>
        <a:srgbClr val="FF9800"/>
      </a:accent5>
      <a:accent6>
        <a:srgbClr val="FFEB3B"/>
      </a:accent6>
      <a:hlink>
        <a:srgbClr val="2196F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