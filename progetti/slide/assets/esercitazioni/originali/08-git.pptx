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5143500" cx="9144000"/>
  <p:notesSz cx="6858000" cy="9144000"/>
  <p:embeddedFontLst>
    <p:embeddedFont>
      <p:font typeface="Montserrat"/>
      <p:regular r:id="rId45"/>
      <p:bold r:id="rId46"/>
      <p:italic r:id="rId47"/>
      <p:boldItalic r:id="rId48"/>
    </p:embeddedFont>
    <p:embeddedFont>
      <p:font typeface="Fira Code"/>
      <p:regular r:id="rId49"/>
      <p:bold r:id="rId50"/>
    </p:embeddedFont>
    <p:embeddedFont>
      <p:font typeface="Karla"/>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Montserrat-bold.fntdata"/><Relationship Id="rId45"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Montserrat-boldItalic.fntdata"/><Relationship Id="rId47" Type="http://schemas.openxmlformats.org/officeDocument/2006/relationships/font" Target="fonts/Montserrat-italic.fntdata"/><Relationship Id="rId49" Type="http://schemas.openxmlformats.org/officeDocument/2006/relationships/font" Target="fonts/FiraCode-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Karla-regular.fntdata"/><Relationship Id="rId50" Type="http://schemas.openxmlformats.org/officeDocument/2006/relationships/font" Target="fonts/FiraCode-bold.fntdata"/><Relationship Id="rId53" Type="http://schemas.openxmlformats.org/officeDocument/2006/relationships/font" Target="fonts/Karla-italic.fntdata"/><Relationship Id="rId52" Type="http://schemas.openxmlformats.org/officeDocument/2006/relationships/font" Target="fonts/Karla-bold.fntdata"/><Relationship Id="rId11" Type="http://schemas.openxmlformats.org/officeDocument/2006/relationships/slide" Target="slides/slide7.xml"/><Relationship Id="rId10" Type="http://schemas.openxmlformats.org/officeDocument/2006/relationships/slide" Target="slides/slide6.xml"/><Relationship Id="rId54" Type="http://schemas.openxmlformats.org/officeDocument/2006/relationships/font" Target="fonts/Karla-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621cb6a7f4_0_1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621cb6a7f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9b23d5e08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9b23d5e084_0_8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9b23d5e084_0_6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9b23d5e084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9b23d5e08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9b23d5e084_0_9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a0695c0f8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a0695c0f80_0_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a0695c0f8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a0695c0f80_0_1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a0695c0f8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a0695c0f80_0_2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a0695c0f80_0_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a0695c0f8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a0695c0f8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a0695c0f80_0_3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a0695c0f8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a0695c0f80_0_5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a0695c0f80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a0695c0f80_0_8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a0695c0f8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a0695c0f80_0_6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a0695c0f80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a0695c0f80_0_10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a0695c0f80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a0695c0f80_0_12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a0695c0f80_0_1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a0695c0f80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a0695c0f8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a0695c0f80_0_9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a0695c0f80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a0695c0f80_0_20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a0695c0f80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a0695c0f80_0_16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a0695c0f80_0_17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a0695c0f80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a0695c0f8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a0695c0f80_0_17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a0695c0f8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a0695c0f80_0_18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a09f635c59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a09f635c59_0_20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a09f635c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a09f635c59_0_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a09f635c5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a09f635c59_0_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a09f635c5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a09f635c59_0_2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a09f635c5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a09f635c59_0_4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a09f635c5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a09f635c59_0_6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a09f635c5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a09f635c59_0_7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a09f635c59_0_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a09f635c5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a09f635c59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a09f635c59_0_8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a09f635c5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a09f635c59_0_9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a09f635c5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a09f635c59_0_10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a09f635c59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a09f635c59_0_11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a09f635c5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a09f635c59_0_13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a09f635c59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a09f635c59_0_14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a09f635c59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a09f635c59_0_16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a09f635c59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a09f635c59_0_17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a09f635c59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a09f635c59_0_19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a0695c0f80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a0695c0f80_0_14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9caecedcd2_0_2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9caecedcd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
          <p:cNvSpPr/>
          <p:nvPr/>
        </p:nvSpPr>
        <p:spPr>
          <a:xfrm>
            <a:off x="21892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000000">
              <a:alpha val="7310"/>
            </a:srgbClr>
          </a:solidFill>
          <a:ln>
            <a:noFill/>
          </a:ln>
        </p:spPr>
      </p:sp>
      <p:sp>
        <p:nvSpPr>
          <p:cNvPr id="11" name="Google Shape;11;p2"/>
          <p:cNvSpPr/>
          <p:nvPr/>
        </p:nvSpPr>
        <p:spPr>
          <a:xfrm>
            <a:off x="-967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FFFFFF"/>
          </a:solidFill>
          <a:ln>
            <a:noFill/>
          </a:ln>
        </p:spPr>
      </p:sp>
      <p:sp>
        <p:nvSpPr>
          <p:cNvPr id="12" name="Google Shape;12;p2"/>
          <p:cNvSpPr txBox="1"/>
          <p:nvPr>
            <p:ph type="ctrTitle"/>
          </p:nvPr>
        </p:nvSpPr>
        <p:spPr>
          <a:xfrm>
            <a:off x="648300" y="3175950"/>
            <a:ext cx="3530700" cy="1182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3" name="Shape 13"/>
        <p:cNvGrpSpPr/>
        <p:nvPr/>
      </p:nvGrpSpPr>
      <p:grpSpPr>
        <a:xfrm>
          <a:off x="0" y="0"/>
          <a:ext cx="0" cy="0"/>
          <a:chOff x="0" y="0"/>
          <a:chExt cx="0" cy="0"/>
        </a:xfrm>
      </p:grpSpPr>
      <p:sp>
        <p:nvSpPr>
          <p:cNvPr id="14" name="Google Shape;14;p3"/>
          <p:cNvSpPr/>
          <p:nvPr/>
        </p:nvSpPr>
        <p:spPr>
          <a:xfrm>
            <a:off x="21892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000000">
              <a:alpha val="7310"/>
            </a:srgbClr>
          </a:solidFill>
          <a:ln>
            <a:noFill/>
          </a:ln>
        </p:spPr>
      </p:sp>
      <p:sp>
        <p:nvSpPr>
          <p:cNvPr id="15" name="Google Shape;15;p3"/>
          <p:cNvSpPr/>
          <p:nvPr/>
        </p:nvSpPr>
        <p:spPr>
          <a:xfrm>
            <a:off x="-967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FFFFFF"/>
          </a:solidFill>
          <a:ln>
            <a:noFill/>
          </a:ln>
        </p:spPr>
      </p:sp>
      <p:sp>
        <p:nvSpPr>
          <p:cNvPr id="16" name="Google Shape;16;p3"/>
          <p:cNvSpPr txBox="1"/>
          <p:nvPr>
            <p:ph type="ctrTitle"/>
          </p:nvPr>
        </p:nvSpPr>
        <p:spPr>
          <a:xfrm>
            <a:off x="648300" y="1354750"/>
            <a:ext cx="3522300" cy="2989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17" name="Google Shape;17;p3"/>
          <p:cNvSpPr txBox="1"/>
          <p:nvPr>
            <p:ph idx="1" type="subTitle"/>
          </p:nvPr>
        </p:nvSpPr>
        <p:spPr>
          <a:xfrm>
            <a:off x="6724950" y="3265700"/>
            <a:ext cx="1906200" cy="10317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1"/>
              </a:buClr>
              <a:buSzPts val="1800"/>
              <a:buNone/>
              <a:defRPr sz="1800">
                <a:solidFill>
                  <a:schemeClr val="lt1"/>
                </a:solidFill>
              </a:defRPr>
            </a:lvl1pPr>
            <a:lvl2pPr lvl="1" rtl="0" algn="r">
              <a:spcBef>
                <a:spcPts val="0"/>
              </a:spcBef>
              <a:spcAft>
                <a:spcPts val="0"/>
              </a:spcAft>
              <a:buClr>
                <a:schemeClr val="lt1"/>
              </a:buClr>
              <a:buSzPts val="1800"/>
              <a:buNone/>
              <a:defRPr sz="1800">
                <a:solidFill>
                  <a:schemeClr val="lt1"/>
                </a:solidFill>
              </a:defRPr>
            </a:lvl2pPr>
            <a:lvl3pPr lvl="2" rtl="0" algn="r">
              <a:spcBef>
                <a:spcPts val="0"/>
              </a:spcBef>
              <a:spcAft>
                <a:spcPts val="0"/>
              </a:spcAft>
              <a:buClr>
                <a:schemeClr val="lt1"/>
              </a:buClr>
              <a:buSzPts val="1800"/>
              <a:buNone/>
              <a:defRPr sz="1800">
                <a:solidFill>
                  <a:schemeClr val="lt1"/>
                </a:solidFill>
              </a:defRPr>
            </a:lvl3pPr>
            <a:lvl4pPr lvl="3" rtl="0" algn="r">
              <a:spcBef>
                <a:spcPts val="0"/>
              </a:spcBef>
              <a:spcAft>
                <a:spcPts val="0"/>
              </a:spcAft>
              <a:buClr>
                <a:schemeClr val="lt1"/>
              </a:buClr>
              <a:buSzPts val="1800"/>
              <a:buNone/>
              <a:defRPr sz="1800">
                <a:solidFill>
                  <a:schemeClr val="lt1"/>
                </a:solidFill>
              </a:defRPr>
            </a:lvl4pPr>
            <a:lvl5pPr lvl="4" rtl="0" algn="r">
              <a:spcBef>
                <a:spcPts val="0"/>
              </a:spcBef>
              <a:spcAft>
                <a:spcPts val="0"/>
              </a:spcAft>
              <a:buClr>
                <a:schemeClr val="lt1"/>
              </a:buClr>
              <a:buSzPts val="1800"/>
              <a:buNone/>
              <a:defRPr sz="1800">
                <a:solidFill>
                  <a:schemeClr val="lt1"/>
                </a:solidFill>
              </a:defRPr>
            </a:lvl5pPr>
            <a:lvl6pPr lvl="5" rtl="0" algn="r">
              <a:spcBef>
                <a:spcPts val="0"/>
              </a:spcBef>
              <a:spcAft>
                <a:spcPts val="0"/>
              </a:spcAft>
              <a:buClr>
                <a:schemeClr val="lt1"/>
              </a:buClr>
              <a:buSzPts val="1800"/>
              <a:buNone/>
              <a:defRPr sz="1800">
                <a:solidFill>
                  <a:schemeClr val="lt1"/>
                </a:solidFill>
              </a:defRPr>
            </a:lvl6pPr>
            <a:lvl7pPr lvl="6" rtl="0" algn="r">
              <a:spcBef>
                <a:spcPts val="0"/>
              </a:spcBef>
              <a:spcAft>
                <a:spcPts val="0"/>
              </a:spcAft>
              <a:buClr>
                <a:schemeClr val="lt1"/>
              </a:buClr>
              <a:buSzPts val="1800"/>
              <a:buNone/>
              <a:defRPr sz="1800">
                <a:solidFill>
                  <a:schemeClr val="lt1"/>
                </a:solidFill>
              </a:defRPr>
            </a:lvl7pPr>
            <a:lvl8pPr lvl="7" rtl="0" algn="r">
              <a:spcBef>
                <a:spcPts val="0"/>
              </a:spcBef>
              <a:spcAft>
                <a:spcPts val="0"/>
              </a:spcAft>
              <a:buClr>
                <a:schemeClr val="lt1"/>
              </a:buClr>
              <a:buSzPts val="1800"/>
              <a:buNone/>
              <a:defRPr sz="1800">
                <a:solidFill>
                  <a:schemeClr val="lt1"/>
                </a:solidFill>
              </a:defRPr>
            </a:lvl8pPr>
            <a:lvl9pPr lvl="8" rtl="0" algn="r">
              <a:spcBef>
                <a:spcPts val="0"/>
              </a:spcBef>
              <a:spcAft>
                <a:spcPts val="0"/>
              </a:spcAft>
              <a:buClr>
                <a:schemeClr val="lt1"/>
              </a:buClr>
              <a:buSzPts val="1800"/>
              <a:buNone/>
              <a:defRPr sz="1800">
                <a:solidFill>
                  <a:schemeClr val="lt1"/>
                </a:solidFill>
              </a:defRPr>
            </a:lvl9pPr>
          </a:lstStyle>
          <a:p/>
        </p:txBody>
      </p:sp>
      <p:sp>
        <p:nvSpPr>
          <p:cNvPr id="18" name="Google Shape;18;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1_2">
    <p:spTree>
      <p:nvGrpSpPr>
        <p:cNvPr id="19" name="Shape 19"/>
        <p:cNvGrpSpPr/>
        <p:nvPr/>
      </p:nvGrpSpPr>
      <p:grpSpPr>
        <a:xfrm>
          <a:off x="0" y="0"/>
          <a:ext cx="0" cy="0"/>
          <a:chOff x="0" y="0"/>
          <a:chExt cx="0" cy="0"/>
        </a:xfrm>
      </p:grpSpPr>
      <p:sp>
        <p:nvSpPr>
          <p:cNvPr id="20" name="Google Shape;20;p4"/>
          <p:cNvSpPr/>
          <p:nvPr/>
        </p:nvSpPr>
        <p:spPr>
          <a:xfrm>
            <a:off x="21892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000000">
              <a:alpha val="7310"/>
            </a:srgbClr>
          </a:solidFill>
          <a:ln>
            <a:noFill/>
          </a:ln>
        </p:spPr>
      </p:sp>
      <p:sp>
        <p:nvSpPr>
          <p:cNvPr id="21" name="Google Shape;21;p4"/>
          <p:cNvSpPr/>
          <p:nvPr/>
        </p:nvSpPr>
        <p:spPr>
          <a:xfrm>
            <a:off x="-967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FFFFFF"/>
          </a:solidFill>
          <a:ln>
            <a:noFill/>
          </a:ln>
        </p:spPr>
      </p:sp>
      <p:sp>
        <p:nvSpPr>
          <p:cNvPr id="22" name="Google Shape;22;p4"/>
          <p:cNvSpPr txBox="1"/>
          <p:nvPr>
            <p:ph type="title"/>
          </p:nvPr>
        </p:nvSpPr>
        <p:spPr>
          <a:xfrm>
            <a:off x="838309" y="1807900"/>
            <a:ext cx="31482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23" name="Google Shape;23;p4"/>
          <p:cNvSpPr txBox="1"/>
          <p:nvPr>
            <p:ph idx="1" type="body"/>
          </p:nvPr>
        </p:nvSpPr>
        <p:spPr>
          <a:xfrm>
            <a:off x="838250" y="2419350"/>
            <a:ext cx="3148200" cy="2255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24" name="Google Shape;24;p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ig image">
  <p:cSld name="TITLE_1_2_1">
    <p:spTree>
      <p:nvGrpSpPr>
        <p:cNvPr id="25" name="Shape 25"/>
        <p:cNvGrpSpPr/>
        <p:nvPr/>
      </p:nvGrpSpPr>
      <p:grpSpPr>
        <a:xfrm>
          <a:off x="0" y="0"/>
          <a:ext cx="0" cy="0"/>
          <a:chOff x="0" y="0"/>
          <a:chExt cx="0" cy="0"/>
        </a:xfrm>
      </p:grpSpPr>
      <p:sp>
        <p:nvSpPr>
          <p:cNvPr id="26" name="Google Shape;26;p5"/>
          <p:cNvSpPr/>
          <p:nvPr/>
        </p:nvSpPr>
        <p:spPr>
          <a:xfrm>
            <a:off x="209250" y="-9675"/>
            <a:ext cx="3076750" cy="5167075"/>
          </a:xfrm>
          <a:custGeom>
            <a:rect b="b" l="l" r="r" t="t"/>
            <a:pathLst>
              <a:path extrusionOk="0" h="206683" w="123070">
                <a:moveTo>
                  <a:pt x="0" y="0"/>
                </a:moveTo>
                <a:lnTo>
                  <a:pt x="0" y="206683"/>
                </a:lnTo>
                <a:lnTo>
                  <a:pt x="123070" y="206545"/>
                </a:lnTo>
                <a:lnTo>
                  <a:pt x="67807" y="301"/>
                </a:lnTo>
                <a:close/>
              </a:path>
            </a:pathLst>
          </a:custGeom>
          <a:solidFill>
            <a:srgbClr val="000000">
              <a:alpha val="7310"/>
            </a:srgbClr>
          </a:solidFill>
          <a:ln>
            <a:noFill/>
          </a:ln>
        </p:spPr>
      </p:sp>
      <p:sp>
        <p:nvSpPr>
          <p:cNvPr id="27" name="Google Shape;27;p5"/>
          <p:cNvSpPr/>
          <p:nvPr/>
        </p:nvSpPr>
        <p:spPr>
          <a:xfrm>
            <a:off x="-19350" y="-9675"/>
            <a:ext cx="3076750" cy="5167075"/>
          </a:xfrm>
          <a:custGeom>
            <a:rect b="b" l="l" r="r" t="t"/>
            <a:pathLst>
              <a:path extrusionOk="0" h="206683" w="123070">
                <a:moveTo>
                  <a:pt x="0" y="0"/>
                </a:moveTo>
                <a:lnTo>
                  <a:pt x="0" y="206683"/>
                </a:lnTo>
                <a:lnTo>
                  <a:pt x="123070" y="206545"/>
                </a:lnTo>
                <a:lnTo>
                  <a:pt x="67807" y="301"/>
                </a:lnTo>
                <a:close/>
              </a:path>
            </a:pathLst>
          </a:custGeom>
          <a:solidFill>
            <a:srgbClr val="FFFFFF"/>
          </a:solidFill>
          <a:ln>
            <a:noFill/>
          </a:ln>
        </p:spPr>
      </p:sp>
      <p:sp>
        <p:nvSpPr>
          <p:cNvPr id="28" name="Google Shape;28;p5"/>
          <p:cNvSpPr txBox="1"/>
          <p:nvPr>
            <p:ph type="title"/>
          </p:nvPr>
        </p:nvSpPr>
        <p:spPr>
          <a:xfrm>
            <a:off x="609704" y="4116875"/>
            <a:ext cx="16098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29" name="Google Shape;29;p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30" name="Shape 30"/>
        <p:cNvGrpSpPr/>
        <p:nvPr/>
      </p:nvGrpSpPr>
      <p:grpSpPr>
        <a:xfrm>
          <a:off x="0" y="0"/>
          <a:ext cx="0" cy="0"/>
          <a:chOff x="0" y="0"/>
          <a:chExt cx="0" cy="0"/>
        </a:xfrm>
      </p:grpSpPr>
      <p:sp>
        <p:nvSpPr>
          <p:cNvPr id="31" name="Google Shape;31;p6"/>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32" name="Google Shape;32;p6"/>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33" name="Google Shape;33;p6"/>
          <p:cNvSpPr txBox="1"/>
          <p:nvPr/>
        </p:nvSpPr>
        <p:spPr>
          <a:xfrm>
            <a:off x="799645" y="697675"/>
            <a:ext cx="1957200" cy="65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0">
                <a:solidFill>
                  <a:srgbClr val="CCCCCC"/>
                </a:solidFill>
                <a:latin typeface="Montserrat"/>
                <a:ea typeface="Montserrat"/>
                <a:cs typeface="Montserrat"/>
                <a:sym typeface="Montserrat"/>
              </a:rPr>
              <a:t>“</a:t>
            </a:r>
            <a:endParaRPr sz="12000">
              <a:solidFill>
                <a:srgbClr val="CCCCCC"/>
              </a:solidFill>
              <a:latin typeface="Montserrat"/>
              <a:ea typeface="Montserrat"/>
              <a:cs typeface="Montserrat"/>
              <a:sym typeface="Montserrat"/>
            </a:endParaRPr>
          </a:p>
        </p:txBody>
      </p:sp>
      <p:sp>
        <p:nvSpPr>
          <p:cNvPr id="34" name="Google Shape;34;p6"/>
          <p:cNvSpPr txBox="1"/>
          <p:nvPr>
            <p:ph idx="1" type="body"/>
          </p:nvPr>
        </p:nvSpPr>
        <p:spPr>
          <a:xfrm>
            <a:off x="838250" y="1657350"/>
            <a:ext cx="5324100" cy="2255700"/>
          </a:xfrm>
          <a:prstGeom prst="rect">
            <a:avLst/>
          </a:prstGeom>
        </p:spPr>
        <p:txBody>
          <a:bodyPr anchorCtr="0" anchor="t" bIns="91425" lIns="91425" spcFirstLastPara="1" rIns="91425" wrap="square" tIns="91425">
            <a:noAutofit/>
          </a:bodyPr>
          <a:lstStyle>
            <a:lvl1pPr indent="-381000" lvl="0" marL="457200" rtl="0">
              <a:spcBef>
                <a:spcPts val="600"/>
              </a:spcBef>
              <a:spcAft>
                <a:spcPts val="0"/>
              </a:spcAft>
              <a:buSzPts val="2400"/>
              <a:buFont typeface="Montserrat"/>
              <a:buChar char="▸"/>
              <a:defRPr sz="2400">
                <a:latin typeface="Montserrat"/>
                <a:ea typeface="Montserrat"/>
                <a:cs typeface="Montserrat"/>
                <a:sym typeface="Montserrat"/>
              </a:defRPr>
            </a:lvl1pPr>
            <a:lvl2pPr indent="-381000" lvl="1" marL="914400" rtl="0">
              <a:spcBef>
                <a:spcPts val="0"/>
              </a:spcBef>
              <a:spcAft>
                <a:spcPts val="0"/>
              </a:spcAft>
              <a:buSzPts val="2400"/>
              <a:buFont typeface="Montserrat"/>
              <a:buChar char="▹"/>
              <a:defRPr sz="2400">
                <a:latin typeface="Montserrat"/>
                <a:ea typeface="Montserrat"/>
                <a:cs typeface="Montserrat"/>
                <a:sym typeface="Montserrat"/>
              </a:defRPr>
            </a:lvl2pPr>
            <a:lvl3pPr indent="-381000" lvl="2" marL="1371600" rtl="0">
              <a:spcBef>
                <a:spcPts val="0"/>
              </a:spcBef>
              <a:spcAft>
                <a:spcPts val="0"/>
              </a:spcAft>
              <a:buSzPts val="2400"/>
              <a:buFont typeface="Montserrat"/>
              <a:buChar char="▹"/>
              <a:defRPr sz="2400">
                <a:latin typeface="Montserrat"/>
                <a:ea typeface="Montserrat"/>
                <a:cs typeface="Montserrat"/>
                <a:sym typeface="Montserrat"/>
              </a:defRPr>
            </a:lvl3pPr>
            <a:lvl4pPr indent="-381000" lvl="3" marL="1828800" rtl="0">
              <a:spcBef>
                <a:spcPts val="0"/>
              </a:spcBef>
              <a:spcAft>
                <a:spcPts val="0"/>
              </a:spcAft>
              <a:buSzPts val="2400"/>
              <a:buFont typeface="Montserrat"/>
              <a:buChar char="●"/>
              <a:defRPr sz="2400">
                <a:latin typeface="Montserrat"/>
                <a:ea typeface="Montserrat"/>
                <a:cs typeface="Montserrat"/>
                <a:sym typeface="Montserrat"/>
              </a:defRPr>
            </a:lvl4pPr>
            <a:lvl5pPr indent="-381000" lvl="4" marL="2286000" rtl="0">
              <a:spcBef>
                <a:spcPts val="0"/>
              </a:spcBef>
              <a:spcAft>
                <a:spcPts val="0"/>
              </a:spcAft>
              <a:buSzPts val="2400"/>
              <a:buFont typeface="Montserrat"/>
              <a:buChar char="○"/>
              <a:defRPr sz="2400">
                <a:latin typeface="Montserrat"/>
                <a:ea typeface="Montserrat"/>
                <a:cs typeface="Montserrat"/>
                <a:sym typeface="Montserrat"/>
              </a:defRPr>
            </a:lvl5pPr>
            <a:lvl6pPr indent="-381000" lvl="5" marL="2743200" rtl="0">
              <a:spcBef>
                <a:spcPts val="0"/>
              </a:spcBef>
              <a:spcAft>
                <a:spcPts val="0"/>
              </a:spcAft>
              <a:buSzPts val="2400"/>
              <a:buFont typeface="Montserrat"/>
              <a:buChar char="■"/>
              <a:defRPr sz="2400">
                <a:latin typeface="Montserrat"/>
                <a:ea typeface="Montserrat"/>
                <a:cs typeface="Montserrat"/>
                <a:sym typeface="Montserrat"/>
              </a:defRPr>
            </a:lvl6pPr>
            <a:lvl7pPr indent="-381000" lvl="6" marL="3200400" rtl="0">
              <a:spcBef>
                <a:spcPts val="0"/>
              </a:spcBef>
              <a:spcAft>
                <a:spcPts val="0"/>
              </a:spcAft>
              <a:buSzPts val="2400"/>
              <a:buFont typeface="Montserrat"/>
              <a:buChar char="●"/>
              <a:defRPr sz="2400">
                <a:latin typeface="Montserrat"/>
                <a:ea typeface="Montserrat"/>
                <a:cs typeface="Montserrat"/>
                <a:sym typeface="Montserrat"/>
              </a:defRPr>
            </a:lvl7pPr>
            <a:lvl8pPr indent="-381000" lvl="7" marL="3657600" rtl="0">
              <a:spcBef>
                <a:spcPts val="0"/>
              </a:spcBef>
              <a:spcAft>
                <a:spcPts val="0"/>
              </a:spcAft>
              <a:buSzPts val="2400"/>
              <a:buFont typeface="Montserrat"/>
              <a:buChar char="○"/>
              <a:defRPr sz="2400">
                <a:latin typeface="Montserrat"/>
                <a:ea typeface="Montserrat"/>
                <a:cs typeface="Montserrat"/>
                <a:sym typeface="Montserrat"/>
              </a:defRPr>
            </a:lvl8pPr>
            <a:lvl9pPr indent="-381000" lvl="8" marL="4114800" rtl="0">
              <a:spcBef>
                <a:spcPts val="0"/>
              </a:spcBef>
              <a:spcAft>
                <a:spcPts val="0"/>
              </a:spcAft>
              <a:buSzPts val="2400"/>
              <a:buFont typeface="Montserrat"/>
              <a:buChar char="■"/>
              <a:defRPr sz="2400">
                <a:latin typeface="Montserrat"/>
                <a:ea typeface="Montserrat"/>
                <a:cs typeface="Montserrat"/>
                <a:sym typeface="Montserrat"/>
              </a:defRPr>
            </a:lvl9pPr>
          </a:lstStyle>
          <a:p/>
        </p:txBody>
      </p:sp>
      <p:sp>
        <p:nvSpPr>
          <p:cNvPr id="35" name="Google Shape;35;p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atin typeface="Montserrat"/>
                <a:ea typeface="Montserrat"/>
                <a:cs typeface="Montserrat"/>
                <a:sym typeface="Montserrat"/>
              </a:defRPr>
            </a:lvl1pPr>
            <a:lvl2pPr lvl="1">
              <a:buNone/>
              <a:defRPr>
                <a:latin typeface="Montserrat"/>
                <a:ea typeface="Montserrat"/>
                <a:cs typeface="Montserrat"/>
                <a:sym typeface="Montserrat"/>
              </a:defRPr>
            </a:lvl2pPr>
            <a:lvl3pPr lvl="2">
              <a:buNone/>
              <a:defRPr>
                <a:latin typeface="Montserrat"/>
                <a:ea typeface="Montserrat"/>
                <a:cs typeface="Montserrat"/>
                <a:sym typeface="Montserrat"/>
              </a:defRPr>
            </a:lvl3pPr>
            <a:lvl4pPr lvl="3">
              <a:buNone/>
              <a:defRPr>
                <a:latin typeface="Montserrat"/>
                <a:ea typeface="Montserrat"/>
                <a:cs typeface="Montserrat"/>
                <a:sym typeface="Montserrat"/>
              </a:defRPr>
            </a:lvl4pPr>
            <a:lvl5pPr lvl="4">
              <a:buNone/>
              <a:defRPr>
                <a:latin typeface="Montserrat"/>
                <a:ea typeface="Montserrat"/>
                <a:cs typeface="Montserrat"/>
                <a:sym typeface="Montserrat"/>
              </a:defRPr>
            </a:lvl5pPr>
            <a:lvl6pPr lvl="5">
              <a:buNone/>
              <a:defRPr>
                <a:latin typeface="Montserrat"/>
                <a:ea typeface="Montserrat"/>
                <a:cs typeface="Montserrat"/>
                <a:sym typeface="Montserrat"/>
              </a:defRPr>
            </a:lvl6pPr>
            <a:lvl7pPr lvl="6">
              <a:buNone/>
              <a:defRPr>
                <a:latin typeface="Montserrat"/>
                <a:ea typeface="Montserrat"/>
                <a:cs typeface="Montserrat"/>
                <a:sym typeface="Montserrat"/>
              </a:defRPr>
            </a:lvl7pPr>
            <a:lvl8pPr lvl="7">
              <a:buNone/>
              <a:defRPr>
                <a:latin typeface="Montserrat"/>
                <a:ea typeface="Montserrat"/>
                <a:cs typeface="Montserrat"/>
                <a:sym typeface="Montserrat"/>
              </a:defRPr>
            </a:lvl8pPr>
            <a:lvl9pPr lvl="8">
              <a:buNone/>
              <a:defRPr>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36" name="Shape 36"/>
        <p:cNvGrpSpPr/>
        <p:nvPr/>
      </p:nvGrpSpPr>
      <p:grpSpPr>
        <a:xfrm>
          <a:off x="0" y="0"/>
          <a:ext cx="0" cy="0"/>
          <a:chOff x="0" y="0"/>
          <a:chExt cx="0" cy="0"/>
        </a:xfrm>
      </p:grpSpPr>
      <p:sp>
        <p:nvSpPr>
          <p:cNvPr id="37" name="Google Shape;37;p7"/>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38" name="Google Shape;38;p7"/>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39" name="Google Shape;39;p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0" name="Google Shape;40;p7"/>
          <p:cNvSpPr txBox="1"/>
          <p:nvPr>
            <p:ph idx="1" type="body"/>
          </p:nvPr>
        </p:nvSpPr>
        <p:spPr>
          <a:xfrm>
            <a:off x="838250" y="1504950"/>
            <a:ext cx="5324100" cy="22557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1" name="Google Shape;41;p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42" name="Shape 42"/>
        <p:cNvGrpSpPr/>
        <p:nvPr/>
      </p:nvGrpSpPr>
      <p:grpSpPr>
        <a:xfrm>
          <a:off x="0" y="0"/>
          <a:ext cx="0" cy="0"/>
          <a:chOff x="0" y="0"/>
          <a:chExt cx="0" cy="0"/>
        </a:xfrm>
      </p:grpSpPr>
      <p:sp>
        <p:nvSpPr>
          <p:cNvPr id="43" name="Google Shape;43;p8"/>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44" name="Google Shape;44;p8"/>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45" name="Google Shape;45;p8"/>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 name="Google Shape;46;p8"/>
          <p:cNvSpPr txBox="1"/>
          <p:nvPr>
            <p:ph idx="1" type="body"/>
          </p:nvPr>
        </p:nvSpPr>
        <p:spPr>
          <a:xfrm>
            <a:off x="841001" y="1578025"/>
            <a:ext cx="2671800" cy="24333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7" name="Google Shape;47;p8"/>
          <p:cNvSpPr txBox="1"/>
          <p:nvPr>
            <p:ph idx="2" type="body"/>
          </p:nvPr>
        </p:nvSpPr>
        <p:spPr>
          <a:xfrm>
            <a:off x="3673842" y="1578025"/>
            <a:ext cx="2671800" cy="24333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8" name="Google Shape;48;p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2 columns">
  <p:cSld name="TITLE_AND_TWO_COLUMNS_2">
    <p:spTree>
      <p:nvGrpSpPr>
        <p:cNvPr id="49" name="Shape 49"/>
        <p:cNvGrpSpPr/>
        <p:nvPr/>
      </p:nvGrpSpPr>
      <p:grpSpPr>
        <a:xfrm>
          <a:off x="0" y="0"/>
          <a:ext cx="0" cy="0"/>
          <a:chOff x="0" y="0"/>
          <a:chExt cx="0" cy="0"/>
        </a:xfrm>
      </p:grpSpPr>
      <p:sp>
        <p:nvSpPr>
          <p:cNvPr id="50" name="Google Shape;50;p9"/>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51" name="Google Shape;51;p9"/>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52" name="Google Shape;52;p9"/>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53" name="Google Shape;53;p9"/>
          <p:cNvSpPr txBox="1"/>
          <p:nvPr>
            <p:ph idx="1" type="body"/>
          </p:nvPr>
        </p:nvSpPr>
        <p:spPr>
          <a:xfrm>
            <a:off x="841000" y="2912023"/>
            <a:ext cx="2671800" cy="1837800"/>
          </a:xfrm>
          <a:prstGeom prst="rect">
            <a:avLst/>
          </a:prstGeom>
        </p:spPr>
        <p:txBody>
          <a:bodyPr anchorCtr="0" anchor="t" bIns="91425" lIns="91425" spcFirstLastPara="1" rIns="91425" wrap="square" tIns="91425">
            <a:noAutofit/>
          </a:bodyPr>
          <a:lstStyle>
            <a:lvl1pPr indent="-323850" lvl="0" marL="457200" rtl="0">
              <a:spcBef>
                <a:spcPts val="600"/>
              </a:spcBef>
              <a:spcAft>
                <a:spcPts val="0"/>
              </a:spcAft>
              <a:buSzPts val="1500"/>
              <a:buChar char="▸"/>
              <a:defRPr sz="15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54" name="Google Shape;54;p9"/>
          <p:cNvSpPr txBox="1"/>
          <p:nvPr>
            <p:ph idx="2" type="body"/>
          </p:nvPr>
        </p:nvSpPr>
        <p:spPr>
          <a:xfrm>
            <a:off x="3673850" y="2912023"/>
            <a:ext cx="2671800" cy="1837800"/>
          </a:xfrm>
          <a:prstGeom prst="rect">
            <a:avLst/>
          </a:prstGeom>
        </p:spPr>
        <p:txBody>
          <a:bodyPr anchorCtr="0" anchor="t" bIns="91425" lIns="91425" spcFirstLastPara="1" rIns="91425" wrap="square" tIns="91425">
            <a:noAutofit/>
          </a:bodyPr>
          <a:lstStyle>
            <a:lvl1pPr indent="-323850" lvl="0" marL="457200" rtl="0">
              <a:spcBef>
                <a:spcPts val="600"/>
              </a:spcBef>
              <a:spcAft>
                <a:spcPts val="0"/>
              </a:spcAft>
              <a:buSzPts val="1500"/>
              <a:buChar char="▸"/>
              <a:defRPr sz="15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55" name="Google Shape;55;p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9"/>
          <p:cNvSpPr txBox="1"/>
          <p:nvPr>
            <p:ph idx="3" type="body"/>
          </p:nvPr>
        </p:nvSpPr>
        <p:spPr>
          <a:xfrm>
            <a:off x="838250" y="1504950"/>
            <a:ext cx="5507400" cy="12360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57" name="Shape 57"/>
        <p:cNvGrpSpPr/>
        <p:nvPr/>
      </p:nvGrpSpPr>
      <p:grpSpPr>
        <a:xfrm>
          <a:off x="0" y="0"/>
          <a:ext cx="0" cy="0"/>
          <a:chOff x="0" y="0"/>
          <a:chExt cx="0" cy="0"/>
        </a:xfrm>
      </p:grpSpPr>
      <p:sp>
        <p:nvSpPr>
          <p:cNvPr id="58" name="Google Shape;58;p10"/>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59" name="Google Shape;59;p10"/>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60" name="Google Shape;60;p10"/>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61" name="Google Shape;61;p10"/>
          <p:cNvSpPr txBox="1"/>
          <p:nvPr>
            <p:ph idx="1" type="body"/>
          </p:nvPr>
        </p:nvSpPr>
        <p:spPr>
          <a:xfrm>
            <a:off x="841000" y="1600975"/>
            <a:ext cx="2094900" cy="2410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2" name="Google Shape;62;p10"/>
          <p:cNvSpPr txBox="1"/>
          <p:nvPr>
            <p:ph idx="2" type="body"/>
          </p:nvPr>
        </p:nvSpPr>
        <p:spPr>
          <a:xfrm>
            <a:off x="3043281" y="1600975"/>
            <a:ext cx="2094900" cy="2410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3" name="Google Shape;63;p10"/>
          <p:cNvSpPr txBox="1"/>
          <p:nvPr>
            <p:ph idx="3" type="body"/>
          </p:nvPr>
        </p:nvSpPr>
        <p:spPr>
          <a:xfrm>
            <a:off x="5245562" y="1600975"/>
            <a:ext cx="2094900" cy="2410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4" name="Google Shape;64;p1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11"/>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67" name="Google Shape;67;p11"/>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68" name="Google Shape;68;p11"/>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69" name="Google Shape;69;p1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2"/>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72" name="Google Shape;72;p12"/>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73" name="Google Shape;73;p12"/>
          <p:cNvSpPr txBox="1"/>
          <p:nvPr>
            <p:ph idx="1" type="body"/>
          </p:nvPr>
        </p:nvSpPr>
        <p:spPr>
          <a:xfrm>
            <a:off x="841000" y="4025300"/>
            <a:ext cx="7845900" cy="519600"/>
          </a:xfrm>
          <a:prstGeom prst="rect">
            <a:avLst/>
          </a:prstGeom>
        </p:spPr>
        <p:txBody>
          <a:bodyPr anchorCtr="0" anchor="b" bIns="91425" lIns="91425" spcFirstLastPara="1" rIns="91425" wrap="square" tIns="91425">
            <a:noAutofit/>
          </a:bodyPr>
          <a:lstStyle>
            <a:lvl1pPr indent="-228600" lvl="0" marL="457200">
              <a:spcBef>
                <a:spcPts val="360"/>
              </a:spcBef>
              <a:spcAft>
                <a:spcPts val="0"/>
              </a:spcAft>
              <a:buSzPts val="2000"/>
              <a:buNone/>
              <a:defRPr/>
            </a:lvl1pPr>
          </a:lstStyle>
          <a:p/>
        </p:txBody>
      </p:sp>
      <p:sp>
        <p:nvSpPr>
          <p:cNvPr id="74" name="Google Shape;74;p1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3"/>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77" name="Google Shape;77;p13"/>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78" name="Google Shape;78;p1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er">
  <p:cSld name="BLANK_1">
    <p:spTree>
      <p:nvGrpSpPr>
        <p:cNvPr id="79" name="Shape 79"/>
        <p:cNvGrpSpPr/>
        <p:nvPr/>
      </p:nvGrpSpPr>
      <p:grpSpPr>
        <a:xfrm>
          <a:off x="0" y="0"/>
          <a:ext cx="0" cy="0"/>
          <a:chOff x="0" y="0"/>
          <a:chExt cx="0" cy="0"/>
        </a:xfrm>
      </p:grpSpPr>
      <p:sp>
        <p:nvSpPr>
          <p:cNvPr id="80" name="Google Shape;80;p1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4"/>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txBox="1"/>
          <p:nvPr>
            <p:ph type="title"/>
          </p:nvPr>
        </p:nvSpPr>
        <p:spPr>
          <a:xfrm>
            <a:off x="529500" y="556000"/>
            <a:ext cx="8085000" cy="4857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2400"/>
              <a:buNone/>
              <a:defRPr>
                <a:solidFill>
                  <a:schemeClr val="dk1"/>
                </a:solidFill>
              </a:defRPr>
            </a:lvl1pPr>
            <a:lvl2pPr lvl="1" rtl="0" algn="ctr">
              <a:spcBef>
                <a:spcPts val="0"/>
              </a:spcBef>
              <a:spcAft>
                <a:spcPts val="0"/>
              </a:spcAft>
              <a:buSzPts val="2400"/>
              <a:buNone/>
              <a:defRPr/>
            </a:lvl2pPr>
            <a:lvl3pPr lvl="2" rtl="0" algn="ctr">
              <a:spcBef>
                <a:spcPts val="0"/>
              </a:spcBef>
              <a:spcAft>
                <a:spcPts val="0"/>
              </a:spcAft>
              <a:buSzPts val="2400"/>
              <a:buNone/>
              <a:defRPr/>
            </a:lvl3pPr>
            <a:lvl4pPr lvl="3" rtl="0" algn="ctr">
              <a:spcBef>
                <a:spcPts val="0"/>
              </a:spcBef>
              <a:spcAft>
                <a:spcPts val="0"/>
              </a:spcAft>
              <a:buSzPts val="2400"/>
              <a:buNone/>
              <a:defRPr/>
            </a:lvl4pPr>
            <a:lvl5pPr lvl="4" rtl="0" algn="ctr">
              <a:spcBef>
                <a:spcPts val="0"/>
              </a:spcBef>
              <a:spcAft>
                <a:spcPts val="0"/>
              </a:spcAft>
              <a:buSzPts val="2400"/>
              <a:buNone/>
              <a:defRPr/>
            </a:lvl5pPr>
            <a:lvl6pPr lvl="5" rtl="0" algn="ctr">
              <a:spcBef>
                <a:spcPts val="0"/>
              </a:spcBef>
              <a:spcAft>
                <a:spcPts val="0"/>
              </a:spcAft>
              <a:buSzPts val="2400"/>
              <a:buNone/>
              <a:defRPr/>
            </a:lvl6pPr>
            <a:lvl7pPr lvl="6" rtl="0" algn="ctr">
              <a:spcBef>
                <a:spcPts val="0"/>
              </a:spcBef>
              <a:spcAft>
                <a:spcPts val="0"/>
              </a:spcAft>
              <a:buSzPts val="2400"/>
              <a:buNone/>
              <a:defRPr/>
            </a:lvl7pPr>
            <a:lvl8pPr lvl="7" rtl="0" algn="ctr">
              <a:spcBef>
                <a:spcPts val="0"/>
              </a:spcBef>
              <a:spcAft>
                <a:spcPts val="0"/>
              </a:spcAft>
              <a:buSzPts val="2400"/>
              <a:buNone/>
              <a:defRPr/>
            </a:lvl8pPr>
            <a:lvl9pPr lvl="8" rtl="0" algn="ctr">
              <a:spcBef>
                <a:spcPts val="0"/>
              </a:spcBef>
              <a:spcAft>
                <a:spcPts val="0"/>
              </a:spcAft>
              <a:buSzPts val="2400"/>
              <a:buNone/>
              <a:defRPr/>
            </a:lvl9pPr>
          </a:lstStyle>
          <a:p/>
        </p:txBody>
      </p:sp>
      <p:sp>
        <p:nvSpPr>
          <p:cNvPr id="83" name="Google Shape;83;p14"/>
          <p:cNvSpPr txBox="1"/>
          <p:nvPr>
            <p:ph idx="1" type="body"/>
          </p:nvPr>
        </p:nvSpPr>
        <p:spPr>
          <a:xfrm>
            <a:off x="301525" y="1515201"/>
            <a:ext cx="3979200" cy="28419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84" name="Google Shape;84;p14"/>
          <p:cNvSpPr txBox="1"/>
          <p:nvPr>
            <p:ph idx="2" type="body"/>
          </p:nvPr>
        </p:nvSpPr>
        <p:spPr>
          <a:xfrm>
            <a:off x="4944100" y="1582226"/>
            <a:ext cx="3979200" cy="28419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Clr>
                <a:srgbClr val="FFFFFF"/>
              </a:buClr>
              <a:buSzPts val="1600"/>
              <a:buChar char="▸"/>
              <a:defRPr sz="1600">
                <a:solidFill>
                  <a:srgbClr val="FFFFFF"/>
                </a:solidFill>
              </a:defRPr>
            </a:lvl1pPr>
            <a:lvl2pPr indent="-330200" lvl="1" marL="914400" rtl="0">
              <a:spcBef>
                <a:spcPts val="0"/>
              </a:spcBef>
              <a:spcAft>
                <a:spcPts val="0"/>
              </a:spcAft>
              <a:buClr>
                <a:srgbClr val="FFFFFF"/>
              </a:buClr>
              <a:buSzPts val="1600"/>
              <a:buChar char="▹"/>
              <a:defRPr sz="1600">
                <a:solidFill>
                  <a:srgbClr val="FFFFFF"/>
                </a:solidFill>
              </a:defRPr>
            </a:lvl2pPr>
            <a:lvl3pPr indent="-330200" lvl="2" marL="1371600" rtl="0">
              <a:spcBef>
                <a:spcPts val="0"/>
              </a:spcBef>
              <a:spcAft>
                <a:spcPts val="0"/>
              </a:spcAft>
              <a:buClr>
                <a:srgbClr val="FFFFFF"/>
              </a:buClr>
              <a:buSzPts val="1600"/>
              <a:buChar char="▹"/>
              <a:defRPr sz="1600">
                <a:solidFill>
                  <a:srgbClr val="FFFFFF"/>
                </a:solidFill>
              </a:defRPr>
            </a:lvl3pPr>
            <a:lvl4pPr indent="-330200" lvl="3" marL="1828800" rtl="0">
              <a:spcBef>
                <a:spcPts val="0"/>
              </a:spcBef>
              <a:spcAft>
                <a:spcPts val="0"/>
              </a:spcAft>
              <a:buClr>
                <a:srgbClr val="FFFFFF"/>
              </a:buClr>
              <a:buSzPts val="1600"/>
              <a:buChar char="●"/>
              <a:defRPr sz="1600">
                <a:solidFill>
                  <a:srgbClr val="FFFFFF"/>
                </a:solidFill>
              </a:defRPr>
            </a:lvl4pPr>
            <a:lvl5pPr indent="-330200" lvl="4" marL="2286000" rtl="0">
              <a:spcBef>
                <a:spcPts val="0"/>
              </a:spcBef>
              <a:spcAft>
                <a:spcPts val="0"/>
              </a:spcAft>
              <a:buClr>
                <a:srgbClr val="FFFFFF"/>
              </a:buClr>
              <a:buSzPts val="1600"/>
              <a:buChar char="○"/>
              <a:defRPr sz="1600">
                <a:solidFill>
                  <a:srgbClr val="FFFFFF"/>
                </a:solidFill>
              </a:defRPr>
            </a:lvl5pPr>
            <a:lvl6pPr indent="-330200" lvl="5" marL="2743200" rtl="0">
              <a:spcBef>
                <a:spcPts val="0"/>
              </a:spcBef>
              <a:spcAft>
                <a:spcPts val="0"/>
              </a:spcAft>
              <a:buClr>
                <a:srgbClr val="FFFFFF"/>
              </a:buClr>
              <a:buSzPts val="1600"/>
              <a:buChar char="■"/>
              <a:defRPr sz="1600">
                <a:solidFill>
                  <a:srgbClr val="FFFFFF"/>
                </a:solidFill>
              </a:defRPr>
            </a:lvl6pPr>
            <a:lvl7pPr indent="-330200" lvl="6" marL="3200400" rtl="0">
              <a:spcBef>
                <a:spcPts val="0"/>
              </a:spcBef>
              <a:spcAft>
                <a:spcPts val="0"/>
              </a:spcAft>
              <a:buClr>
                <a:srgbClr val="FFFFFF"/>
              </a:buClr>
              <a:buSzPts val="1600"/>
              <a:buChar char="●"/>
              <a:defRPr sz="1600">
                <a:solidFill>
                  <a:srgbClr val="FFFFFF"/>
                </a:solidFill>
              </a:defRPr>
            </a:lvl7pPr>
            <a:lvl8pPr indent="-330200" lvl="7" marL="3657600" rtl="0">
              <a:spcBef>
                <a:spcPts val="0"/>
              </a:spcBef>
              <a:spcAft>
                <a:spcPts val="0"/>
              </a:spcAft>
              <a:buClr>
                <a:srgbClr val="FFFFFF"/>
              </a:buClr>
              <a:buSzPts val="1600"/>
              <a:buChar char="○"/>
              <a:defRPr sz="1600">
                <a:solidFill>
                  <a:srgbClr val="FFFFFF"/>
                </a:solidFill>
              </a:defRPr>
            </a:lvl8pPr>
            <a:lvl9pPr indent="-330200" lvl="8" marL="4114800" rtl="0">
              <a:spcBef>
                <a:spcPts val="0"/>
              </a:spcBef>
              <a:spcAft>
                <a:spcPts val="0"/>
              </a:spcAft>
              <a:buClr>
                <a:srgbClr val="FFFFFF"/>
              </a:buClr>
              <a:buSzPts val="1600"/>
              <a:buChar char="■"/>
              <a:defRPr sz="1600">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2">
  <p:cSld name="BLANK_1_3">
    <p:spTree>
      <p:nvGrpSpPr>
        <p:cNvPr id="85" name="Shape 85"/>
        <p:cNvGrpSpPr/>
        <p:nvPr/>
      </p:nvGrpSpPr>
      <p:grpSpPr>
        <a:xfrm>
          <a:off x="0" y="0"/>
          <a:ext cx="0" cy="0"/>
          <a:chOff x="0" y="0"/>
          <a:chExt cx="0" cy="0"/>
        </a:xfrm>
      </p:grpSpPr>
      <p:sp>
        <p:nvSpPr>
          <p:cNvPr id="86" name="Google Shape;86;p1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full">
  <p:cSld name="BLANK_1_2">
    <p:bg>
      <p:bgPr>
        <a:solidFill>
          <a:srgbClr val="333333"/>
        </a:solidFill>
      </p:bgPr>
    </p:bg>
    <p:spTree>
      <p:nvGrpSpPr>
        <p:cNvPr id="87" name="Shape 87"/>
        <p:cNvGrpSpPr/>
        <p:nvPr/>
      </p:nvGrpSpPr>
      <p:grpSpPr>
        <a:xfrm>
          <a:off x="0" y="0"/>
          <a:ext cx="0" cy="0"/>
          <a:chOff x="0" y="0"/>
          <a:chExt cx="0" cy="0"/>
        </a:xfrm>
      </p:grpSpPr>
      <p:sp>
        <p:nvSpPr>
          <p:cNvPr id="88" name="Google Shape;88;p1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6"/>
          <p:cNvSpPr txBox="1"/>
          <p:nvPr>
            <p:ph idx="1" type="body"/>
          </p:nvPr>
        </p:nvSpPr>
        <p:spPr>
          <a:xfrm>
            <a:off x="838200" y="255000"/>
            <a:ext cx="7467600" cy="46335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Clr>
                <a:srgbClr val="FFFFFF"/>
              </a:buClr>
              <a:buSzPts val="2000"/>
              <a:buChar char="▸"/>
              <a:defRPr>
                <a:solidFill>
                  <a:srgbClr val="FFFFFF"/>
                </a:solidFill>
              </a:defRPr>
            </a:lvl1pPr>
            <a:lvl2pPr indent="-355600" lvl="1" marL="914400" rtl="0">
              <a:spcBef>
                <a:spcPts val="0"/>
              </a:spcBef>
              <a:spcAft>
                <a:spcPts val="0"/>
              </a:spcAft>
              <a:buClr>
                <a:srgbClr val="FFFFFF"/>
              </a:buClr>
              <a:buSzPts val="2000"/>
              <a:buChar char="▹"/>
              <a:defRPr>
                <a:solidFill>
                  <a:srgbClr val="FFFFFF"/>
                </a:solidFill>
              </a:defRPr>
            </a:lvl2pPr>
            <a:lvl3pPr indent="-355600" lvl="2" marL="1371600" rtl="0">
              <a:spcBef>
                <a:spcPts val="0"/>
              </a:spcBef>
              <a:spcAft>
                <a:spcPts val="0"/>
              </a:spcAft>
              <a:buClr>
                <a:srgbClr val="FFFFFF"/>
              </a:buClr>
              <a:buSzPts val="2000"/>
              <a:buChar char="▹"/>
              <a:defRPr>
                <a:solidFill>
                  <a:srgbClr val="FFFFFF"/>
                </a:solidFill>
              </a:defRPr>
            </a:lvl3pPr>
            <a:lvl4pPr indent="-355600" lvl="3" marL="1828800" rtl="0">
              <a:spcBef>
                <a:spcPts val="0"/>
              </a:spcBef>
              <a:spcAft>
                <a:spcPts val="0"/>
              </a:spcAft>
              <a:buClr>
                <a:srgbClr val="FFFFFF"/>
              </a:buClr>
              <a:buSzPts val="2000"/>
              <a:buChar char="●"/>
              <a:defRPr>
                <a:solidFill>
                  <a:srgbClr val="FFFFFF"/>
                </a:solidFill>
              </a:defRPr>
            </a:lvl4pPr>
            <a:lvl5pPr indent="-355600" lvl="4" marL="2286000" rtl="0">
              <a:spcBef>
                <a:spcPts val="0"/>
              </a:spcBef>
              <a:spcAft>
                <a:spcPts val="0"/>
              </a:spcAft>
              <a:buClr>
                <a:srgbClr val="FFFFFF"/>
              </a:buClr>
              <a:buSzPts val="2000"/>
              <a:buChar char="○"/>
              <a:defRPr>
                <a:solidFill>
                  <a:srgbClr val="FFFFFF"/>
                </a:solidFill>
              </a:defRPr>
            </a:lvl5pPr>
            <a:lvl6pPr indent="-355600" lvl="5" marL="2743200" rtl="0">
              <a:spcBef>
                <a:spcPts val="0"/>
              </a:spcBef>
              <a:spcAft>
                <a:spcPts val="0"/>
              </a:spcAft>
              <a:buClr>
                <a:srgbClr val="FFFFFF"/>
              </a:buClr>
              <a:buSzPts val="2000"/>
              <a:buChar char="■"/>
              <a:defRPr>
                <a:solidFill>
                  <a:srgbClr val="FFFFFF"/>
                </a:solidFill>
              </a:defRPr>
            </a:lvl6pPr>
            <a:lvl7pPr indent="-355600" lvl="6" marL="3200400" rtl="0">
              <a:spcBef>
                <a:spcPts val="0"/>
              </a:spcBef>
              <a:spcAft>
                <a:spcPts val="0"/>
              </a:spcAft>
              <a:buClr>
                <a:srgbClr val="FFFFFF"/>
              </a:buClr>
              <a:buSzPts val="2000"/>
              <a:buChar char="●"/>
              <a:defRPr>
                <a:solidFill>
                  <a:srgbClr val="FFFFFF"/>
                </a:solidFill>
              </a:defRPr>
            </a:lvl7pPr>
            <a:lvl8pPr indent="-355600" lvl="7" marL="3657600" rtl="0">
              <a:spcBef>
                <a:spcPts val="0"/>
              </a:spcBef>
              <a:spcAft>
                <a:spcPts val="0"/>
              </a:spcAft>
              <a:buClr>
                <a:srgbClr val="FFFFFF"/>
              </a:buClr>
              <a:buSzPts val="2000"/>
              <a:buChar char="○"/>
              <a:defRPr>
                <a:solidFill>
                  <a:srgbClr val="FFFFFF"/>
                </a:solidFill>
              </a:defRPr>
            </a:lvl8pPr>
            <a:lvl9pPr indent="-355600" lvl="8" marL="4114800" rtl="0">
              <a:spcBef>
                <a:spcPts val="0"/>
              </a:spcBef>
              <a:spcAft>
                <a:spcPts val="0"/>
              </a:spcAft>
              <a:buClr>
                <a:srgbClr val="FFFFFF"/>
              </a:buClr>
              <a:buSzPts val="2000"/>
              <a:buChar char="■"/>
              <a:defRPr>
                <a:solidFill>
                  <a:srgbClr val="FFFFFF"/>
                </a:solidFill>
              </a:defRPr>
            </a:lvl9pPr>
          </a:lstStyle>
          <a:p/>
        </p:txBody>
      </p:sp>
    </p:spTree>
  </p:cSld>
  <p:clrMapOvr>
    <a:masterClrMapping/>
  </p:clrMapOvr>
  <p:extLst>
    <p:ext uri="{DCECCB84-F9BA-43D5-87BE-67443E8EF086}">
      <p15:sldGuideLst>
        <p15:guide id="1" pos="528">
          <p15:clr>
            <a:srgbClr val="FA7B17"/>
          </p15:clr>
        </p15:guide>
        <p15:guide id="2" pos="5232">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1">
  <p:cSld name="BLANK_1_1">
    <p:bg>
      <p:bgPr>
        <a:noFill/>
      </p:bgPr>
    </p:bg>
    <p:spTree>
      <p:nvGrpSpPr>
        <p:cNvPr id="90" name="Shape 90"/>
        <p:cNvGrpSpPr/>
        <p:nvPr/>
      </p:nvGrpSpPr>
      <p:grpSpPr>
        <a:xfrm>
          <a:off x="0" y="0"/>
          <a:ext cx="0" cy="0"/>
          <a:chOff x="0" y="0"/>
          <a:chExt cx="0" cy="0"/>
        </a:xfrm>
      </p:grpSpPr>
      <p:sp>
        <p:nvSpPr>
          <p:cNvPr id="91" name="Google Shape;91;p1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p:cSld name="BLANK_1_1_1">
    <p:spTree>
      <p:nvGrpSpPr>
        <p:cNvPr id="92" name="Shape 92"/>
        <p:cNvGrpSpPr/>
        <p:nvPr/>
      </p:nvGrpSpPr>
      <p:grpSpPr>
        <a:xfrm>
          <a:off x="0" y="0"/>
          <a:ext cx="0" cy="0"/>
          <a:chOff x="0" y="0"/>
          <a:chExt cx="0" cy="0"/>
        </a:xfrm>
      </p:grpSpPr>
      <p:sp>
        <p:nvSpPr>
          <p:cNvPr id="93" name="Google Shape;93;p18"/>
          <p:cNvSpPr/>
          <p:nvPr/>
        </p:nvSpPr>
        <p:spPr>
          <a:xfrm flipH="1">
            <a:off x="0" y="159275"/>
            <a:ext cx="9143546" cy="4997500"/>
          </a:xfrm>
          <a:custGeom>
            <a:rect b="b" l="l" r="r" t="t"/>
            <a:pathLst>
              <a:path extrusionOk="0" h="199900" w="364757">
                <a:moveTo>
                  <a:pt x="0" y="0"/>
                </a:moveTo>
                <a:lnTo>
                  <a:pt x="0" y="199900"/>
                </a:lnTo>
                <a:lnTo>
                  <a:pt x="364757" y="199900"/>
                </a:lnTo>
                <a:lnTo>
                  <a:pt x="364757" y="6637"/>
                </a:lnTo>
                <a:close/>
              </a:path>
            </a:pathLst>
          </a:custGeom>
          <a:solidFill>
            <a:srgbClr val="000000">
              <a:alpha val="7310"/>
            </a:srgbClr>
          </a:solidFill>
          <a:ln>
            <a:noFill/>
          </a:ln>
        </p:spPr>
      </p:sp>
      <p:sp>
        <p:nvSpPr>
          <p:cNvPr id="94" name="Google Shape;94;p18"/>
          <p:cNvSpPr/>
          <p:nvPr/>
        </p:nvSpPr>
        <p:spPr>
          <a:xfrm flipH="1">
            <a:off x="225" y="238925"/>
            <a:ext cx="9143546" cy="4918040"/>
          </a:xfrm>
          <a:custGeom>
            <a:rect b="b" l="l" r="r" t="t"/>
            <a:pathLst>
              <a:path extrusionOk="0" h="199900" w="364757">
                <a:moveTo>
                  <a:pt x="0" y="0"/>
                </a:moveTo>
                <a:lnTo>
                  <a:pt x="0" y="199900"/>
                </a:lnTo>
                <a:lnTo>
                  <a:pt x="364757" y="199900"/>
                </a:lnTo>
                <a:lnTo>
                  <a:pt x="364757" y="6637"/>
                </a:lnTo>
                <a:close/>
              </a:path>
            </a:pathLst>
          </a:custGeom>
          <a:solidFill>
            <a:schemeClr val="lt1"/>
          </a:solidFill>
          <a:ln>
            <a:noFill/>
          </a:ln>
        </p:spPr>
      </p:sp>
      <p:sp>
        <p:nvSpPr>
          <p:cNvPr id="95" name="Google Shape;95;p18"/>
          <p:cNvSpPr txBox="1"/>
          <p:nvPr>
            <p:ph type="title"/>
          </p:nvPr>
        </p:nvSpPr>
        <p:spPr>
          <a:xfrm>
            <a:off x="876375" y="893500"/>
            <a:ext cx="74058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96" name="Google Shape;96;p1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8"/>
          <p:cNvSpPr txBox="1"/>
          <p:nvPr>
            <p:ph idx="1" type="body"/>
          </p:nvPr>
        </p:nvSpPr>
        <p:spPr>
          <a:xfrm>
            <a:off x="861825" y="1455400"/>
            <a:ext cx="7405800" cy="2255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Clr>
                <a:schemeClr val="dk1"/>
              </a:buClr>
              <a:buSzPts val="1600"/>
              <a:buFont typeface="Karla"/>
              <a:buChar char="▸"/>
              <a:defRPr sz="1600">
                <a:solidFill>
                  <a:schemeClr val="dk1"/>
                </a:solidFill>
                <a:latin typeface="Karla"/>
                <a:ea typeface="Karla"/>
                <a:cs typeface="Karla"/>
                <a:sym typeface="Karla"/>
              </a:defRPr>
            </a:lvl1pPr>
            <a:lvl2pPr indent="-330200" lvl="1" marL="9144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2pPr>
            <a:lvl3pPr indent="-330200" lvl="2" marL="13716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3pPr>
            <a:lvl4pPr indent="-330200" lvl="3" marL="18288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4pPr>
            <a:lvl5pPr indent="-330200" lvl="4" marL="22860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5pPr>
            <a:lvl6pPr indent="-330200" lvl="5" marL="27432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6pPr>
            <a:lvl7pPr indent="-330200" lvl="6" marL="32004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7pPr>
            <a:lvl8pPr indent="-330200" lvl="7" marL="36576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8pPr>
            <a:lvl9pPr indent="-330200" lvl="8" marL="41148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9pPr>
          </a:lstStyle>
          <a:p/>
        </p:txBody>
      </p:sp>
    </p:spTree>
  </p:cSld>
  <p:clrMapOvr>
    <a:masterClrMapping/>
  </p:clrMapOvr>
  <p:extLst>
    <p:ext uri="{DCECCB84-F9BA-43D5-87BE-67443E8EF086}">
      <p15:sldGuideLst>
        <p15:guide id="1" pos="567">
          <p15:clr>
            <a:srgbClr val="FA7B17"/>
          </p15:clr>
        </p15:guide>
        <p15:guide id="2" pos="5193">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BLANK_1_4">
    <p:spTree>
      <p:nvGrpSpPr>
        <p:cNvPr id="98" name="Shape 98"/>
        <p:cNvGrpSpPr/>
        <p:nvPr/>
      </p:nvGrpSpPr>
      <p:grpSpPr>
        <a:xfrm>
          <a:off x="0" y="0"/>
          <a:ext cx="0" cy="0"/>
          <a:chOff x="0" y="0"/>
          <a:chExt cx="0" cy="0"/>
        </a:xfrm>
      </p:grpSpPr>
      <p:sp>
        <p:nvSpPr>
          <p:cNvPr id="99" name="Google Shape;99;p1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p:cSld name="BLANK_1_1_2">
    <p:bg>
      <p:bgPr>
        <a:solidFill>
          <a:srgbClr val="333333"/>
        </a:solidFill>
      </p:bgPr>
    </p:bg>
    <p:spTree>
      <p:nvGrpSpPr>
        <p:cNvPr id="100" name="Shape 100"/>
        <p:cNvGrpSpPr/>
        <p:nvPr/>
      </p:nvGrpSpPr>
      <p:grpSpPr>
        <a:xfrm>
          <a:off x="0" y="0"/>
          <a:ext cx="0" cy="0"/>
          <a:chOff x="0" y="0"/>
          <a:chExt cx="0" cy="0"/>
        </a:xfrm>
      </p:grpSpPr>
      <p:grpSp>
        <p:nvGrpSpPr>
          <p:cNvPr id="101" name="Google Shape;101;p20"/>
          <p:cNvGrpSpPr/>
          <p:nvPr/>
        </p:nvGrpSpPr>
        <p:grpSpPr>
          <a:xfrm>
            <a:off x="1227210" y="-10450"/>
            <a:ext cx="7915701" cy="5164387"/>
            <a:chOff x="1113125" y="-10450"/>
            <a:chExt cx="8443415" cy="5164387"/>
          </a:xfrm>
        </p:grpSpPr>
        <p:sp>
          <p:nvSpPr>
            <p:cNvPr id="102" name="Google Shape;102;p20"/>
            <p:cNvSpPr/>
            <p:nvPr/>
          </p:nvSpPr>
          <p:spPr>
            <a:xfrm rot="10800000">
              <a:off x="1113125" y="-10450"/>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103" name="Google Shape;103;p20"/>
            <p:cNvSpPr/>
            <p:nvPr/>
          </p:nvSpPr>
          <p:spPr>
            <a:xfrm rot="10800000">
              <a:off x="1327225" y="-10450"/>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grpSp>
      <p:sp>
        <p:nvSpPr>
          <p:cNvPr id="104" name="Google Shape;104;p2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06" name="Google Shape;106;p20"/>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lvl1pPr lvl="0">
              <a:spcBef>
                <a:spcPts val="600"/>
              </a:spcBef>
              <a:spcAft>
                <a:spcPts val="0"/>
              </a:spcAft>
              <a:buSzPts val="2000"/>
              <a:buFont typeface="Fira Code"/>
              <a:buNone/>
              <a:defRPr>
                <a:latin typeface="Fira Code"/>
                <a:ea typeface="Fira Code"/>
                <a:cs typeface="Fira Code"/>
                <a:sym typeface="Fira Code"/>
              </a:defRPr>
            </a:lvl1pPr>
            <a:lvl2pPr lvl="1">
              <a:spcBef>
                <a:spcPts val="0"/>
              </a:spcBef>
              <a:spcAft>
                <a:spcPts val="0"/>
              </a:spcAft>
              <a:buSzPts val="1500"/>
              <a:buFont typeface="Fira Code"/>
              <a:buNone/>
              <a:defRPr sz="1500">
                <a:latin typeface="Fira Code"/>
                <a:ea typeface="Fira Code"/>
                <a:cs typeface="Fira Code"/>
                <a:sym typeface="Fira Code"/>
              </a:defRPr>
            </a:lvl2pPr>
            <a:lvl3pPr lvl="2">
              <a:spcBef>
                <a:spcPts val="0"/>
              </a:spcBef>
              <a:spcAft>
                <a:spcPts val="0"/>
              </a:spcAft>
              <a:buSzPts val="1500"/>
              <a:buFont typeface="Fira Code"/>
              <a:buNone/>
              <a:defRPr sz="1500">
                <a:latin typeface="Fira Code"/>
                <a:ea typeface="Fira Code"/>
                <a:cs typeface="Fira Code"/>
                <a:sym typeface="Fira Code"/>
              </a:defRPr>
            </a:lvl3pPr>
            <a:lvl4pPr lvl="3">
              <a:spcBef>
                <a:spcPts val="0"/>
              </a:spcBef>
              <a:spcAft>
                <a:spcPts val="0"/>
              </a:spcAft>
              <a:buSzPts val="1500"/>
              <a:buFont typeface="Fira Code"/>
              <a:buNone/>
              <a:defRPr sz="1500">
                <a:latin typeface="Fira Code"/>
                <a:ea typeface="Fira Code"/>
                <a:cs typeface="Fira Code"/>
                <a:sym typeface="Fira Code"/>
              </a:defRPr>
            </a:lvl4pPr>
            <a:lvl5pPr lvl="4">
              <a:spcBef>
                <a:spcPts val="0"/>
              </a:spcBef>
              <a:spcAft>
                <a:spcPts val="0"/>
              </a:spcAft>
              <a:buSzPts val="1500"/>
              <a:buFont typeface="Fira Code"/>
              <a:buNone/>
              <a:defRPr sz="1500">
                <a:latin typeface="Fira Code"/>
                <a:ea typeface="Fira Code"/>
                <a:cs typeface="Fira Code"/>
                <a:sym typeface="Fira Code"/>
              </a:defRPr>
            </a:lvl5pPr>
            <a:lvl6pPr lvl="5">
              <a:spcBef>
                <a:spcPts val="0"/>
              </a:spcBef>
              <a:spcAft>
                <a:spcPts val="0"/>
              </a:spcAft>
              <a:buSzPts val="1500"/>
              <a:buFont typeface="Fira Code"/>
              <a:buNone/>
              <a:defRPr sz="1500">
                <a:latin typeface="Fira Code"/>
                <a:ea typeface="Fira Code"/>
                <a:cs typeface="Fira Code"/>
                <a:sym typeface="Fira Code"/>
              </a:defRPr>
            </a:lvl6pPr>
            <a:lvl7pPr lvl="6">
              <a:spcBef>
                <a:spcPts val="0"/>
              </a:spcBef>
              <a:spcAft>
                <a:spcPts val="0"/>
              </a:spcAft>
              <a:buSzPts val="1500"/>
              <a:buFont typeface="Fira Code"/>
              <a:buNone/>
              <a:defRPr sz="1500">
                <a:latin typeface="Fira Code"/>
                <a:ea typeface="Fira Code"/>
                <a:cs typeface="Fira Code"/>
                <a:sym typeface="Fira Code"/>
              </a:defRPr>
            </a:lvl7pPr>
            <a:lvl8pPr lvl="7">
              <a:spcBef>
                <a:spcPts val="0"/>
              </a:spcBef>
              <a:spcAft>
                <a:spcPts val="0"/>
              </a:spcAft>
              <a:buSzPts val="1500"/>
              <a:buFont typeface="Fira Code"/>
              <a:buNone/>
              <a:defRPr sz="1500">
                <a:latin typeface="Fira Code"/>
                <a:ea typeface="Fira Code"/>
                <a:cs typeface="Fira Code"/>
                <a:sym typeface="Fira Code"/>
              </a:defRPr>
            </a:lvl8pPr>
            <a:lvl9pPr lvl="8">
              <a:spcBef>
                <a:spcPts val="0"/>
              </a:spcBef>
              <a:spcAft>
                <a:spcPts val="0"/>
              </a:spcAft>
              <a:buSzPts val="1500"/>
              <a:buFont typeface="Fira Code"/>
              <a:buNone/>
              <a:defRPr sz="1500">
                <a:latin typeface="Fira Code"/>
                <a:ea typeface="Fira Code"/>
                <a:cs typeface="Fira Code"/>
                <a:sym typeface="Fira Code"/>
              </a:defRPr>
            </a:lvl9pPr>
          </a:lstStyle>
          <a:p/>
        </p:txBody>
      </p:sp>
      <p:sp>
        <p:nvSpPr>
          <p:cNvPr id="107" name="Google Shape;107;p20"/>
          <p:cNvSpPr txBox="1"/>
          <p:nvPr>
            <p:ph idx="2" type="body"/>
          </p:nvPr>
        </p:nvSpPr>
        <p:spPr>
          <a:xfrm>
            <a:off x="2692125" y="1504950"/>
            <a:ext cx="5324100" cy="2255700"/>
          </a:xfrm>
          <a:prstGeom prst="rect">
            <a:avLst/>
          </a:prstGeom>
        </p:spPr>
        <p:txBody>
          <a:bodyPr anchorCtr="0" anchor="t" bIns="91425" lIns="91425" spcFirstLastPara="1" rIns="91425" wrap="square" tIns="91425">
            <a:sp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1">
  <p:cSld name="BLANK_1_1_2_1">
    <p:bg>
      <p:bgPr>
        <a:noFill/>
      </p:bgPr>
    </p:bg>
    <p:spTree>
      <p:nvGrpSpPr>
        <p:cNvPr id="108" name="Shape 108"/>
        <p:cNvGrpSpPr/>
        <p:nvPr/>
      </p:nvGrpSpPr>
      <p:grpSpPr>
        <a:xfrm>
          <a:off x="0" y="0"/>
          <a:ext cx="0" cy="0"/>
          <a:chOff x="0" y="0"/>
          <a:chExt cx="0" cy="0"/>
        </a:xfrm>
      </p:grpSpPr>
      <p:sp>
        <p:nvSpPr>
          <p:cNvPr id="109" name="Google Shape;109;p2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1"/>
          <p:cNvSpPr/>
          <p:nvPr/>
        </p:nvSpPr>
        <p:spPr>
          <a:xfrm>
            <a:off x="0" y="0"/>
            <a:ext cx="2379000" cy="5156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1"/>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12" name="Google Shape;112;p21"/>
          <p:cNvSpPr txBox="1"/>
          <p:nvPr>
            <p:ph idx="1" type="body"/>
          </p:nvPr>
        </p:nvSpPr>
        <p:spPr>
          <a:xfrm>
            <a:off x="2819450" y="1504950"/>
            <a:ext cx="5823300" cy="2255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113" name="Google Shape;113;p21"/>
          <p:cNvSpPr/>
          <p:nvPr/>
        </p:nvSpPr>
        <p:spPr>
          <a:xfrm>
            <a:off x="2377450" y="0"/>
            <a:ext cx="543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ample">
  <p:cSld name="TITLE_AND_BODY_1">
    <p:bg>
      <p:bgPr>
        <a:noFill/>
      </p:bgPr>
    </p:bg>
    <p:spTree>
      <p:nvGrpSpPr>
        <p:cNvPr id="114" name="Shape 114"/>
        <p:cNvGrpSpPr/>
        <p:nvPr/>
      </p:nvGrpSpPr>
      <p:grpSpPr>
        <a:xfrm>
          <a:off x="0" y="0"/>
          <a:ext cx="0" cy="0"/>
          <a:chOff x="0" y="0"/>
          <a:chExt cx="0" cy="0"/>
        </a:xfrm>
      </p:grpSpPr>
      <p:sp>
        <p:nvSpPr>
          <p:cNvPr id="115" name="Google Shape;115;p22"/>
          <p:cNvSpPr txBox="1"/>
          <p:nvPr>
            <p:ph type="title"/>
          </p:nvPr>
        </p:nvSpPr>
        <p:spPr>
          <a:xfrm>
            <a:off x="838350" y="893500"/>
            <a:ext cx="71880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16" name="Google Shape;116;p22"/>
          <p:cNvSpPr txBox="1"/>
          <p:nvPr>
            <p:ph idx="1" type="body"/>
          </p:nvPr>
        </p:nvSpPr>
        <p:spPr>
          <a:xfrm>
            <a:off x="838250" y="1504950"/>
            <a:ext cx="7540500" cy="2255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117" name="Google Shape;117;p2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3">
  <p:cSld name="BLANK_1_5">
    <p:spTree>
      <p:nvGrpSpPr>
        <p:cNvPr id="118" name="Shape 118"/>
        <p:cNvGrpSpPr/>
        <p:nvPr/>
      </p:nvGrpSpPr>
      <p:grpSpPr>
        <a:xfrm>
          <a:off x="0" y="0"/>
          <a:ext cx="0" cy="0"/>
          <a:chOff x="0" y="0"/>
          <a:chExt cx="0" cy="0"/>
        </a:xfrm>
      </p:grpSpPr>
      <p:sp>
        <p:nvSpPr>
          <p:cNvPr id="119" name="Google Shape;119;p2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33333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741100"/>
            <a:ext cx="5185200" cy="4746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1pPr>
            <a:lvl2pPr lvl="1">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2pPr>
            <a:lvl3pPr lvl="2">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3pPr>
            <a:lvl4pPr lvl="3">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4pPr>
            <a:lvl5pPr lvl="4">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5pPr>
            <a:lvl6pPr lvl="5">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6pPr>
            <a:lvl7pPr lvl="6">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7pPr>
            <a:lvl8pPr lvl="7">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8pPr>
            <a:lvl9pPr lvl="8">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9pPr>
          </a:lstStyle>
          <a:p/>
        </p:txBody>
      </p:sp>
      <p:sp>
        <p:nvSpPr>
          <p:cNvPr id="7" name="Google Shape;7;p1"/>
          <p:cNvSpPr txBox="1"/>
          <p:nvPr>
            <p:ph idx="1" type="body"/>
          </p:nvPr>
        </p:nvSpPr>
        <p:spPr>
          <a:xfrm>
            <a:off x="457200" y="1352550"/>
            <a:ext cx="5185200" cy="2255700"/>
          </a:xfrm>
          <a:prstGeom prst="rect">
            <a:avLst/>
          </a:prstGeom>
          <a:noFill/>
          <a:ln>
            <a:noFill/>
          </a:ln>
        </p:spPr>
        <p:txBody>
          <a:bodyPr anchorCtr="0" anchor="t" bIns="91425" lIns="91425" spcFirstLastPara="1" rIns="91425" wrap="square" tIns="91425">
            <a:noAutofit/>
          </a:bodyPr>
          <a:lstStyle>
            <a:lvl1pPr indent="-355600" lvl="0" marL="457200">
              <a:spcBef>
                <a:spcPts val="600"/>
              </a:spcBef>
              <a:spcAft>
                <a:spcPts val="0"/>
              </a:spcAft>
              <a:buClr>
                <a:schemeClr val="dk1"/>
              </a:buClr>
              <a:buSzPts val="2000"/>
              <a:buFont typeface="Karla"/>
              <a:buChar char="▸"/>
              <a:defRPr sz="2000">
                <a:solidFill>
                  <a:schemeClr val="dk1"/>
                </a:solidFill>
                <a:latin typeface="Karla"/>
                <a:ea typeface="Karla"/>
                <a:cs typeface="Karla"/>
                <a:sym typeface="Karla"/>
              </a:defRPr>
            </a:lvl1pPr>
            <a:lvl2pPr indent="-355600" lvl="1" marL="9144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2pPr>
            <a:lvl3pPr indent="-355600" lvl="2" marL="13716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3pPr>
            <a:lvl4pPr indent="-355600" lvl="3" marL="18288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4pPr>
            <a:lvl5pPr indent="-355600" lvl="4" marL="22860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5pPr>
            <a:lvl6pPr indent="-355600" lvl="5" marL="27432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6pPr>
            <a:lvl7pPr indent="-355600" lvl="6" marL="32004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7pPr>
            <a:lvl8pPr indent="-355600" lvl="7" marL="36576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8pPr>
            <a:lvl9pPr indent="-355600" lvl="8" marL="41148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9pPr>
          </a:lstStyle>
          <a:p/>
        </p:txBody>
      </p:sp>
      <p:sp>
        <p:nvSpPr>
          <p:cNvPr id="8" name="Google Shape;8;p1"/>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lvl="0" algn="r">
              <a:buNone/>
              <a:defRPr b="1" sz="1300">
                <a:solidFill>
                  <a:schemeClr val="lt1"/>
                </a:solidFill>
                <a:latin typeface="Montserrat"/>
                <a:ea typeface="Montserrat"/>
                <a:cs typeface="Montserrat"/>
                <a:sym typeface="Montserrat"/>
              </a:defRPr>
            </a:lvl1pPr>
            <a:lvl2pPr lvl="1" algn="r">
              <a:buNone/>
              <a:defRPr b="1" sz="1300">
                <a:solidFill>
                  <a:schemeClr val="lt1"/>
                </a:solidFill>
                <a:latin typeface="Montserrat"/>
                <a:ea typeface="Montserrat"/>
                <a:cs typeface="Montserrat"/>
                <a:sym typeface="Montserrat"/>
              </a:defRPr>
            </a:lvl2pPr>
            <a:lvl3pPr lvl="2" algn="r">
              <a:buNone/>
              <a:defRPr b="1" sz="1300">
                <a:solidFill>
                  <a:schemeClr val="lt1"/>
                </a:solidFill>
                <a:latin typeface="Montserrat"/>
                <a:ea typeface="Montserrat"/>
                <a:cs typeface="Montserrat"/>
                <a:sym typeface="Montserrat"/>
              </a:defRPr>
            </a:lvl3pPr>
            <a:lvl4pPr lvl="3" algn="r">
              <a:buNone/>
              <a:defRPr b="1" sz="1300">
                <a:solidFill>
                  <a:schemeClr val="lt1"/>
                </a:solidFill>
                <a:latin typeface="Montserrat"/>
                <a:ea typeface="Montserrat"/>
                <a:cs typeface="Montserrat"/>
                <a:sym typeface="Montserrat"/>
              </a:defRPr>
            </a:lvl4pPr>
            <a:lvl5pPr lvl="4" algn="r">
              <a:buNone/>
              <a:defRPr b="1" sz="1300">
                <a:solidFill>
                  <a:schemeClr val="lt1"/>
                </a:solidFill>
                <a:latin typeface="Montserrat"/>
                <a:ea typeface="Montserrat"/>
                <a:cs typeface="Montserrat"/>
                <a:sym typeface="Montserrat"/>
              </a:defRPr>
            </a:lvl5pPr>
            <a:lvl6pPr lvl="5" algn="r">
              <a:buNone/>
              <a:defRPr b="1" sz="1300">
                <a:solidFill>
                  <a:schemeClr val="lt1"/>
                </a:solidFill>
                <a:latin typeface="Montserrat"/>
                <a:ea typeface="Montserrat"/>
                <a:cs typeface="Montserrat"/>
                <a:sym typeface="Montserrat"/>
              </a:defRPr>
            </a:lvl6pPr>
            <a:lvl7pPr lvl="6" algn="r">
              <a:buNone/>
              <a:defRPr b="1" sz="1300">
                <a:solidFill>
                  <a:schemeClr val="lt1"/>
                </a:solidFill>
                <a:latin typeface="Montserrat"/>
                <a:ea typeface="Montserrat"/>
                <a:cs typeface="Montserrat"/>
                <a:sym typeface="Montserrat"/>
              </a:defRPr>
            </a:lvl7pPr>
            <a:lvl8pPr lvl="7" algn="r">
              <a:buNone/>
              <a:defRPr b="1" sz="1300">
                <a:solidFill>
                  <a:schemeClr val="lt1"/>
                </a:solidFill>
                <a:latin typeface="Montserrat"/>
                <a:ea typeface="Montserrat"/>
                <a:cs typeface="Montserrat"/>
                <a:sym typeface="Montserrat"/>
              </a:defRPr>
            </a:lvl8pPr>
            <a:lvl9pPr lvl="8" algn="r">
              <a:buNone/>
              <a:defRPr b="1" sz="13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PROGRESS_BAR_I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PROGRESS_BAR_I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PROGRESS_BAR_I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hyperlink" Target="#PROGRESS_BAR_I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PROGRESS_BAR_I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PROGRESS_BAR_I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PROGRESS_BAR_I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PROGRESS_BAR_I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PROGRESS_BAR_I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PROGRESS_BAR_I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PROGRESS_BAR_I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PROGRESS_BAR_I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hyperlink" Target="#PROGRESS_BAR_I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PROGRESS_BAR_I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https://git-scm.com/download/mac" TargetMode="External"/><Relationship Id="rId4" Type="http://schemas.openxmlformats.org/officeDocument/2006/relationships/hyperlink" Target="https://git-scm.com/download/win" TargetMode="External"/><Relationship Id="rId5" Type="http://schemas.openxmlformats.org/officeDocument/2006/relationships/hyperlink" Target="https://git-scm.com/download/linux" TargetMode="External"/><Relationship Id="rId6" Type="http://schemas.openxmlformats.org/officeDocument/2006/relationships/hyperlink" Target="#PROGRESS_BAR_I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https://github.com/signup" TargetMode="External"/><Relationship Id="rId4" Type="http://schemas.openxmlformats.org/officeDocument/2006/relationships/hyperlink" Target="https://docs.github.com/en/authentication/connecting-to-github-with-ssh/adding-a-new-ssh-key-to-your-github-account" TargetMode="External"/><Relationship Id="rId5" Type="http://schemas.openxmlformats.org/officeDocument/2006/relationships/hyperlink" Target="#PROGRESS_BAR_I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git-scm.com/downloads/guis" TargetMode="External"/><Relationship Id="rId4" Type="http://schemas.openxmlformats.org/officeDocument/2006/relationships/hyperlink" Target="https://www.gitkraken.com/" TargetMode="External"/><Relationship Id="rId5" Type="http://schemas.openxmlformats.org/officeDocument/2006/relationships/hyperlink" Target="https://www.sourcetreeapp.com/#:~:text=A%20free%20Git%20client%20for,you%20can%20focus%20on%20coding" TargetMode="External"/><Relationship Id="rId6" Type="http://schemas.openxmlformats.org/officeDocument/2006/relationships/hyperlink" Target="https://desktop.github.com/" TargetMode="External"/><Relationship Id="rId7" Type="http://schemas.openxmlformats.org/officeDocument/2006/relationships/hyperlink" Target="#PROGRESS_BAR_I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PROGRESS_BAR_I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hyperlink" Target="#PROGRESS_BAR_I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hyperlink" Target="#PROGRESS_BAR_I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hyperlink" Target="#PROGRESS_BAR_I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hyperlink" Target="#PROGRESS_BAR_I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hyperlink" Target="#PROGRESS_BAR_I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hyperlink" Target="#PROGRESS_BAR_I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hyperlink" Target="#PROGRESS_BAR_ID"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PROGRESS_BAR_I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hyperlink" Target="#PROGRESS_BAR_ID"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PROGRESS_BAR_ID"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hyperlink" Target="#PROGRESS_BAR_I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7.png"/><Relationship Id="rId4" Type="http://schemas.openxmlformats.org/officeDocument/2006/relationships/hyperlink" Target="#PROGRESS_BAR_ID"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hyperlink" Target="#PROGRESS_BAR_ID"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hyperlink" Target="#PROGRESS_BAR_ID"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hyperlink" Target="#PROGRESS_BAR_ID"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9.png"/><Relationship Id="rId4" Type="http://schemas.openxmlformats.org/officeDocument/2006/relationships/hyperlink" Target="#PROGRESS_BAR_ID"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hyperlink" Target="#PROGRESS_BAR_ID"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hyperlink" Target="#PROGRESS_BAR_ID"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9.png"/><Relationship Id="rId4" Type="http://schemas.openxmlformats.org/officeDocument/2006/relationships/hyperlink" Target="#PROGRESS_BAR_ID"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hyperlink" Target="https://learngitbranching.js.org/?locale=it_IT" TargetMode="External"/><Relationship Id="rId4" Type="http://schemas.openxmlformats.org/officeDocument/2006/relationships/hyperlink" Target="https://code.visualstudio.com/docs/sourcecontrol/overview" TargetMode="External"/><Relationship Id="rId5" Type="http://schemas.openxmlformats.org/officeDocument/2006/relationships/hyperlink" Target="#PROGRESS_BAR_ID" TargetMode="External"/><Relationship Id="rId6" Type="http://schemas.openxmlformats.org/officeDocument/2006/relationships/hyperlink" Target="https://education.github.com/git-cheat-sheet-education.pdf"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PROGRESS_BAR_I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23" name="Shape 123"/>
        <p:cNvGrpSpPr/>
        <p:nvPr/>
      </p:nvGrpSpPr>
      <p:grpSpPr>
        <a:xfrm>
          <a:off x="0" y="0"/>
          <a:ext cx="0" cy="0"/>
          <a:chOff x="0" y="0"/>
          <a:chExt cx="0" cy="0"/>
        </a:xfrm>
      </p:grpSpPr>
      <p:sp>
        <p:nvSpPr>
          <p:cNvPr id="124" name="Google Shape;124;p24"/>
          <p:cNvSpPr txBox="1"/>
          <p:nvPr>
            <p:ph type="ctrTitle"/>
          </p:nvPr>
        </p:nvSpPr>
        <p:spPr>
          <a:xfrm>
            <a:off x="648300" y="3175950"/>
            <a:ext cx="4229100" cy="118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Corso di</a:t>
            </a:r>
            <a:endParaRPr/>
          </a:p>
          <a:p>
            <a:pPr indent="0" lvl="0" marL="0" rtl="0" algn="l">
              <a:spcBef>
                <a:spcPts val="0"/>
              </a:spcBef>
              <a:spcAft>
                <a:spcPts val="0"/>
              </a:spcAft>
              <a:buNone/>
            </a:pPr>
            <a:r>
              <a:rPr lang="en">
                <a:solidFill>
                  <a:srgbClr val="333333"/>
                </a:solidFill>
              </a:rPr>
              <a:t>CVeDI (8 CFU)</a:t>
            </a:r>
            <a:r>
              <a:rPr lang="en"/>
              <a:t> </a:t>
            </a:r>
            <a:endParaRPr/>
          </a:p>
        </p:txBody>
      </p:sp>
      <p:grpSp>
        <p:nvGrpSpPr>
          <p:cNvPr id="125" name="Google Shape;125;p24"/>
          <p:cNvGrpSpPr/>
          <p:nvPr/>
        </p:nvGrpSpPr>
        <p:grpSpPr>
          <a:xfrm>
            <a:off x="770812" y="2018590"/>
            <a:ext cx="387933" cy="367467"/>
            <a:chOff x="2583100" y="2973775"/>
            <a:chExt cx="461550" cy="437200"/>
          </a:xfrm>
        </p:grpSpPr>
        <p:sp>
          <p:nvSpPr>
            <p:cNvPr id="126" name="Google Shape;126;p24"/>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1217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4"/>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1217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8" name="Google Shape;128;p24"/>
          <p:cNvCxnSpPr/>
          <p:nvPr/>
        </p:nvCxnSpPr>
        <p:spPr>
          <a:xfrm>
            <a:off x="754150" y="2784125"/>
            <a:ext cx="1516800" cy="0"/>
          </a:xfrm>
          <a:prstGeom prst="straightConnector1">
            <a:avLst/>
          </a:prstGeom>
          <a:noFill/>
          <a:ln cap="flat" cmpd="sng" w="19050">
            <a:solidFill>
              <a:srgbClr val="999999"/>
            </a:solidFill>
            <a:prstDash val="solid"/>
            <a:round/>
            <a:headEnd len="med" w="med" type="none"/>
            <a:tailEnd len="med" w="med" type="none"/>
          </a:ln>
        </p:spPr>
      </p:cxnSp>
      <p:sp>
        <p:nvSpPr>
          <p:cNvPr id="129" name="Google Shape;129;p24"/>
          <p:cNvSpPr txBox="1"/>
          <p:nvPr/>
        </p:nvSpPr>
        <p:spPr>
          <a:xfrm>
            <a:off x="682250" y="2416625"/>
            <a:ext cx="2870100" cy="367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200">
                <a:solidFill>
                  <a:srgbClr val="999999"/>
                </a:solidFill>
                <a:latin typeface="Montserrat"/>
                <a:ea typeface="Montserrat"/>
                <a:cs typeface="Montserrat"/>
                <a:sym typeface="Montserrat"/>
              </a:rPr>
              <a:t>ESERCITAZIONE 8</a:t>
            </a:r>
            <a:endParaRPr b="1" sz="1200">
              <a:solidFill>
                <a:srgbClr val="999999"/>
              </a:solidFill>
              <a:latin typeface="Montserrat"/>
              <a:ea typeface="Montserrat"/>
              <a:cs typeface="Montserrat"/>
              <a:sym typeface="Montserrat"/>
            </a:endParaRPr>
          </a:p>
        </p:txBody>
      </p:sp>
      <p:pic>
        <p:nvPicPr>
          <p:cNvPr id="130" name="Google Shape;130;p24"/>
          <p:cNvPicPr preferRelativeResize="0"/>
          <p:nvPr/>
        </p:nvPicPr>
        <p:blipFill>
          <a:blip r:embed="rId3">
            <a:alphaModFix/>
          </a:blip>
          <a:stretch>
            <a:fillRect/>
          </a:stretch>
        </p:blipFill>
        <p:spPr>
          <a:xfrm>
            <a:off x="8052459" y="209475"/>
            <a:ext cx="885366" cy="965400"/>
          </a:xfrm>
          <a:prstGeom prst="rect">
            <a:avLst/>
          </a:prstGeom>
          <a:noFill/>
          <a:ln>
            <a:noFill/>
          </a:ln>
        </p:spPr>
      </p:pic>
      <p:grpSp>
        <p:nvGrpSpPr>
          <p:cNvPr id="131" name="Google Shape;131;p24"/>
          <p:cNvGrpSpPr/>
          <p:nvPr/>
        </p:nvGrpSpPr>
        <p:grpSpPr>
          <a:xfrm>
            <a:off x="7075525" y="209475"/>
            <a:ext cx="935100" cy="965400"/>
            <a:chOff x="2211650" y="411500"/>
            <a:chExt cx="935100" cy="965400"/>
          </a:xfrm>
        </p:grpSpPr>
        <p:sp>
          <p:nvSpPr>
            <p:cNvPr id="132" name="Google Shape;132;p24"/>
            <p:cNvSpPr/>
            <p:nvPr/>
          </p:nvSpPr>
          <p:spPr>
            <a:xfrm>
              <a:off x="2211650" y="411500"/>
              <a:ext cx="935100" cy="965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3" name="Google Shape;133;p24"/>
            <p:cNvPicPr preferRelativeResize="0"/>
            <p:nvPr/>
          </p:nvPicPr>
          <p:blipFill>
            <a:blip r:embed="rId4">
              <a:alphaModFix/>
            </a:blip>
            <a:stretch>
              <a:fillRect/>
            </a:stretch>
          </p:blipFill>
          <p:spPr>
            <a:xfrm>
              <a:off x="2241325" y="456337"/>
              <a:ext cx="875725" cy="875725"/>
            </a:xfrm>
            <a:prstGeom prst="rect">
              <a:avLst/>
            </a:prstGeom>
            <a:noFill/>
            <a:ln>
              <a:noFill/>
            </a:ln>
          </p:spPr>
        </p:pic>
      </p:grpSp>
      <p:sp>
        <p:nvSpPr>
          <p:cNvPr id="134" name="Google Shape;134;p24"/>
          <p:cNvSpPr txBox="1"/>
          <p:nvPr/>
        </p:nvSpPr>
        <p:spPr>
          <a:xfrm>
            <a:off x="5802725" y="3214950"/>
            <a:ext cx="2948700" cy="1693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Verdana"/>
                <a:ea typeface="Verdana"/>
                <a:cs typeface="Verdana"/>
                <a:sym typeface="Verdana"/>
              </a:rPr>
              <a:t>Elia Guarnieri</a:t>
            </a:r>
            <a:endParaRPr b="1" sz="1300">
              <a:solidFill>
                <a:srgbClr val="FFFFFF"/>
              </a:solidFill>
              <a:latin typeface="Verdana"/>
              <a:ea typeface="Verdana"/>
              <a:cs typeface="Verdana"/>
              <a:sym typeface="Verdana"/>
            </a:endParaRPr>
          </a:p>
          <a:p>
            <a:pPr indent="0" lvl="0" marL="0" rtl="0" algn="ctr">
              <a:spcBef>
                <a:spcPts val="0"/>
              </a:spcBef>
              <a:spcAft>
                <a:spcPts val="0"/>
              </a:spcAft>
              <a:buNone/>
            </a:pPr>
            <a:r>
              <a:rPr b="1" i="1" lang="en" sz="1100">
                <a:solidFill>
                  <a:srgbClr val="FFFFFF"/>
                </a:solidFill>
                <a:latin typeface="Verdana"/>
                <a:ea typeface="Verdana"/>
                <a:cs typeface="Verdana"/>
                <a:sym typeface="Verdana"/>
              </a:rPr>
              <a:t>elia.guarnieri@unimib.it</a:t>
            </a:r>
            <a:endParaRPr b="1" i="1" sz="1100">
              <a:solidFill>
                <a:srgbClr val="FFFFF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38" name="Shape 138"/>
        <p:cNvGrpSpPr/>
        <p:nvPr/>
      </p:nvGrpSpPr>
      <p:grpSpPr>
        <a:xfrm>
          <a:off x="0" y="0"/>
          <a:ext cx="0" cy="0"/>
          <a:chOff x="0" y="0"/>
          <a:chExt cx="0" cy="0"/>
        </a:xfrm>
      </p:grpSpPr>
      <p:sp>
        <p:nvSpPr>
          <p:cNvPr id="139" name="Google Shape;139;p2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open source distributed </a:t>
            </a:r>
            <a:r>
              <a:rPr lang="en"/>
              <a:t>version control system</a:t>
            </a:r>
            <a:endParaRPr/>
          </a:p>
        </p:txBody>
      </p:sp>
      <p:sp>
        <p:nvSpPr>
          <p:cNvPr id="140" name="Google Shape;140;p25"/>
          <p:cNvSpPr txBox="1"/>
          <p:nvPr>
            <p:ph idx="1" type="body"/>
          </p:nvPr>
        </p:nvSpPr>
        <p:spPr>
          <a:xfrm>
            <a:off x="838250" y="1504950"/>
            <a:ext cx="5324100" cy="22557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AutoNum type="arabicPeriod"/>
            </a:pPr>
            <a:r>
              <a:rPr lang="en"/>
              <a:t>Cosa è un VCS</a:t>
            </a:r>
            <a:endParaRPr/>
          </a:p>
          <a:p>
            <a:pPr indent="-355600" lvl="0" marL="457200" rtl="0" algn="l">
              <a:spcBef>
                <a:spcPts val="0"/>
              </a:spcBef>
              <a:spcAft>
                <a:spcPts val="0"/>
              </a:spcAft>
              <a:buSzPts val="2000"/>
              <a:buAutoNum type="arabicPeriod"/>
            </a:pPr>
            <a:r>
              <a:rPr lang="en"/>
              <a:t>Git</a:t>
            </a:r>
            <a:endParaRPr/>
          </a:p>
          <a:p>
            <a:pPr indent="-355600" lvl="0" marL="457200" rtl="0" algn="l">
              <a:spcBef>
                <a:spcPts val="0"/>
              </a:spcBef>
              <a:spcAft>
                <a:spcPts val="0"/>
              </a:spcAft>
              <a:buSzPts val="2000"/>
              <a:buAutoNum type="arabicPeriod"/>
            </a:pPr>
            <a:r>
              <a:rPr lang="en"/>
              <a:t>Installare git</a:t>
            </a:r>
            <a:endParaRPr/>
          </a:p>
          <a:p>
            <a:pPr indent="-355600" lvl="0" marL="457200" rtl="0" algn="l">
              <a:spcBef>
                <a:spcPts val="0"/>
              </a:spcBef>
              <a:spcAft>
                <a:spcPts val="0"/>
              </a:spcAft>
              <a:buSzPts val="2000"/>
              <a:buAutoNum type="arabicPeriod"/>
            </a:pPr>
            <a:r>
              <a:rPr lang="en"/>
              <a:t>Git in VSCode</a:t>
            </a:r>
            <a:endParaRPr/>
          </a:p>
          <a:p>
            <a:pPr indent="-355600" lvl="0" marL="457200" rtl="0" algn="l">
              <a:spcBef>
                <a:spcPts val="0"/>
              </a:spcBef>
              <a:spcAft>
                <a:spcPts val="0"/>
              </a:spcAft>
              <a:buSzPts val="2000"/>
              <a:buAutoNum type="arabicPeriod"/>
            </a:pPr>
            <a:r>
              <a:rPr lang="en"/>
              <a:t>Git nel cloud</a:t>
            </a:r>
            <a:endParaRPr/>
          </a:p>
        </p:txBody>
      </p:sp>
      <p:sp>
        <p:nvSpPr>
          <p:cNvPr id="141" name="Google Shape;141;p2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5">
            <a:hlinkClick r:id="rId3"/>
          </p:cNvPr>
          <p:cNvSpPr/>
          <p:nvPr/>
        </p:nvSpPr>
        <p:spPr>
          <a:xfrm>
            <a:off x="0" y="5092700"/>
            <a:ext cx="228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46" name="Shape 146"/>
        <p:cNvGrpSpPr/>
        <p:nvPr/>
      </p:nvGrpSpPr>
      <p:grpSpPr>
        <a:xfrm>
          <a:off x="0" y="0"/>
          <a:ext cx="0" cy="0"/>
          <a:chOff x="0" y="0"/>
          <a:chExt cx="0" cy="0"/>
        </a:xfrm>
      </p:grpSpPr>
      <p:sp>
        <p:nvSpPr>
          <p:cNvPr id="147" name="Google Shape;147;p26"/>
          <p:cNvSpPr txBox="1"/>
          <p:nvPr>
            <p:ph type="ctrTitle"/>
          </p:nvPr>
        </p:nvSpPr>
        <p:spPr>
          <a:xfrm>
            <a:off x="648300" y="1354750"/>
            <a:ext cx="40086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a:t>Cosa è un VCS</a:t>
            </a:r>
            <a:endParaRPr/>
          </a:p>
        </p:txBody>
      </p:sp>
      <p:sp>
        <p:nvSpPr>
          <p:cNvPr id="148" name="Google Shape;148;p2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49" name="Google Shape;149;p26">
            <a:hlinkClick r:id="rId3"/>
          </p:cNvPr>
          <p:cNvSpPr/>
          <p:nvPr/>
        </p:nvSpPr>
        <p:spPr>
          <a:xfrm>
            <a:off x="0" y="5092700"/>
            <a:ext cx="457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53" name="Shape 153"/>
        <p:cNvGrpSpPr/>
        <p:nvPr/>
      </p:nvGrpSpPr>
      <p:grpSpPr>
        <a:xfrm>
          <a:off x="0" y="0"/>
          <a:ext cx="0" cy="0"/>
          <a:chOff x="0" y="0"/>
          <a:chExt cx="0" cy="0"/>
        </a:xfrm>
      </p:grpSpPr>
      <p:sp>
        <p:nvSpPr>
          <p:cNvPr id="154" name="Google Shape;154;p2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Version Control System (VCS)</a:t>
            </a:r>
            <a:endParaRPr>
              <a:solidFill>
                <a:srgbClr val="999999"/>
              </a:solidFill>
            </a:endParaRPr>
          </a:p>
        </p:txBody>
      </p:sp>
      <p:sp>
        <p:nvSpPr>
          <p:cNvPr id="156" name="Google Shape;156;p27"/>
          <p:cNvSpPr txBox="1"/>
          <p:nvPr>
            <p:ph idx="1" type="body"/>
          </p:nvPr>
        </p:nvSpPr>
        <p:spPr>
          <a:xfrm>
            <a:off x="838250" y="1504950"/>
            <a:ext cx="5324100" cy="1929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Un Version Control System (VCS) è uno strumento che </a:t>
            </a:r>
            <a:r>
              <a:rPr b="1" lang="en" sz="1500"/>
              <a:t>registra e gestisce le modifiche apportate a un insieme di file nel tempo</a:t>
            </a:r>
            <a:r>
              <a:rPr lang="en" sz="1500"/>
              <a:t> </a:t>
            </a:r>
            <a:endParaRPr sz="1500"/>
          </a:p>
          <a:p>
            <a:pPr indent="0" lvl="0" marL="0" rtl="0" algn="l">
              <a:spcBef>
                <a:spcPts val="1000"/>
              </a:spcBef>
              <a:spcAft>
                <a:spcPts val="1000"/>
              </a:spcAft>
              <a:buNone/>
            </a:pPr>
            <a:r>
              <a:rPr lang="en" sz="1500"/>
              <a:t>L'obiettivo principale di un VCS è </a:t>
            </a:r>
            <a:r>
              <a:rPr b="1" lang="en" sz="1500"/>
              <a:t>tenere traccia delle variazioni nel codice sorgente</a:t>
            </a:r>
            <a:r>
              <a:rPr lang="en" sz="1500"/>
              <a:t> di un progetto software o in qualsiasi altro insieme di file, </a:t>
            </a:r>
            <a:r>
              <a:rPr b="1" lang="en" sz="1500"/>
              <a:t>consentendo a più persone di collaborare in modo efficiente</a:t>
            </a:r>
            <a:endParaRPr b="1" sz="1500"/>
          </a:p>
        </p:txBody>
      </p:sp>
      <p:sp>
        <p:nvSpPr>
          <p:cNvPr id="157" name="Google Shape;157;p27">
            <a:hlinkClick r:id="rId3"/>
          </p:cNvPr>
          <p:cNvSpPr/>
          <p:nvPr/>
        </p:nvSpPr>
        <p:spPr>
          <a:xfrm>
            <a:off x="0" y="5092700"/>
            <a:ext cx="685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61" name="Shape 161"/>
        <p:cNvGrpSpPr/>
        <p:nvPr/>
      </p:nvGrpSpPr>
      <p:grpSpPr>
        <a:xfrm>
          <a:off x="0" y="0"/>
          <a:ext cx="0" cy="0"/>
          <a:chOff x="0" y="0"/>
          <a:chExt cx="0" cy="0"/>
        </a:xfrm>
      </p:grpSpPr>
      <p:sp>
        <p:nvSpPr>
          <p:cNvPr id="162" name="Google Shape;162;p2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3" name="Google Shape;163;p28"/>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Version Control System (VCS)</a:t>
            </a:r>
            <a:endParaRPr>
              <a:solidFill>
                <a:srgbClr val="999999"/>
              </a:solidFill>
            </a:endParaRPr>
          </a:p>
        </p:txBody>
      </p:sp>
      <p:sp>
        <p:nvSpPr>
          <p:cNvPr id="164" name="Google Shape;164;p28"/>
          <p:cNvSpPr txBox="1"/>
          <p:nvPr>
            <p:ph idx="1" type="body"/>
          </p:nvPr>
        </p:nvSpPr>
        <p:spPr>
          <a:xfrm>
            <a:off x="838250" y="1504950"/>
            <a:ext cx="5324100" cy="27501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Il VCS </a:t>
            </a:r>
            <a:r>
              <a:rPr b="1" lang="en" sz="1500"/>
              <a:t>registra le modifiche</a:t>
            </a:r>
            <a:r>
              <a:rPr lang="en" sz="1500"/>
              <a:t> apportate ai file nel corso del tempo </a:t>
            </a:r>
            <a:r>
              <a:rPr b="1" lang="en" sz="1500"/>
              <a:t>in un repository</a:t>
            </a:r>
            <a:r>
              <a:rPr lang="en" sz="1500"/>
              <a:t>, che funge da deposito centrale di tutte le versioni del progetto</a:t>
            </a:r>
            <a:endParaRPr sz="1500"/>
          </a:p>
          <a:p>
            <a:pPr indent="0" lvl="0" marL="0" rtl="0" algn="l">
              <a:spcBef>
                <a:spcPts val="1000"/>
              </a:spcBef>
              <a:spcAft>
                <a:spcPts val="0"/>
              </a:spcAft>
              <a:buNone/>
            </a:pPr>
            <a:r>
              <a:rPr lang="en" sz="1500"/>
              <a:t>Gli utenti possono </a:t>
            </a:r>
            <a:r>
              <a:rPr b="1" lang="en" sz="1500"/>
              <a:t>recuperare versioni precedenti</a:t>
            </a:r>
            <a:r>
              <a:rPr lang="en" sz="1500"/>
              <a:t>, </a:t>
            </a:r>
            <a:r>
              <a:rPr b="1" lang="en" sz="1500"/>
              <a:t>confrontare le modifiche</a:t>
            </a:r>
            <a:r>
              <a:rPr lang="en" sz="1500"/>
              <a:t> e, in molti casi, </a:t>
            </a:r>
            <a:r>
              <a:rPr b="1" lang="en" sz="1500"/>
              <a:t>risolvere conflitti</a:t>
            </a:r>
            <a:r>
              <a:rPr lang="en" sz="1500"/>
              <a:t> quando più persone modificano lo stesso file contemporaneamente</a:t>
            </a:r>
            <a:endParaRPr sz="1500"/>
          </a:p>
          <a:p>
            <a:pPr indent="0" lvl="0" marL="0" rtl="0" algn="l">
              <a:spcBef>
                <a:spcPts val="1000"/>
              </a:spcBef>
              <a:spcAft>
                <a:spcPts val="1000"/>
              </a:spcAft>
              <a:buNone/>
            </a:pPr>
            <a:r>
              <a:rPr lang="en" sz="1500"/>
              <a:t>L'utilizzo di un VCS facilita la gestione delle versioni, la collaborazione e il tracciamento delle modifiche nel corso del ciclo di sviluppo del software o di altri progetti</a:t>
            </a:r>
            <a:endParaRPr sz="1500"/>
          </a:p>
        </p:txBody>
      </p:sp>
      <p:sp>
        <p:nvSpPr>
          <p:cNvPr id="165" name="Google Shape;165;p28">
            <a:hlinkClick r:id="rId3"/>
          </p:cNvPr>
          <p:cNvSpPr/>
          <p:nvPr/>
        </p:nvSpPr>
        <p:spPr>
          <a:xfrm>
            <a:off x="0" y="5092700"/>
            <a:ext cx="914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69" name="Shape 169"/>
        <p:cNvGrpSpPr/>
        <p:nvPr/>
      </p:nvGrpSpPr>
      <p:grpSpPr>
        <a:xfrm>
          <a:off x="0" y="0"/>
          <a:ext cx="0" cy="0"/>
          <a:chOff x="0" y="0"/>
          <a:chExt cx="0" cy="0"/>
        </a:xfrm>
      </p:grpSpPr>
      <p:sp>
        <p:nvSpPr>
          <p:cNvPr id="170" name="Google Shape;170;p2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1" name="Google Shape;171;p29"/>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Tipi di VCS</a:t>
            </a:r>
            <a:endParaRPr>
              <a:solidFill>
                <a:srgbClr val="999999"/>
              </a:solidFill>
            </a:endParaRPr>
          </a:p>
        </p:txBody>
      </p:sp>
      <p:sp>
        <p:nvSpPr>
          <p:cNvPr id="172" name="Google Shape;172;p29"/>
          <p:cNvSpPr txBox="1"/>
          <p:nvPr>
            <p:ph idx="1" type="body"/>
          </p:nvPr>
        </p:nvSpPr>
        <p:spPr>
          <a:xfrm>
            <a:off x="838250" y="1504950"/>
            <a:ext cx="5324100" cy="354000"/>
          </a:xfrm>
          <a:prstGeom prst="rect">
            <a:avLst/>
          </a:prstGeom>
        </p:spPr>
        <p:txBody>
          <a:bodyPr anchorCtr="0" anchor="t" bIns="91425" lIns="91425" spcFirstLastPara="1" rIns="91425" wrap="square" tIns="91425">
            <a:spAutoFit/>
          </a:bodyPr>
          <a:lstStyle/>
          <a:p>
            <a:pPr indent="0" lvl="0" marL="0" rtl="0" algn="l">
              <a:spcBef>
                <a:spcPts val="600"/>
              </a:spcBef>
              <a:spcAft>
                <a:spcPts val="1000"/>
              </a:spcAft>
              <a:buNone/>
            </a:pPr>
            <a:r>
              <a:rPr lang="en" sz="1100"/>
              <a:t>Esistono due tipi principali di VCS</a:t>
            </a:r>
            <a:endParaRPr sz="1100"/>
          </a:p>
        </p:txBody>
      </p:sp>
      <p:sp>
        <p:nvSpPr>
          <p:cNvPr id="173" name="Google Shape;173;p29"/>
          <p:cNvSpPr txBox="1"/>
          <p:nvPr>
            <p:ph idx="1" type="body"/>
          </p:nvPr>
        </p:nvSpPr>
        <p:spPr>
          <a:xfrm>
            <a:off x="838350" y="1858950"/>
            <a:ext cx="5324100" cy="1200600"/>
          </a:xfrm>
          <a:prstGeom prst="rect">
            <a:avLst/>
          </a:prstGeom>
        </p:spPr>
        <p:txBody>
          <a:bodyPr anchorCtr="0" anchor="t" bIns="91425" lIns="91425" spcFirstLastPara="1" rIns="91425" wrap="square" tIns="91425">
            <a:spAutoFit/>
          </a:bodyPr>
          <a:lstStyle/>
          <a:p>
            <a:pPr indent="0" lvl="0" marL="0" rtl="0" algn="l">
              <a:spcBef>
                <a:spcPts val="600"/>
              </a:spcBef>
              <a:spcAft>
                <a:spcPts val="1000"/>
              </a:spcAft>
              <a:buNone/>
            </a:pPr>
            <a:r>
              <a:rPr b="1" lang="en" sz="1100"/>
              <a:t>Sistemi di Controllo Versione Centralizzati (CVCS)</a:t>
            </a:r>
            <a:br>
              <a:rPr b="1" lang="en" sz="1100"/>
            </a:br>
            <a:r>
              <a:rPr lang="en" sz="1100"/>
              <a:t>In un CVCS, esiste un repository centralizzato che conserva tutte le versioni dei file. Gli utenti lavorano direttamente su una copia locale dei file, ma devono comunicare con il repository centrale per ottenere gli aggiornamenti più recenti o per registrare le proprie modifiche </a:t>
            </a:r>
            <a:br>
              <a:rPr lang="en" sz="1100"/>
            </a:br>
            <a:r>
              <a:rPr i="1" lang="en" sz="1100"/>
              <a:t>Esempio di CVCS: Subversion (SVN)</a:t>
            </a:r>
            <a:endParaRPr sz="1100"/>
          </a:p>
        </p:txBody>
      </p:sp>
      <p:sp>
        <p:nvSpPr>
          <p:cNvPr id="174" name="Google Shape;174;p29"/>
          <p:cNvSpPr txBox="1"/>
          <p:nvPr>
            <p:ph idx="1" type="body"/>
          </p:nvPr>
        </p:nvSpPr>
        <p:spPr>
          <a:xfrm>
            <a:off x="838350" y="3059550"/>
            <a:ext cx="5324100" cy="1539300"/>
          </a:xfrm>
          <a:prstGeom prst="rect">
            <a:avLst/>
          </a:prstGeom>
        </p:spPr>
        <p:txBody>
          <a:bodyPr anchorCtr="0" anchor="t" bIns="91425" lIns="91425" spcFirstLastPara="1" rIns="91425" wrap="square" tIns="91425">
            <a:spAutoFit/>
          </a:bodyPr>
          <a:lstStyle/>
          <a:p>
            <a:pPr indent="0" lvl="0" marL="0" rtl="0" algn="l">
              <a:spcBef>
                <a:spcPts val="600"/>
              </a:spcBef>
              <a:spcAft>
                <a:spcPts val="1000"/>
              </a:spcAft>
              <a:buNone/>
            </a:pPr>
            <a:r>
              <a:rPr b="1" lang="en" sz="1100"/>
              <a:t>Sistemi di Controllo Versione Distribuiti (DVCS)</a:t>
            </a:r>
            <a:br>
              <a:rPr b="1" lang="en" sz="1100"/>
            </a:br>
            <a:r>
              <a:rPr lang="en" sz="1100"/>
              <a:t>In un DVCS, ogni utente ha una copia completa del repository, inclusi tutti i file e la storia delle modifiche. Questo consente agli utenti di lavorare in modo autonomo, senza la necessità di una connessione continua al repository centrale. Possono eseguire commit, creare branch e fare merge delle modifiche localmente. Quando è necessario sincronizzare con gli altri utenti, possono scambiarsi le modifiche</a:t>
            </a:r>
            <a:br>
              <a:rPr lang="en" sz="1100"/>
            </a:br>
            <a:r>
              <a:rPr i="1" lang="en" sz="1100"/>
              <a:t>Esempio di DVCS: Git</a:t>
            </a:r>
            <a:endParaRPr sz="1100"/>
          </a:p>
        </p:txBody>
      </p:sp>
      <p:sp>
        <p:nvSpPr>
          <p:cNvPr id="175" name="Google Shape;175;p29">
            <a:hlinkClick r:id="rId3"/>
          </p:cNvPr>
          <p:cNvSpPr/>
          <p:nvPr/>
        </p:nvSpPr>
        <p:spPr>
          <a:xfrm>
            <a:off x="0" y="5092700"/>
            <a:ext cx="1143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79" name="Shape 179"/>
        <p:cNvGrpSpPr/>
        <p:nvPr/>
      </p:nvGrpSpPr>
      <p:grpSpPr>
        <a:xfrm>
          <a:off x="0" y="0"/>
          <a:ext cx="0" cy="0"/>
          <a:chOff x="0" y="0"/>
          <a:chExt cx="0" cy="0"/>
        </a:xfrm>
      </p:grpSpPr>
      <p:sp>
        <p:nvSpPr>
          <p:cNvPr id="180" name="Google Shape;180;p3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3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Quale scegliere?</a:t>
            </a:r>
            <a:endParaRPr>
              <a:solidFill>
                <a:srgbClr val="999999"/>
              </a:solidFill>
            </a:endParaRPr>
          </a:p>
        </p:txBody>
      </p:sp>
      <p:sp>
        <p:nvSpPr>
          <p:cNvPr id="182" name="Google Shape;182;p30"/>
          <p:cNvSpPr txBox="1"/>
          <p:nvPr>
            <p:ph idx="1" type="body"/>
          </p:nvPr>
        </p:nvSpPr>
        <p:spPr>
          <a:xfrm>
            <a:off x="838250" y="1504950"/>
            <a:ext cx="5324100" cy="27705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100"/>
              <a:t>Entrambi i tipi di VCS hanno vantaggi e svantaggi: I DVCS offrono maggiore flessibilità e sono più adatti per progetti distribuiti e team remoti; I CVCS sono più centralizzati e seguono un modello più tradizionale, spesso utilizzato in ambienti di sviluppo di grandi dimensioni</a:t>
            </a:r>
            <a:endParaRPr sz="1100"/>
          </a:p>
          <a:p>
            <a:pPr indent="0" lvl="0" marL="0" rtl="0" algn="l">
              <a:spcBef>
                <a:spcPts val="1000"/>
              </a:spcBef>
              <a:spcAft>
                <a:spcPts val="0"/>
              </a:spcAft>
              <a:buNone/>
            </a:pPr>
            <a:r>
              <a:rPr b="1" lang="en" sz="1100"/>
              <a:t>La scelta tra i due dipende dalle esigenze specifiche del progetto e del team di sviluppo</a:t>
            </a:r>
            <a:endParaRPr b="1" sz="1100"/>
          </a:p>
          <a:p>
            <a:pPr indent="0" lvl="0" marL="0" rtl="0" algn="l">
              <a:spcBef>
                <a:spcPts val="1000"/>
              </a:spcBef>
              <a:spcAft>
                <a:spcPts val="0"/>
              </a:spcAft>
              <a:buNone/>
            </a:pPr>
            <a:r>
              <a:rPr lang="en" sz="1100"/>
              <a:t>Attualmente, </a:t>
            </a:r>
            <a:r>
              <a:rPr b="1" lang="en" sz="1100"/>
              <a:t>il VCS più diffuso è Git</a:t>
            </a:r>
            <a:r>
              <a:rPr lang="en" sz="1100"/>
              <a:t> ed è anche quello che vedremo; tuttavia, è importante notare che ci sono situazioni e contesti in cui i sistemi di controllo delle versioni centralizzati (CVCS), come Subversion (SVN), possono ancora essere utilizzati, soprattutto in organizzazioni che hanno una lunga storia di utilizzo di tali sistemi o in progetti specifici che richiedono un approccio centralizzato</a:t>
            </a:r>
            <a:endParaRPr sz="1100"/>
          </a:p>
          <a:p>
            <a:pPr indent="0" lvl="0" marL="0" rtl="0" algn="l">
              <a:spcBef>
                <a:spcPts val="1000"/>
              </a:spcBef>
              <a:spcAft>
                <a:spcPts val="1000"/>
              </a:spcAft>
              <a:buNone/>
            </a:pPr>
            <a:r>
              <a:t/>
            </a:r>
            <a:endParaRPr sz="1100"/>
          </a:p>
        </p:txBody>
      </p:sp>
      <p:sp>
        <p:nvSpPr>
          <p:cNvPr id="183" name="Google Shape;183;p30">
            <a:hlinkClick r:id="rId3"/>
          </p:cNvPr>
          <p:cNvSpPr/>
          <p:nvPr/>
        </p:nvSpPr>
        <p:spPr>
          <a:xfrm>
            <a:off x="0" y="5092700"/>
            <a:ext cx="1371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87" name="Shape 187"/>
        <p:cNvGrpSpPr/>
        <p:nvPr/>
      </p:nvGrpSpPr>
      <p:grpSpPr>
        <a:xfrm>
          <a:off x="0" y="0"/>
          <a:ext cx="0" cy="0"/>
          <a:chOff x="0" y="0"/>
          <a:chExt cx="0" cy="0"/>
        </a:xfrm>
      </p:grpSpPr>
      <p:sp>
        <p:nvSpPr>
          <p:cNvPr id="188" name="Google Shape;188;p31"/>
          <p:cNvSpPr txBox="1"/>
          <p:nvPr>
            <p:ph type="ctrTitle"/>
          </p:nvPr>
        </p:nvSpPr>
        <p:spPr>
          <a:xfrm>
            <a:off x="648300" y="1354750"/>
            <a:ext cx="40086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a:t>Git </a:t>
            </a:r>
            <a:endParaRPr/>
          </a:p>
        </p:txBody>
      </p:sp>
      <p:sp>
        <p:nvSpPr>
          <p:cNvPr id="189" name="Google Shape;189;p3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90" name="Google Shape;190;p31">
            <a:hlinkClick r:id="rId3"/>
          </p:cNvPr>
          <p:cNvSpPr/>
          <p:nvPr/>
        </p:nvSpPr>
        <p:spPr>
          <a:xfrm>
            <a:off x="0" y="5092700"/>
            <a:ext cx="1600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94" name="Shape 194"/>
        <p:cNvGrpSpPr/>
        <p:nvPr/>
      </p:nvGrpSpPr>
      <p:grpSpPr>
        <a:xfrm>
          <a:off x="0" y="0"/>
          <a:ext cx="0" cy="0"/>
          <a:chOff x="0" y="0"/>
          <a:chExt cx="0" cy="0"/>
        </a:xfrm>
      </p:grpSpPr>
      <p:sp>
        <p:nvSpPr>
          <p:cNvPr id="195" name="Google Shape;195;p3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6" name="Google Shape;196;p32"/>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Git</a:t>
            </a:r>
            <a:endParaRPr>
              <a:solidFill>
                <a:srgbClr val="999999"/>
              </a:solidFill>
            </a:endParaRPr>
          </a:p>
        </p:txBody>
      </p:sp>
      <p:sp>
        <p:nvSpPr>
          <p:cNvPr id="197" name="Google Shape;197;p32"/>
          <p:cNvSpPr txBox="1"/>
          <p:nvPr>
            <p:ph idx="1" type="body"/>
          </p:nvPr>
        </p:nvSpPr>
        <p:spPr>
          <a:xfrm>
            <a:off x="838250" y="1504950"/>
            <a:ext cx="5324100" cy="19137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300"/>
              <a:t>Git è un sistema di controllo delle versioni distribuito (DVCS) progettato per gestire il tracciamento delle modifiche nel codice sorgente durante lo sviluppo del software. Creato da Linus Torvalds nel 2005, Git è diventato uno degli strumenti più utilizzati nell'ambito dello sviluppo software</a:t>
            </a:r>
            <a:endParaRPr sz="1300"/>
          </a:p>
          <a:p>
            <a:pPr indent="0" lvl="0" marL="0" rtl="0" algn="l">
              <a:spcBef>
                <a:spcPts val="1000"/>
              </a:spcBef>
              <a:spcAft>
                <a:spcPts val="1000"/>
              </a:spcAft>
              <a:buNone/>
            </a:pPr>
            <a:r>
              <a:rPr lang="en" sz="1300"/>
              <a:t>Git è ampiamente utilizzato nell'industria del software e nella comunità di sviluppatori open source. La sua popolarità è dovuta a diverse caratteristiche</a:t>
            </a:r>
            <a:endParaRPr sz="1300"/>
          </a:p>
        </p:txBody>
      </p:sp>
      <p:sp>
        <p:nvSpPr>
          <p:cNvPr id="198" name="Google Shape;198;p32">
            <a:hlinkClick r:id="rId3"/>
          </p:cNvPr>
          <p:cNvSpPr/>
          <p:nvPr/>
        </p:nvSpPr>
        <p:spPr>
          <a:xfrm>
            <a:off x="0" y="5092700"/>
            <a:ext cx="1828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02" name="Shape 202"/>
        <p:cNvGrpSpPr/>
        <p:nvPr/>
      </p:nvGrpSpPr>
      <p:grpSpPr>
        <a:xfrm>
          <a:off x="0" y="0"/>
          <a:ext cx="0" cy="0"/>
          <a:chOff x="0" y="0"/>
          <a:chExt cx="0" cy="0"/>
        </a:xfrm>
      </p:grpSpPr>
      <p:sp>
        <p:nvSpPr>
          <p:cNvPr id="203" name="Google Shape;203;p3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4" name="Google Shape;204;p33"/>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Principali caratteristiche di Git</a:t>
            </a:r>
            <a:endParaRPr>
              <a:solidFill>
                <a:srgbClr val="999999"/>
              </a:solidFill>
            </a:endParaRPr>
          </a:p>
        </p:txBody>
      </p:sp>
      <p:sp>
        <p:nvSpPr>
          <p:cNvPr id="205" name="Google Shape;205;p33"/>
          <p:cNvSpPr txBox="1"/>
          <p:nvPr>
            <p:ph idx="1" type="body"/>
          </p:nvPr>
        </p:nvSpPr>
        <p:spPr>
          <a:xfrm>
            <a:off x="838250" y="1504950"/>
            <a:ext cx="5324100" cy="30324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b="1" lang="en" sz="900"/>
              <a:t>Distribuito</a:t>
            </a:r>
            <a:r>
              <a:rPr lang="en" sz="900"/>
              <a:t>: Ogni sviluppatore ha una copia completa dell'intero repository, consentendo il lavoro in modalità offline e facilitando la collaborazione tra sviluppatori distribuiti</a:t>
            </a:r>
            <a:endParaRPr sz="900"/>
          </a:p>
          <a:p>
            <a:pPr indent="0" lvl="0" marL="0" rtl="0" algn="l">
              <a:spcBef>
                <a:spcPts val="1000"/>
              </a:spcBef>
              <a:spcAft>
                <a:spcPts val="0"/>
              </a:spcAft>
              <a:buNone/>
            </a:pPr>
            <a:r>
              <a:rPr b="1" lang="en" sz="900"/>
              <a:t>Velocità</a:t>
            </a:r>
            <a:r>
              <a:rPr lang="en" sz="900"/>
              <a:t>: Git è noto per la sua velocità nelle operazioni di versionamento e gestione dei rami</a:t>
            </a:r>
            <a:r>
              <a:rPr lang="en" sz="900"/>
              <a:t> (branch)</a:t>
            </a:r>
            <a:r>
              <a:rPr lang="en" sz="900"/>
              <a:t>, il che lo rende adatto per progetti di varie dimensioni</a:t>
            </a:r>
            <a:endParaRPr sz="900"/>
          </a:p>
          <a:p>
            <a:pPr indent="0" lvl="0" marL="0" rtl="0" algn="l">
              <a:spcBef>
                <a:spcPts val="1000"/>
              </a:spcBef>
              <a:spcAft>
                <a:spcPts val="0"/>
              </a:spcAft>
              <a:buNone/>
            </a:pPr>
            <a:r>
              <a:rPr b="1" lang="en" sz="900"/>
              <a:t>Branching e merging efficienti</a:t>
            </a:r>
            <a:r>
              <a:rPr lang="en" sz="900"/>
              <a:t>: Git facilita la creazione, la gestione e il merging di rami (branch), consentendo lo sviluppo parallelo di funzionalità senza compromettere la stabilità del codice principale</a:t>
            </a:r>
            <a:endParaRPr sz="900"/>
          </a:p>
          <a:p>
            <a:pPr indent="0" lvl="0" marL="0" rtl="0" algn="l">
              <a:spcBef>
                <a:spcPts val="1000"/>
              </a:spcBef>
              <a:spcAft>
                <a:spcPts val="0"/>
              </a:spcAft>
              <a:buNone/>
            </a:pPr>
            <a:r>
              <a:rPr b="1" lang="en" sz="900"/>
              <a:t>Storia completa delle modifiche</a:t>
            </a:r>
            <a:r>
              <a:rPr lang="en" sz="900"/>
              <a:t>: Ogni modifica apportata al repository è tracciata in modo dettagliato, fornendo una storia completa delle modifiche nel tempo</a:t>
            </a:r>
            <a:endParaRPr sz="900"/>
          </a:p>
          <a:p>
            <a:pPr indent="0" lvl="0" marL="0" rtl="0" algn="l">
              <a:spcBef>
                <a:spcPts val="1000"/>
              </a:spcBef>
              <a:spcAft>
                <a:spcPts val="0"/>
              </a:spcAft>
              <a:buNone/>
            </a:pPr>
            <a:r>
              <a:rPr b="1" lang="en" sz="900"/>
              <a:t>Collaborazione</a:t>
            </a:r>
            <a:r>
              <a:rPr lang="en" sz="900"/>
              <a:t>: Git supporta efficacemente la collaborazione tra team di sviluppatori, consentendo loro di lavorare in modo coordinato su diverse parti di un progetto</a:t>
            </a:r>
            <a:endParaRPr sz="900"/>
          </a:p>
          <a:p>
            <a:pPr indent="0" lvl="0" marL="0" rtl="0" algn="l">
              <a:spcBef>
                <a:spcPts val="1000"/>
              </a:spcBef>
              <a:spcAft>
                <a:spcPts val="0"/>
              </a:spcAft>
              <a:buNone/>
            </a:pPr>
            <a:r>
              <a:rPr b="1" lang="en" sz="900"/>
              <a:t>Open source</a:t>
            </a:r>
            <a:r>
              <a:rPr lang="en" sz="900"/>
              <a:t>: Git è un software open source con una vasta comunità di sviluppatori che contribuiscono al suo miglioramento continuo.</a:t>
            </a:r>
            <a:endParaRPr sz="900"/>
          </a:p>
          <a:p>
            <a:pPr indent="0" lvl="0" marL="0" rtl="0" algn="l">
              <a:spcBef>
                <a:spcPts val="1000"/>
              </a:spcBef>
              <a:spcAft>
                <a:spcPts val="1000"/>
              </a:spcAft>
              <a:buNone/>
            </a:pPr>
            <a:r>
              <a:rPr b="1" lang="en" sz="900"/>
              <a:t>Integrazione con servizi di hosting</a:t>
            </a:r>
            <a:r>
              <a:rPr lang="en" sz="900"/>
              <a:t>: Git è spesso utilizzato insieme a servizi di hosting come GitHub, GitLab e Bitbucket per la gestione centralizzata dei repository e la collaborazione online</a:t>
            </a:r>
            <a:endParaRPr sz="900"/>
          </a:p>
        </p:txBody>
      </p:sp>
      <p:sp>
        <p:nvSpPr>
          <p:cNvPr id="206" name="Google Shape;206;p33">
            <a:hlinkClick r:id="rId3"/>
          </p:cNvPr>
          <p:cNvSpPr/>
          <p:nvPr/>
        </p:nvSpPr>
        <p:spPr>
          <a:xfrm>
            <a:off x="0" y="5092700"/>
            <a:ext cx="2057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10" name="Shape 210"/>
        <p:cNvGrpSpPr/>
        <p:nvPr/>
      </p:nvGrpSpPr>
      <p:grpSpPr>
        <a:xfrm>
          <a:off x="0" y="0"/>
          <a:ext cx="0" cy="0"/>
          <a:chOff x="0" y="0"/>
          <a:chExt cx="0" cy="0"/>
        </a:xfrm>
      </p:grpSpPr>
      <p:sp>
        <p:nvSpPr>
          <p:cNvPr id="211" name="Google Shape;211;p3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34"/>
          <p:cNvSpPr txBox="1"/>
          <p:nvPr>
            <p:ph type="title"/>
          </p:nvPr>
        </p:nvSpPr>
        <p:spPr>
          <a:xfrm>
            <a:off x="838350" y="893500"/>
            <a:ext cx="54027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Flusso di lavoro - concetti chiave</a:t>
            </a:r>
            <a:endParaRPr>
              <a:solidFill>
                <a:srgbClr val="999999"/>
              </a:solidFill>
            </a:endParaRPr>
          </a:p>
        </p:txBody>
      </p:sp>
      <p:sp>
        <p:nvSpPr>
          <p:cNvPr id="213" name="Google Shape;213;p34"/>
          <p:cNvSpPr txBox="1"/>
          <p:nvPr>
            <p:ph idx="1" type="body"/>
          </p:nvPr>
        </p:nvSpPr>
        <p:spPr>
          <a:xfrm>
            <a:off x="838250" y="1504950"/>
            <a:ext cx="6252300" cy="18831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Esistono 4 elementi fondamentali nel flusso di lavoro con Git</a:t>
            </a:r>
            <a:endParaRPr sz="1100"/>
          </a:p>
          <a:p>
            <a:pPr indent="-298450" lvl="0" marL="457200" rtl="0" algn="l">
              <a:spcBef>
                <a:spcPts val="1000"/>
              </a:spcBef>
              <a:spcAft>
                <a:spcPts val="0"/>
              </a:spcAft>
              <a:buSzPts val="1100"/>
              <a:buAutoNum type="arabicPeriod"/>
            </a:pPr>
            <a:r>
              <a:rPr b="1" lang="en" sz="1100"/>
              <a:t>La Working Directory</a:t>
            </a:r>
            <a:r>
              <a:rPr lang="en" sz="1100"/>
              <a:t>, la cartella del progetto dove sono presenti tutti i file</a:t>
            </a:r>
            <a:r>
              <a:rPr b="1" lang="en" sz="1100"/>
              <a:t> </a:t>
            </a:r>
            <a:endParaRPr b="1" sz="1100"/>
          </a:p>
          <a:p>
            <a:pPr indent="-298450" lvl="0" marL="457200" rtl="0" algn="l">
              <a:spcBef>
                <a:spcPts val="1000"/>
              </a:spcBef>
              <a:spcAft>
                <a:spcPts val="0"/>
              </a:spcAft>
              <a:buSzPts val="1100"/>
              <a:buAutoNum type="arabicPeriod"/>
            </a:pPr>
            <a:r>
              <a:rPr b="1" lang="en" sz="1100"/>
              <a:t>La Staging Area</a:t>
            </a:r>
            <a:r>
              <a:rPr lang="en" sz="1100"/>
              <a:t>, l’area dove sono inseriti i file modificati e pronti per essere salvati nel local repository</a:t>
            </a:r>
            <a:endParaRPr sz="1100"/>
          </a:p>
          <a:p>
            <a:pPr indent="-298450" lvl="0" marL="457200" rtl="0" algn="l">
              <a:spcBef>
                <a:spcPts val="1000"/>
              </a:spcBef>
              <a:spcAft>
                <a:spcPts val="0"/>
              </a:spcAft>
              <a:buSzPts val="1100"/>
              <a:buAutoNum type="arabicPeriod"/>
            </a:pPr>
            <a:r>
              <a:rPr b="1" lang="en" sz="1100"/>
              <a:t>Il Local Repository (HEAD)</a:t>
            </a:r>
            <a:r>
              <a:rPr lang="en" sz="1100"/>
              <a:t>, la versione locale del repository</a:t>
            </a:r>
            <a:endParaRPr sz="1100"/>
          </a:p>
          <a:p>
            <a:pPr indent="-298450" lvl="0" marL="457200" rtl="0" algn="l">
              <a:spcBef>
                <a:spcPts val="1000"/>
              </a:spcBef>
              <a:spcAft>
                <a:spcPts val="1000"/>
              </a:spcAft>
              <a:buSzPts val="1100"/>
              <a:buAutoNum type="arabicPeriod"/>
            </a:pPr>
            <a:r>
              <a:rPr b="1" lang="en" sz="1100"/>
              <a:t>Il Remote Repository (REMOTE)</a:t>
            </a:r>
            <a:r>
              <a:rPr lang="en" sz="1100"/>
              <a:t>, il repository centralizzato che funge da hub centrale per la collaborazione</a:t>
            </a:r>
            <a:endParaRPr sz="1100"/>
          </a:p>
        </p:txBody>
      </p:sp>
      <p:sp>
        <p:nvSpPr>
          <p:cNvPr id="214" name="Google Shape;214;p34">
            <a:hlinkClick r:id="rId3"/>
          </p:cNvPr>
          <p:cNvSpPr/>
          <p:nvPr/>
        </p:nvSpPr>
        <p:spPr>
          <a:xfrm>
            <a:off x="0" y="5092700"/>
            <a:ext cx="2514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18" name="Shape 218"/>
        <p:cNvGrpSpPr/>
        <p:nvPr/>
      </p:nvGrpSpPr>
      <p:grpSpPr>
        <a:xfrm>
          <a:off x="0" y="0"/>
          <a:ext cx="0" cy="0"/>
          <a:chOff x="0" y="0"/>
          <a:chExt cx="0" cy="0"/>
        </a:xfrm>
      </p:grpSpPr>
      <p:sp>
        <p:nvSpPr>
          <p:cNvPr id="219" name="Google Shape;219;p3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3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Flusso di lavoro - azioni base</a:t>
            </a:r>
            <a:endParaRPr>
              <a:solidFill>
                <a:srgbClr val="999999"/>
              </a:solidFill>
            </a:endParaRPr>
          </a:p>
        </p:txBody>
      </p:sp>
      <p:sp>
        <p:nvSpPr>
          <p:cNvPr id="221" name="Google Shape;221;p35"/>
          <p:cNvSpPr txBox="1"/>
          <p:nvPr>
            <p:ph idx="1" type="body"/>
          </p:nvPr>
        </p:nvSpPr>
        <p:spPr>
          <a:xfrm>
            <a:off x="838250" y="1504950"/>
            <a:ext cx="6504600" cy="34377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b="1" lang="en" sz="900"/>
              <a:t>Repository</a:t>
            </a:r>
            <a:r>
              <a:rPr lang="en" sz="900"/>
              <a:t>: Un repository Git è una raccolta di file e cartelle che rappresenta il progetto. Può essere locale (sulla macchina di uno sviluppatore) o remoto (su un server Git come GitHub)</a:t>
            </a:r>
            <a:endParaRPr sz="900"/>
          </a:p>
          <a:p>
            <a:pPr indent="0" lvl="0" marL="0" rtl="0" algn="l">
              <a:spcBef>
                <a:spcPts val="1000"/>
              </a:spcBef>
              <a:spcAft>
                <a:spcPts val="0"/>
              </a:spcAft>
              <a:buNone/>
            </a:pPr>
            <a:r>
              <a:rPr b="1" lang="en" sz="900"/>
              <a:t>Clone</a:t>
            </a:r>
            <a:r>
              <a:rPr lang="en" sz="900"/>
              <a:t>: Per iniziare a lavorare su un progetto, uno sviluppatore clona il repository. Questo crea una copia locale del repository, consentendo modifiche indipendenti</a:t>
            </a:r>
            <a:endParaRPr sz="900"/>
          </a:p>
          <a:p>
            <a:pPr indent="0" lvl="0" marL="0" rtl="0" algn="l">
              <a:spcBef>
                <a:spcPts val="1000"/>
              </a:spcBef>
              <a:spcAft>
                <a:spcPts val="0"/>
              </a:spcAft>
              <a:buNone/>
            </a:pPr>
            <a:r>
              <a:rPr b="1" lang="en" sz="900"/>
              <a:t>Commit</a:t>
            </a:r>
            <a:r>
              <a:rPr lang="en" sz="900"/>
              <a:t>: Gli sviluppatori effettuano modifiche nei propri file ed eseguono dei </a:t>
            </a:r>
            <a:r>
              <a:rPr i="1" lang="en" sz="900"/>
              <a:t>commit</a:t>
            </a:r>
            <a:r>
              <a:rPr lang="en" sz="900"/>
              <a:t> per registrare queste modifiche nel repository locale. Un commit rappresenta una singola unità di modifica</a:t>
            </a:r>
            <a:endParaRPr sz="900"/>
          </a:p>
          <a:p>
            <a:pPr indent="0" lvl="0" marL="0" rtl="0" algn="l">
              <a:spcBef>
                <a:spcPts val="1000"/>
              </a:spcBef>
              <a:spcAft>
                <a:spcPts val="0"/>
              </a:spcAft>
              <a:buNone/>
            </a:pPr>
            <a:r>
              <a:rPr b="1" lang="en" sz="900"/>
              <a:t>Branch</a:t>
            </a:r>
            <a:r>
              <a:rPr lang="en" sz="900"/>
              <a:t>: Git facilita la creazione di rami (branch) per sviluppare funzionalità in modo isolato. Un branch consente di lavorare su nuove idee senza influire sul codice principale</a:t>
            </a:r>
            <a:endParaRPr sz="900"/>
          </a:p>
          <a:p>
            <a:pPr indent="0" lvl="0" marL="0" rtl="0" algn="l">
              <a:spcBef>
                <a:spcPts val="1000"/>
              </a:spcBef>
              <a:spcAft>
                <a:spcPts val="0"/>
              </a:spcAft>
              <a:buNone/>
            </a:pPr>
            <a:r>
              <a:rPr b="1" lang="en" sz="900"/>
              <a:t>Merge</a:t>
            </a:r>
            <a:r>
              <a:rPr lang="en" sz="900"/>
              <a:t>: Dopo aver completato lo sviluppo su un branch, è possibile integrare le modifiche nel branch principale (solitamente chiamato main o master) tramite un merge. Git gestisce automaticamente le fusioni quando possibile. In caso di conflitti, gli sviluppatori li devono risolvere manualmente</a:t>
            </a:r>
            <a:endParaRPr sz="900"/>
          </a:p>
          <a:p>
            <a:pPr indent="0" lvl="0" marL="0" rtl="0" algn="l">
              <a:spcBef>
                <a:spcPts val="1000"/>
              </a:spcBef>
              <a:spcAft>
                <a:spcPts val="0"/>
              </a:spcAft>
              <a:buNone/>
            </a:pPr>
            <a:r>
              <a:rPr b="1" lang="en" sz="900"/>
              <a:t>Pull e Push</a:t>
            </a:r>
            <a:r>
              <a:rPr lang="en" sz="900"/>
              <a:t>: Per aggiornare il repository locale con le modifiche apportate da altri sviluppatori sul repository remoto, si scaricano le modifiche (</a:t>
            </a:r>
            <a:r>
              <a:rPr i="1" lang="en" sz="900"/>
              <a:t>pull</a:t>
            </a:r>
            <a:r>
              <a:rPr lang="en" sz="900"/>
              <a:t>). Per condividere le proprie modifiche con il repository remoto, si caricano le modifiche (</a:t>
            </a:r>
            <a:r>
              <a:rPr i="1" lang="en" sz="900"/>
              <a:t>push</a:t>
            </a:r>
            <a:r>
              <a:rPr lang="en" sz="900"/>
              <a:t>)</a:t>
            </a:r>
            <a:endParaRPr sz="900"/>
          </a:p>
          <a:p>
            <a:pPr indent="0" lvl="0" marL="0" rtl="0" algn="l">
              <a:spcBef>
                <a:spcPts val="1000"/>
              </a:spcBef>
              <a:spcAft>
                <a:spcPts val="0"/>
              </a:spcAft>
              <a:buNone/>
            </a:pPr>
            <a:r>
              <a:rPr b="1" lang="en" sz="900"/>
              <a:t>Stato (Status) e Diff</a:t>
            </a:r>
            <a:r>
              <a:rPr lang="en" sz="900"/>
              <a:t>: È sempre possibile controllare lo stato attuale delle modifiche non ancora registrate (status) e visualizzare le differenze tra il lavoro corrente e l'ultima modifica registrata (</a:t>
            </a:r>
            <a:r>
              <a:rPr i="1" lang="en" sz="900"/>
              <a:t>diff</a:t>
            </a:r>
            <a:r>
              <a:rPr lang="en" sz="900"/>
              <a:t>)</a:t>
            </a:r>
            <a:endParaRPr sz="900"/>
          </a:p>
          <a:p>
            <a:pPr indent="0" lvl="0" marL="0" rtl="0" algn="l">
              <a:spcBef>
                <a:spcPts val="1000"/>
              </a:spcBef>
              <a:spcAft>
                <a:spcPts val="1000"/>
              </a:spcAft>
              <a:buNone/>
            </a:pPr>
            <a:r>
              <a:rPr b="1" lang="en" sz="900"/>
              <a:t>Storia</a:t>
            </a:r>
            <a:r>
              <a:rPr lang="en" sz="900"/>
              <a:t>: Git mantiene una storia completa delle modifiche. Gli sviluppatori possono sempre esplorare la storia del progetto (</a:t>
            </a:r>
            <a:r>
              <a:rPr i="1" lang="en" sz="900"/>
              <a:t>log</a:t>
            </a:r>
            <a:r>
              <a:rPr lang="en" sz="900"/>
              <a:t>) per visualizzare i commit precedenti ed eventualmente tornare a uno stato precedente del progetto</a:t>
            </a:r>
            <a:endParaRPr sz="900"/>
          </a:p>
        </p:txBody>
      </p:sp>
      <p:sp>
        <p:nvSpPr>
          <p:cNvPr id="222" name="Google Shape;222;p35">
            <a:hlinkClick r:id="rId3"/>
          </p:cNvPr>
          <p:cNvSpPr/>
          <p:nvPr/>
        </p:nvSpPr>
        <p:spPr>
          <a:xfrm>
            <a:off x="0" y="5092700"/>
            <a:ext cx="2286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26" name="Shape 226"/>
        <p:cNvGrpSpPr/>
        <p:nvPr/>
      </p:nvGrpSpPr>
      <p:grpSpPr>
        <a:xfrm>
          <a:off x="0" y="0"/>
          <a:ext cx="0" cy="0"/>
          <a:chOff x="0" y="0"/>
          <a:chExt cx="0" cy="0"/>
        </a:xfrm>
      </p:grpSpPr>
      <p:sp>
        <p:nvSpPr>
          <p:cNvPr id="227" name="Google Shape;227;p3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36"/>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Flusso di lavoro - stati del file</a:t>
            </a:r>
            <a:endParaRPr>
              <a:solidFill>
                <a:srgbClr val="999999"/>
              </a:solidFill>
            </a:endParaRPr>
          </a:p>
        </p:txBody>
      </p:sp>
      <p:sp>
        <p:nvSpPr>
          <p:cNvPr id="229" name="Google Shape;229;p36"/>
          <p:cNvSpPr txBox="1"/>
          <p:nvPr>
            <p:ph idx="1" type="body"/>
          </p:nvPr>
        </p:nvSpPr>
        <p:spPr>
          <a:xfrm>
            <a:off x="838250" y="1504950"/>
            <a:ext cx="5706900" cy="1262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900"/>
              <a:t>Se si considera un file nella Working Directory, questo può trovarsi in 3 stati possibili</a:t>
            </a:r>
            <a:endParaRPr sz="900"/>
          </a:p>
          <a:p>
            <a:pPr indent="-285750" lvl="0" marL="457200" rtl="0" algn="l">
              <a:spcBef>
                <a:spcPts val="1000"/>
              </a:spcBef>
              <a:spcAft>
                <a:spcPts val="0"/>
              </a:spcAft>
              <a:buSzPts val="900"/>
              <a:buAutoNum type="arabicPeriod"/>
            </a:pPr>
            <a:r>
              <a:rPr b="1" lang="en" sz="900"/>
              <a:t>Untracked/Modified: </a:t>
            </a:r>
            <a:r>
              <a:rPr lang="en" sz="900"/>
              <a:t> Il file con le modifiche non è ancora stato salvato nel local repository</a:t>
            </a:r>
            <a:endParaRPr sz="900"/>
          </a:p>
          <a:p>
            <a:pPr indent="-285750" lvl="0" marL="457200" rtl="0" algn="l">
              <a:spcBef>
                <a:spcPts val="1000"/>
              </a:spcBef>
              <a:spcAft>
                <a:spcPts val="0"/>
              </a:spcAft>
              <a:buSzPts val="900"/>
              <a:buAutoNum type="arabicPeriod"/>
            </a:pPr>
            <a:r>
              <a:rPr b="1" lang="en" sz="900"/>
              <a:t>Staged: </a:t>
            </a:r>
            <a:r>
              <a:rPr lang="en" sz="900"/>
              <a:t> Il file con le modifiche è pronto per essere committato nel local repository, ma non è ancora stato “committato”</a:t>
            </a:r>
            <a:endParaRPr sz="900"/>
          </a:p>
          <a:p>
            <a:pPr indent="-285750" lvl="0" marL="457200" rtl="0" algn="l">
              <a:spcBef>
                <a:spcPts val="1000"/>
              </a:spcBef>
              <a:spcAft>
                <a:spcPts val="1000"/>
              </a:spcAft>
              <a:buSzPts val="900"/>
              <a:buAutoNum type="arabicPeriod"/>
            </a:pPr>
            <a:r>
              <a:rPr b="1" lang="en" sz="900"/>
              <a:t>Committed: </a:t>
            </a:r>
            <a:r>
              <a:rPr lang="en" sz="900"/>
              <a:t> Il file con le modifiche è salvato nel local repository</a:t>
            </a:r>
            <a:endParaRPr sz="900"/>
          </a:p>
        </p:txBody>
      </p:sp>
      <p:sp>
        <p:nvSpPr>
          <p:cNvPr id="230" name="Google Shape;230;p36"/>
          <p:cNvSpPr txBox="1"/>
          <p:nvPr/>
        </p:nvSpPr>
        <p:spPr>
          <a:xfrm>
            <a:off x="838250" y="2767050"/>
            <a:ext cx="5706900" cy="10056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lang="en" sz="900">
                <a:solidFill>
                  <a:schemeClr val="dk1"/>
                </a:solidFill>
                <a:latin typeface="Karla"/>
                <a:ea typeface="Karla"/>
                <a:cs typeface="Karla"/>
                <a:sym typeface="Karla"/>
              </a:rPr>
              <a:t>Lavorare con Git, quindi, consiste nel </a:t>
            </a:r>
            <a:r>
              <a:rPr b="1" lang="en" sz="900">
                <a:solidFill>
                  <a:schemeClr val="dk1"/>
                </a:solidFill>
                <a:latin typeface="Karla"/>
                <a:ea typeface="Karla"/>
                <a:cs typeface="Karla"/>
                <a:sym typeface="Karla"/>
              </a:rPr>
              <a:t>creare/modificare un file, aggiungerlo alla staging area ed effettuare un commit</a:t>
            </a:r>
            <a:endParaRPr b="1" sz="900">
              <a:solidFill>
                <a:schemeClr val="dk1"/>
              </a:solidFill>
              <a:latin typeface="Karla"/>
              <a:ea typeface="Karla"/>
              <a:cs typeface="Karla"/>
              <a:sym typeface="Karla"/>
            </a:endParaRPr>
          </a:p>
          <a:p>
            <a:pPr indent="0" lvl="0" marL="0" rtl="0" algn="l">
              <a:spcBef>
                <a:spcPts val="1000"/>
              </a:spcBef>
              <a:spcAft>
                <a:spcPts val="1000"/>
              </a:spcAft>
              <a:buNone/>
            </a:pPr>
            <a:r>
              <a:rPr lang="en" sz="900">
                <a:solidFill>
                  <a:schemeClr val="dk1"/>
                </a:solidFill>
                <a:latin typeface="Karla"/>
                <a:ea typeface="Karla"/>
                <a:cs typeface="Karla"/>
                <a:sym typeface="Karla"/>
              </a:rPr>
              <a:t>Tuttavia, per poter collaborare è necessario sincronizzare le nostre modifiche con quelle del repository remoto e questo avviene “pushando” le nostre modifiche e “pullando” le modifiche effettuate dagli altri e risolvendo eventuali conflitti che si creano</a:t>
            </a:r>
            <a:endParaRPr sz="900">
              <a:solidFill>
                <a:schemeClr val="dk1"/>
              </a:solidFill>
              <a:latin typeface="Karla"/>
              <a:ea typeface="Karla"/>
              <a:cs typeface="Karla"/>
              <a:sym typeface="Karla"/>
            </a:endParaRPr>
          </a:p>
        </p:txBody>
      </p:sp>
      <p:sp>
        <p:nvSpPr>
          <p:cNvPr id="231" name="Google Shape;231;p36">
            <a:hlinkClick r:id="rId3"/>
          </p:cNvPr>
          <p:cNvSpPr/>
          <p:nvPr/>
        </p:nvSpPr>
        <p:spPr>
          <a:xfrm>
            <a:off x="0" y="5092700"/>
            <a:ext cx="2743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35" name="Shape 235"/>
        <p:cNvGrpSpPr/>
        <p:nvPr/>
      </p:nvGrpSpPr>
      <p:grpSpPr>
        <a:xfrm>
          <a:off x="0" y="0"/>
          <a:ext cx="0" cy="0"/>
          <a:chOff x="0" y="0"/>
          <a:chExt cx="0" cy="0"/>
        </a:xfrm>
      </p:grpSpPr>
      <p:sp>
        <p:nvSpPr>
          <p:cNvPr id="236" name="Google Shape;236;p3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37" name="Google Shape;237;p37"/>
          <p:cNvPicPr preferRelativeResize="0"/>
          <p:nvPr/>
        </p:nvPicPr>
        <p:blipFill rotWithShape="1">
          <a:blip r:embed="rId3">
            <a:alphaModFix/>
          </a:blip>
          <a:srcRect b="3913" l="4395" r="4422" t="11940"/>
          <a:stretch/>
        </p:blipFill>
        <p:spPr>
          <a:xfrm>
            <a:off x="838351" y="1504950"/>
            <a:ext cx="4240974" cy="2299375"/>
          </a:xfrm>
          <a:prstGeom prst="rect">
            <a:avLst/>
          </a:prstGeom>
          <a:noFill/>
          <a:ln>
            <a:noFill/>
          </a:ln>
        </p:spPr>
      </p:pic>
      <p:sp>
        <p:nvSpPr>
          <p:cNvPr id="238" name="Google Shape;238;p3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Flusso di lavoro - completo</a:t>
            </a:r>
            <a:endParaRPr>
              <a:solidFill>
                <a:srgbClr val="999999"/>
              </a:solidFill>
            </a:endParaRPr>
          </a:p>
        </p:txBody>
      </p:sp>
      <p:sp>
        <p:nvSpPr>
          <p:cNvPr id="239" name="Google Shape;239;p37"/>
          <p:cNvSpPr txBox="1"/>
          <p:nvPr>
            <p:ph idx="1" type="body"/>
          </p:nvPr>
        </p:nvSpPr>
        <p:spPr>
          <a:xfrm>
            <a:off x="838250" y="3973025"/>
            <a:ext cx="5706900" cy="3231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900"/>
              <a:t>Vedremo come gestire al meglio questo flusso per renderlo il più fluido possibile</a:t>
            </a:r>
            <a:endParaRPr sz="900"/>
          </a:p>
        </p:txBody>
      </p:sp>
      <p:sp>
        <p:nvSpPr>
          <p:cNvPr id="240" name="Google Shape;240;p37">
            <a:hlinkClick r:id="rId4"/>
          </p:cNvPr>
          <p:cNvSpPr/>
          <p:nvPr/>
        </p:nvSpPr>
        <p:spPr>
          <a:xfrm>
            <a:off x="0" y="5092700"/>
            <a:ext cx="2971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44" name="Shape 244"/>
        <p:cNvGrpSpPr/>
        <p:nvPr/>
      </p:nvGrpSpPr>
      <p:grpSpPr>
        <a:xfrm>
          <a:off x="0" y="0"/>
          <a:ext cx="0" cy="0"/>
          <a:chOff x="0" y="0"/>
          <a:chExt cx="0" cy="0"/>
        </a:xfrm>
      </p:grpSpPr>
      <p:sp>
        <p:nvSpPr>
          <p:cNvPr id="245" name="Google Shape;245;p38"/>
          <p:cNvSpPr txBox="1"/>
          <p:nvPr>
            <p:ph type="ctrTitle"/>
          </p:nvPr>
        </p:nvSpPr>
        <p:spPr>
          <a:xfrm>
            <a:off x="648300" y="1354750"/>
            <a:ext cx="40086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a:t>INSTALLARE GIT</a:t>
            </a:r>
            <a:endParaRPr/>
          </a:p>
        </p:txBody>
      </p:sp>
      <p:sp>
        <p:nvSpPr>
          <p:cNvPr id="246" name="Google Shape;246;p3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47" name="Google Shape;247;p38">
            <a:hlinkClick r:id="rId3"/>
          </p:cNvPr>
          <p:cNvSpPr/>
          <p:nvPr/>
        </p:nvSpPr>
        <p:spPr>
          <a:xfrm>
            <a:off x="0" y="5092700"/>
            <a:ext cx="3200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51" name="Shape 251"/>
        <p:cNvGrpSpPr/>
        <p:nvPr/>
      </p:nvGrpSpPr>
      <p:grpSpPr>
        <a:xfrm>
          <a:off x="0" y="0"/>
          <a:ext cx="0" cy="0"/>
          <a:chOff x="0" y="0"/>
          <a:chExt cx="0" cy="0"/>
        </a:xfrm>
      </p:grpSpPr>
      <p:sp>
        <p:nvSpPr>
          <p:cNvPr id="252" name="Google Shape;252;p3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39"/>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Installare Git</a:t>
            </a:r>
            <a:endParaRPr>
              <a:solidFill>
                <a:srgbClr val="999999"/>
              </a:solidFill>
            </a:endParaRPr>
          </a:p>
        </p:txBody>
      </p:sp>
      <p:sp>
        <p:nvSpPr>
          <p:cNvPr id="254" name="Google Shape;254;p39"/>
          <p:cNvSpPr txBox="1"/>
          <p:nvPr>
            <p:ph idx="1" type="body"/>
          </p:nvPr>
        </p:nvSpPr>
        <p:spPr>
          <a:xfrm>
            <a:off x="838250" y="1504950"/>
            <a:ext cx="6031200" cy="14571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b="1" lang="en" sz="1100"/>
              <a:t>macOS</a:t>
            </a:r>
            <a:br>
              <a:rPr b="1" lang="en" sz="1100"/>
            </a:br>
            <a:r>
              <a:rPr lang="en" sz="1100" u="sng">
                <a:solidFill>
                  <a:schemeClr val="hlink"/>
                </a:solidFill>
                <a:hlinkClick r:id="rId3"/>
              </a:rPr>
              <a:t>https://git-scm.com/download/mac</a:t>
            </a:r>
            <a:endParaRPr sz="1100"/>
          </a:p>
          <a:p>
            <a:pPr indent="0" lvl="0" marL="0" rtl="0" algn="l">
              <a:spcBef>
                <a:spcPts val="1000"/>
              </a:spcBef>
              <a:spcAft>
                <a:spcPts val="0"/>
              </a:spcAft>
              <a:buNone/>
            </a:pPr>
            <a:r>
              <a:rPr b="1" lang="en" sz="1100"/>
              <a:t>Windows</a:t>
            </a:r>
            <a:br>
              <a:rPr lang="en" sz="1100"/>
            </a:br>
            <a:r>
              <a:rPr lang="en" sz="1100" u="sng">
                <a:solidFill>
                  <a:schemeClr val="hlink"/>
                </a:solidFill>
                <a:hlinkClick r:id="rId4"/>
              </a:rPr>
              <a:t>https://git-scm.com/download/win</a:t>
            </a:r>
            <a:endParaRPr sz="1100"/>
          </a:p>
          <a:p>
            <a:pPr indent="0" lvl="0" marL="0" rtl="0" algn="l">
              <a:spcBef>
                <a:spcPts val="1000"/>
              </a:spcBef>
              <a:spcAft>
                <a:spcPts val="1000"/>
              </a:spcAft>
              <a:buNone/>
            </a:pPr>
            <a:r>
              <a:rPr b="1" lang="en" sz="1100"/>
              <a:t>Linux</a:t>
            </a:r>
            <a:br>
              <a:rPr lang="en" sz="1100"/>
            </a:br>
            <a:r>
              <a:rPr lang="en" sz="1100" u="sng">
                <a:solidFill>
                  <a:schemeClr val="hlink"/>
                </a:solidFill>
                <a:hlinkClick r:id="rId5"/>
              </a:rPr>
              <a:t>https://git-scm.com/download/linux</a:t>
            </a:r>
            <a:endParaRPr sz="1100"/>
          </a:p>
        </p:txBody>
      </p:sp>
      <p:sp>
        <p:nvSpPr>
          <p:cNvPr id="255" name="Google Shape;255;p39">
            <a:hlinkClick r:id="rId6"/>
          </p:cNvPr>
          <p:cNvSpPr/>
          <p:nvPr/>
        </p:nvSpPr>
        <p:spPr>
          <a:xfrm>
            <a:off x="0" y="5092700"/>
            <a:ext cx="3429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59" name="Shape 259"/>
        <p:cNvGrpSpPr/>
        <p:nvPr/>
      </p:nvGrpSpPr>
      <p:grpSpPr>
        <a:xfrm>
          <a:off x="0" y="0"/>
          <a:ext cx="0" cy="0"/>
          <a:chOff x="0" y="0"/>
          <a:chExt cx="0" cy="0"/>
        </a:xfrm>
      </p:grpSpPr>
      <p:sp>
        <p:nvSpPr>
          <p:cNvPr id="260" name="Google Shape;260;p4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4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Installare Git</a:t>
            </a:r>
            <a:endParaRPr>
              <a:solidFill>
                <a:srgbClr val="999999"/>
              </a:solidFill>
            </a:endParaRPr>
          </a:p>
        </p:txBody>
      </p:sp>
      <p:sp>
        <p:nvSpPr>
          <p:cNvPr id="262" name="Google Shape;262;p40"/>
          <p:cNvSpPr txBox="1"/>
          <p:nvPr>
            <p:ph idx="1" type="body"/>
          </p:nvPr>
        </p:nvSpPr>
        <p:spPr>
          <a:xfrm>
            <a:off x="838250" y="1504950"/>
            <a:ext cx="6031200" cy="30270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In un terminale digitate </a:t>
            </a:r>
            <a:r>
              <a:rPr lang="en" sz="1100">
                <a:latin typeface="Courier New"/>
                <a:ea typeface="Courier New"/>
                <a:cs typeface="Courier New"/>
                <a:sym typeface="Courier New"/>
              </a:rPr>
              <a:t>git --version</a:t>
            </a:r>
            <a:r>
              <a:rPr lang="en" sz="1100"/>
              <a:t>. Se l’installazione è andata a buon fine dovreste visualizzare la versione di git appena installata</a:t>
            </a:r>
            <a:endParaRPr sz="1100"/>
          </a:p>
          <a:p>
            <a:pPr indent="0" lvl="0" marL="0" rtl="0" algn="l">
              <a:spcBef>
                <a:spcPts val="1000"/>
              </a:spcBef>
              <a:spcAft>
                <a:spcPts val="0"/>
              </a:spcAft>
              <a:buNone/>
            </a:pPr>
            <a:r>
              <a:rPr lang="en" sz="1100"/>
              <a:t>Impostare nome e email come identificativo scrivendo nel terminale: </a:t>
            </a:r>
            <a:br>
              <a:rPr lang="en" sz="1100"/>
            </a:br>
            <a:r>
              <a:rPr lang="en" sz="1100">
                <a:latin typeface="Courier New"/>
                <a:ea typeface="Courier New"/>
                <a:cs typeface="Courier New"/>
                <a:sym typeface="Courier New"/>
              </a:rPr>
              <a:t>git config --global user.name “[firstname lastname]”</a:t>
            </a:r>
            <a:br>
              <a:rPr lang="en" sz="1100">
                <a:latin typeface="Courier New"/>
                <a:ea typeface="Courier New"/>
                <a:cs typeface="Courier New"/>
                <a:sym typeface="Courier New"/>
              </a:rPr>
            </a:br>
            <a:r>
              <a:rPr lang="en" sz="1100">
                <a:latin typeface="Courier New"/>
                <a:ea typeface="Courier New"/>
                <a:cs typeface="Courier New"/>
                <a:sym typeface="Courier New"/>
              </a:rPr>
              <a:t>git config --global user.email “[valid-email]” </a:t>
            </a:r>
            <a:endParaRPr sz="1100">
              <a:latin typeface="Courier New"/>
              <a:ea typeface="Courier New"/>
              <a:cs typeface="Courier New"/>
              <a:sym typeface="Courier New"/>
            </a:endParaRPr>
          </a:p>
          <a:p>
            <a:pPr indent="0" lvl="0" marL="0" rtl="0" algn="l">
              <a:spcBef>
                <a:spcPts val="1000"/>
              </a:spcBef>
              <a:spcAft>
                <a:spcPts val="0"/>
              </a:spcAft>
              <a:buNone/>
            </a:pPr>
            <a:r>
              <a:rPr lang="en" sz="1100"/>
              <a:t>Sempre da terminale create una chiave ssh sul vostro computer digitando</a:t>
            </a:r>
            <a:br>
              <a:rPr lang="en" sz="1100"/>
            </a:br>
            <a:r>
              <a:rPr lang="en" sz="1100">
                <a:latin typeface="Courier New"/>
                <a:ea typeface="Courier New"/>
                <a:cs typeface="Courier New"/>
                <a:sym typeface="Courier New"/>
              </a:rPr>
              <a:t>ssh-keygen -t ed25519 -C "your_email@example.com" </a:t>
            </a:r>
            <a:r>
              <a:rPr lang="en" sz="1100"/>
              <a:t>e premete invio confermando ogni prompt senza inserire niente</a:t>
            </a:r>
            <a:endParaRPr sz="1100"/>
          </a:p>
          <a:p>
            <a:pPr indent="0" lvl="0" marL="0" rtl="0" algn="l">
              <a:spcBef>
                <a:spcPts val="1000"/>
              </a:spcBef>
              <a:spcAft>
                <a:spcPts val="0"/>
              </a:spcAft>
              <a:buNone/>
            </a:pPr>
            <a:r>
              <a:rPr lang="en" sz="1100"/>
              <a:t>Andate nella home (cartella utente) e visualizzate i file nascosti, lì dovreste trovare una cartella “.ssh”. All’interno troverete il file “id_ed25519.pub” apritelo con un editor di testo (blocco note o VSCode)</a:t>
            </a:r>
            <a:endParaRPr sz="1100"/>
          </a:p>
          <a:p>
            <a:pPr indent="0" lvl="0" marL="0" rtl="0" algn="l">
              <a:spcBef>
                <a:spcPts val="1000"/>
              </a:spcBef>
              <a:spcAft>
                <a:spcPts val="0"/>
              </a:spcAft>
              <a:buNone/>
            </a:pPr>
            <a:r>
              <a:rPr lang="en" sz="1100"/>
              <a:t>Create un account </a:t>
            </a:r>
            <a:r>
              <a:rPr lang="en" sz="1100" u="sng">
                <a:solidFill>
                  <a:schemeClr val="hlink"/>
                </a:solidFill>
                <a:hlinkClick r:id="rId3"/>
              </a:rPr>
              <a:t>GitHub</a:t>
            </a:r>
            <a:endParaRPr sz="1100"/>
          </a:p>
          <a:p>
            <a:pPr indent="0" lvl="0" marL="0" rtl="0" algn="l">
              <a:spcBef>
                <a:spcPts val="1000"/>
              </a:spcBef>
              <a:spcAft>
                <a:spcPts val="1000"/>
              </a:spcAft>
              <a:buNone/>
            </a:pPr>
            <a:r>
              <a:rPr lang="en" sz="1100"/>
              <a:t>Seguite </a:t>
            </a:r>
            <a:r>
              <a:rPr lang="en" sz="1100" u="sng">
                <a:solidFill>
                  <a:schemeClr val="hlink"/>
                </a:solidFill>
                <a:hlinkClick r:id="rId4"/>
              </a:rPr>
              <a:t>questa guida</a:t>
            </a:r>
            <a:r>
              <a:rPr lang="en" sz="1100"/>
              <a:t> per aggiungere la chiave ssh a GitHub</a:t>
            </a:r>
            <a:endParaRPr sz="1100"/>
          </a:p>
        </p:txBody>
      </p:sp>
      <p:sp>
        <p:nvSpPr>
          <p:cNvPr id="263" name="Google Shape;263;p40">
            <a:hlinkClick r:id="rId5"/>
          </p:cNvPr>
          <p:cNvSpPr/>
          <p:nvPr/>
        </p:nvSpPr>
        <p:spPr>
          <a:xfrm>
            <a:off x="0" y="5092700"/>
            <a:ext cx="3657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67" name="Shape 267"/>
        <p:cNvGrpSpPr/>
        <p:nvPr/>
      </p:nvGrpSpPr>
      <p:grpSpPr>
        <a:xfrm>
          <a:off x="0" y="0"/>
          <a:ext cx="0" cy="0"/>
          <a:chOff x="0" y="0"/>
          <a:chExt cx="0" cy="0"/>
        </a:xfrm>
      </p:grpSpPr>
      <p:sp>
        <p:nvSpPr>
          <p:cNvPr id="268" name="Google Shape;268;p4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41"/>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Git GUI Client</a:t>
            </a:r>
            <a:endParaRPr>
              <a:solidFill>
                <a:srgbClr val="999999"/>
              </a:solidFill>
            </a:endParaRPr>
          </a:p>
        </p:txBody>
      </p:sp>
      <p:sp>
        <p:nvSpPr>
          <p:cNvPr id="270" name="Google Shape;270;p41"/>
          <p:cNvSpPr txBox="1"/>
          <p:nvPr>
            <p:ph idx="1" type="body"/>
          </p:nvPr>
        </p:nvSpPr>
        <p:spPr>
          <a:xfrm>
            <a:off x="838250" y="1504950"/>
            <a:ext cx="6031200" cy="21807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Il miglior modo di utilizzare Git è da riga di comando con la Command Line Interface (CLI) il consiglio è di approfondire il tema per il futuro</a:t>
            </a:r>
            <a:endParaRPr sz="1100"/>
          </a:p>
          <a:p>
            <a:pPr indent="0" lvl="0" marL="0" rtl="0" algn="l">
              <a:spcBef>
                <a:spcPts val="1000"/>
              </a:spcBef>
              <a:spcAft>
                <a:spcPts val="0"/>
              </a:spcAft>
              <a:buNone/>
            </a:pPr>
            <a:r>
              <a:rPr lang="en" sz="1100"/>
              <a:t>Esistono un’infinità di GUI Client per Git (</a:t>
            </a:r>
            <a:r>
              <a:rPr lang="en" sz="1100" u="sng">
                <a:solidFill>
                  <a:schemeClr val="hlink"/>
                </a:solidFill>
                <a:hlinkClick r:id="rId3"/>
              </a:rPr>
              <a:t>pagina ufficiale di Git</a:t>
            </a:r>
            <a:r>
              <a:rPr lang="en" sz="1100"/>
              <a:t>) provatene un po’ per vedere con quale vi trovate meglio, tra i più famosi possiamo trovare</a:t>
            </a:r>
            <a:endParaRPr sz="1100"/>
          </a:p>
          <a:p>
            <a:pPr indent="0" lvl="0" marL="0" rtl="0" algn="l">
              <a:spcBef>
                <a:spcPts val="1000"/>
              </a:spcBef>
              <a:spcAft>
                <a:spcPts val="0"/>
              </a:spcAft>
              <a:buNone/>
            </a:pPr>
            <a:r>
              <a:rPr lang="en" sz="1100" u="sng">
                <a:solidFill>
                  <a:schemeClr val="hlink"/>
                </a:solidFill>
                <a:hlinkClick r:id="rId4"/>
              </a:rPr>
              <a:t>GitKraken</a:t>
            </a:r>
            <a:r>
              <a:rPr lang="en" sz="1100"/>
              <a:t> (a pagamento, free con GitHub for Educations)</a:t>
            </a:r>
            <a:endParaRPr sz="1100"/>
          </a:p>
          <a:p>
            <a:pPr indent="0" lvl="0" marL="0" rtl="0" algn="l">
              <a:spcBef>
                <a:spcPts val="1000"/>
              </a:spcBef>
              <a:spcAft>
                <a:spcPts val="0"/>
              </a:spcAft>
              <a:buNone/>
            </a:pPr>
            <a:r>
              <a:rPr lang="en" sz="1100" u="sng">
                <a:solidFill>
                  <a:schemeClr val="hlink"/>
                </a:solidFill>
                <a:hlinkClick r:id="rId5"/>
              </a:rPr>
              <a:t>SourceTree</a:t>
            </a:r>
            <a:r>
              <a:rPr lang="en" sz="1100"/>
              <a:t> (Free open source)</a:t>
            </a:r>
            <a:endParaRPr sz="1100"/>
          </a:p>
          <a:p>
            <a:pPr indent="0" lvl="0" marL="0" rtl="0" algn="l">
              <a:spcBef>
                <a:spcPts val="1000"/>
              </a:spcBef>
              <a:spcAft>
                <a:spcPts val="0"/>
              </a:spcAft>
              <a:buNone/>
            </a:pPr>
            <a:r>
              <a:rPr lang="en" sz="1100" u="sng">
                <a:solidFill>
                  <a:schemeClr val="hlink"/>
                </a:solidFill>
                <a:hlinkClick r:id="rId6"/>
              </a:rPr>
              <a:t>GitHub Desktop</a:t>
            </a:r>
            <a:r>
              <a:rPr lang="en" sz="1100"/>
              <a:t> (Free open source)</a:t>
            </a:r>
            <a:endParaRPr sz="1100"/>
          </a:p>
          <a:p>
            <a:pPr indent="0" lvl="0" marL="0" rtl="0" algn="l">
              <a:spcBef>
                <a:spcPts val="1000"/>
              </a:spcBef>
              <a:spcAft>
                <a:spcPts val="1000"/>
              </a:spcAft>
              <a:buNone/>
            </a:pPr>
            <a:r>
              <a:rPr lang="en" sz="1100"/>
              <a:t>Per  le operazioni più comuni è possibile usare anche Visual Studio Code</a:t>
            </a:r>
            <a:endParaRPr sz="1100"/>
          </a:p>
        </p:txBody>
      </p:sp>
      <p:sp>
        <p:nvSpPr>
          <p:cNvPr id="271" name="Google Shape;271;p41">
            <a:hlinkClick r:id="rId7"/>
          </p:cNvPr>
          <p:cNvSpPr/>
          <p:nvPr/>
        </p:nvSpPr>
        <p:spPr>
          <a:xfrm>
            <a:off x="0" y="5092700"/>
            <a:ext cx="3886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75" name="Shape 275"/>
        <p:cNvGrpSpPr/>
        <p:nvPr/>
      </p:nvGrpSpPr>
      <p:grpSpPr>
        <a:xfrm>
          <a:off x="0" y="0"/>
          <a:ext cx="0" cy="0"/>
          <a:chOff x="0" y="0"/>
          <a:chExt cx="0" cy="0"/>
        </a:xfrm>
      </p:grpSpPr>
      <p:sp>
        <p:nvSpPr>
          <p:cNvPr id="276" name="Google Shape;276;p42"/>
          <p:cNvSpPr txBox="1"/>
          <p:nvPr>
            <p:ph type="ctrTitle"/>
          </p:nvPr>
        </p:nvSpPr>
        <p:spPr>
          <a:xfrm>
            <a:off x="648300" y="1354750"/>
            <a:ext cx="40086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a:t>Git in VSCode</a:t>
            </a:r>
            <a:endParaRPr/>
          </a:p>
        </p:txBody>
      </p:sp>
      <p:sp>
        <p:nvSpPr>
          <p:cNvPr id="277" name="Google Shape;277;p4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78" name="Google Shape;278;p42">
            <a:hlinkClick r:id="rId3"/>
          </p:cNvPr>
          <p:cNvSpPr/>
          <p:nvPr/>
        </p:nvSpPr>
        <p:spPr>
          <a:xfrm>
            <a:off x="0" y="5092700"/>
            <a:ext cx="4114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82" name="Shape 282"/>
        <p:cNvGrpSpPr/>
        <p:nvPr/>
      </p:nvGrpSpPr>
      <p:grpSpPr>
        <a:xfrm>
          <a:off x="0" y="0"/>
          <a:ext cx="0" cy="0"/>
          <a:chOff x="0" y="0"/>
          <a:chExt cx="0" cy="0"/>
        </a:xfrm>
      </p:grpSpPr>
      <p:sp>
        <p:nvSpPr>
          <p:cNvPr id="283" name="Google Shape;283;p4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43"/>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Inizializzare un repository</a:t>
            </a:r>
            <a:endParaRPr>
              <a:solidFill>
                <a:srgbClr val="999999"/>
              </a:solidFill>
            </a:endParaRPr>
          </a:p>
        </p:txBody>
      </p:sp>
      <p:sp>
        <p:nvSpPr>
          <p:cNvPr id="285" name="Google Shape;285;p43"/>
          <p:cNvSpPr txBox="1"/>
          <p:nvPr>
            <p:ph idx="1" type="body"/>
          </p:nvPr>
        </p:nvSpPr>
        <p:spPr>
          <a:xfrm>
            <a:off x="838250" y="1504950"/>
            <a:ext cx="6031200" cy="14571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In Visual Studio Code è presente un’integrazione con Git. Nella maggior parte dei casi è consigliabile gestire tramite VS Code le operazioni più comuni così da non dover passare da un programma all’altro per effettuare delle modifiche</a:t>
            </a:r>
            <a:endParaRPr sz="1100"/>
          </a:p>
          <a:p>
            <a:pPr indent="0" lvl="0" marL="0" rtl="0" algn="l">
              <a:spcBef>
                <a:spcPts val="1000"/>
              </a:spcBef>
              <a:spcAft>
                <a:spcPts val="0"/>
              </a:spcAft>
              <a:buNone/>
            </a:pPr>
            <a:r>
              <a:rPr lang="en" sz="1100"/>
              <a:t>Per inizializzare un repository cliccate sull’icona di Git e create un nuovo repository</a:t>
            </a:r>
            <a:endParaRPr sz="1100"/>
          </a:p>
          <a:p>
            <a:pPr indent="0" lvl="0" marL="0" rtl="0" algn="l">
              <a:spcBef>
                <a:spcPts val="1000"/>
              </a:spcBef>
              <a:spcAft>
                <a:spcPts val="1000"/>
              </a:spcAft>
              <a:buNone/>
            </a:pPr>
            <a:r>
              <a:rPr lang="en" sz="1100"/>
              <a:t>Da questo momento in poi ogni volta che effettuerete una modifica affianco all’icona di Git verrà visualizzato un badge con il numero di file con una modificata</a:t>
            </a:r>
            <a:endParaRPr sz="1100"/>
          </a:p>
        </p:txBody>
      </p:sp>
      <p:pic>
        <p:nvPicPr>
          <p:cNvPr id="286" name="Google Shape;286;p43"/>
          <p:cNvPicPr preferRelativeResize="0"/>
          <p:nvPr/>
        </p:nvPicPr>
        <p:blipFill rotWithShape="1">
          <a:blip r:embed="rId3">
            <a:alphaModFix/>
          </a:blip>
          <a:srcRect b="29013" l="0" r="0" t="0"/>
          <a:stretch/>
        </p:blipFill>
        <p:spPr>
          <a:xfrm>
            <a:off x="930825" y="3122275"/>
            <a:ext cx="3676800" cy="1663525"/>
          </a:xfrm>
          <a:prstGeom prst="rect">
            <a:avLst/>
          </a:prstGeom>
          <a:noFill/>
          <a:ln>
            <a:noFill/>
          </a:ln>
        </p:spPr>
      </p:pic>
      <p:sp>
        <p:nvSpPr>
          <p:cNvPr id="287" name="Google Shape;287;p43">
            <a:hlinkClick r:id="rId4"/>
          </p:cNvPr>
          <p:cNvSpPr/>
          <p:nvPr/>
        </p:nvSpPr>
        <p:spPr>
          <a:xfrm>
            <a:off x="0" y="5092700"/>
            <a:ext cx="4343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91" name="Shape 291"/>
        <p:cNvGrpSpPr/>
        <p:nvPr/>
      </p:nvGrpSpPr>
      <p:grpSpPr>
        <a:xfrm>
          <a:off x="0" y="0"/>
          <a:ext cx="0" cy="0"/>
          <a:chOff x="0" y="0"/>
          <a:chExt cx="0" cy="0"/>
        </a:xfrm>
      </p:grpSpPr>
      <p:sp>
        <p:nvSpPr>
          <p:cNvPr id="292" name="Google Shape;292;p4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p44"/>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Staging e Commit</a:t>
            </a:r>
            <a:endParaRPr>
              <a:solidFill>
                <a:srgbClr val="999999"/>
              </a:solidFill>
            </a:endParaRPr>
          </a:p>
        </p:txBody>
      </p:sp>
      <p:sp>
        <p:nvSpPr>
          <p:cNvPr id="294" name="Google Shape;294;p44"/>
          <p:cNvSpPr txBox="1"/>
          <p:nvPr>
            <p:ph idx="1" type="body"/>
          </p:nvPr>
        </p:nvSpPr>
        <p:spPr>
          <a:xfrm>
            <a:off x="838250" y="1504950"/>
            <a:ext cx="6031200" cy="6927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100"/>
              <a:t>Tornando all’area dedicata a Git dopo una modifica è possibile aggiungere all’area di staging la modifica cliccando sul “+” affianco al nome del file ed effettuare un commit scrivendo il messaggio nel box di testo.</a:t>
            </a:r>
            <a:endParaRPr sz="1100"/>
          </a:p>
        </p:txBody>
      </p:sp>
      <p:pic>
        <p:nvPicPr>
          <p:cNvPr id="295" name="Google Shape;295;p44"/>
          <p:cNvPicPr preferRelativeResize="0"/>
          <p:nvPr/>
        </p:nvPicPr>
        <p:blipFill>
          <a:blip r:embed="rId3">
            <a:alphaModFix/>
          </a:blip>
          <a:stretch>
            <a:fillRect/>
          </a:stretch>
        </p:blipFill>
        <p:spPr>
          <a:xfrm>
            <a:off x="609657" y="2323400"/>
            <a:ext cx="4030420" cy="2373470"/>
          </a:xfrm>
          <a:prstGeom prst="rect">
            <a:avLst/>
          </a:prstGeom>
          <a:noFill/>
          <a:ln>
            <a:noFill/>
          </a:ln>
        </p:spPr>
      </p:pic>
      <p:pic>
        <p:nvPicPr>
          <p:cNvPr id="296" name="Google Shape;296;p44"/>
          <p:cNvPicPr preferRelativeResize="0"/>
          <p:nvPr/>
        </p:nvPicPr>
        <p:blipFill rotWithShape="1">
          <a:blip r:embed="rId4">
            <a:alphaModFix/>
          </a:blip>
          <a:srcRect b="0" l="0" r="0" t="0"/>
          <a:stretch/>
        </p:blipFill>
        <p:spPr>
          <a:xfrm>
            <a:off x="4357898" y="2323400"/>
            <a:ext cx="4030429" cy="2373475"/>
          </a:xfrm>
          <a:prstGeom prst="rect">
            <a:avLst/>
          </a:prstGeom>
          <a:noFill/>
          <a:ln>
            <a:noFill/>
          </a:ln>
        </p:spPr>
      </p:pic>
      <p:sp>
        <p:nvSpPr>
          <p:cNvPr id="297" name="Google Shape;297;p44">
            <a:hlinkClick r:id="rId5"/>
          </p:cNvPr>
          <p:cNvSpPr/>
          <p:nvPr/>
        </p:nvSpPr>
        <p:spPr>
          <a:xfrm>
            <a:off x="0" y="5092700"/>
            <a:ext cx="4572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01" name="Shape 301"/>
        <p:cNvGrpSpPr/>
        <p:nvPr/>
      </p:nvGrpSpPr>
      <p:grpSpPr>
        <a:xfrm>
          <a:off x="0" y="0"/>
          <a:ext cx="0" cy="0"/>
          <a:chOff x="0" y="0"/>
          <a:chExt cx="0" cy="0"/>
        </a:xfrm>
      </p:grpSpPr>
      <p:sp>
        <p:nvSpPr>
          <p:cNvPr id="302" name="Google Shape;302;p4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Annullare ultimo commit</a:t>
            </a:r>
            <a:endParaRPr>
              <a:solidFill>
                <a:srgbClr val="999999"/>
              </a:solidFill>
            </a:endParaRPr>
          </a:p>
        </p:txBody>
      </p:sp>
      <p:sp>
        <p:nvSpPr>
          <p:cNvPr id="304" name="Google Shape;304;p45"/>
          <p:cNvSpPr txBox="1"/>
          <p:nvPr>
            <p:ph idx="1" type="body"/>
          </p:nvPr>
        </p:nvSpPr>
        <p:spPr>
          <a:xfrm>
            <a:off x="838250" y="1504950"/>
            <a:ext cx="6031200" cy="5232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100"/>
              <a:t>Se si vuole annullare l’ultimo commit è possibile farlo selezionando </a:t>
            </a:r>
            <a:br>
              <a:rPr lang="en" sz="1100"/>
            </a:br>
            <a:r>
              <a:rPr lang="en" sz="1100"/>
              <a:t>puntini -&gt; Commit -&gt; Undo last Commit</a:t>
            </a:r>
            <a:endParaRPr sz="1100"/>
          </a:p>
        </p:txBody>
      </p:sp>
      <p:pic>
        <p:nvPicPr>
          <p:cNvPr id="305" name="Google Shape;305;p45"/>
          <p:cNvPicPr preferRelativeResize="0"/>
          <p:nvPr/>
        </p:nvPicPr>
        <p:blipFill rotWithShape="1">
          <a:blip r:embed="rId3">
            <a:alphaModFix/>
          </a:blip>
          <a:srcRect b="169" l="0" r="0" t="169"/>
          <a:stretch/>
        </p:blipFill>
        <p:spPr>
          <a:xfrm>
            <a:off x="783898" y="1781596"/>
            <a:ext cx="5870474" cy="3457050"/>
          </a:xfrm>
          <a:prstGeom prst="rect">
            <a:avLst/>
          </a:prstGeom>
          <a:noFill/>
          <a:ln>
            <a:noFill/>
          </a:ln>
        </p:spPr>
      </p:pic>
      <p:pic>
        <p:nvPicPr>
          <p:cNvPr id="306" name="Google Shape;306;p45"/>
          <p:cNvPicPr preferRelativeResize="0"/>
          <p:nvPr/>
        </p:nvPicPr>
        <p:blipFill>
          <a:blip r:embed="rId4">
            <a:alphaModFix/>
          </a:blip>
          <a:stretch>
            <a:fillRect/>
          </a:stretch>
        </p:blipFill>
        <p:spPr>
          <a:xfrm>
            <a:off x="3326325" y="2440848"/>
            <a:ext cx="2049524" cy="2597774"/>
          </a:xfrm>
          <a:prstGeom prst="rect">
            <a:avLst/>
          </a:prstGeom>
          <a:noFill/>
          <a:ln>
            <a:noFill/>
          </a:ln>
        </p:spPr>
      </p:pic>
      <p:sp>
        <p:nvSpPr>
          <p:cNvPr id="307" name="Google Shape;307;p45">
            <a:hlinkClick r:id="rId5"/>
          </p:cNvPr>
          <p:cNvSpPr/>
          <p:nvPr/>
        </p:nvSpPr>
        <p:spPr>
          <a:xfrm>
            <a:off x="0" y="5092700"/>
            <a:ext cx="4800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11" name="Shape 311"/>
        <p:cNvGrpSpPr/>
        <p:nvPr/>
      </p:nvGrpSpPr>
      <p:grpSpPr>
        <a:xfrm>
          <a:off x="0" y="0"/>
          <a:ext cx="0" cy="0"/>
          <a:chOff x="0" y="0"/>
          <a:chExt cx="0" cy="0"/>
        </a:xfrm>
      </p:grpSpPr>
      <p:pic>
        <p:nvPicPr>
          <p:cNvPr id="312" name="Google Shape;312;p46"/>
          <p:cNvPicPr preferRelativeResize="0"/>
          <p:nvPr/>
        </p:nvPicPr>
        <p:blipFill rotWithShape="1">
          <a:blip r:embed="rId3">
            <a:alphaModFix/>
          </a:blip>
          <a:srcRect b="69506" l="0" r="0" t="0"/>
          <a:stretch/>
        </p:blipFill>
        <p:spPr>
          <a:xfrm>
            <a:off x="252600" y="3259650"/>
            <a:ext cx="7654902" cy="1947948"/>
          </a:xfrm>
          <a:prstGeom prst="rect">
            <a:avLst/>
          </a:prstGeom>
          <a:noFill/>
          <a:ln>
            <a:noFill/>
          </a:ln>
        </p:spPr>
      </p:pic>
      <p:sp>
        <p:nvSpPr>
          <p:cNvPr id="313" name="Google Shape;313;p4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6"/>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Diff e Restore</a:t>
            </a:r>
            <a:endParaRPr>
              <a:solidFill>
                <a:srgbClr val="999999"/>
              </a:solidFill>
            </a:endParaRPr>
          </a:p>
        </p:txBody>
      </p:sp>
      <p:sp>
        <p:nvSpPr>
          <p:cNvPr id="315" name="Google Shape;315;p46"/>
          <p:cNvSpPr txBox="1"/>
          <p:nvPr>
            <p:ph idx="1" type="body"/>
          </p:nvPr>
        </p:nvSpPr>
        <p:spPr>
          <a:xfrm>
            <a:off x="838250" y="1504950"/>
            <a:ext cx="6031200" cy="17547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Passando sul nome del file con il mouse vengono visualizzate varie opzioni: “Open file”, “Discard changes” e “Stage changes”</a:t>
            </a:r>
            <a:endParaRPr sz="1100"/>
          </a:p>
          <a:p>
            <a:pPr indent="0" lvl="0" marL="0" rtl="0" algn="l">
              <a:spcBef>
                <a:spcPts val="1000"/>
              </a:spcBef>
              <a:spcAft>
                <a:spcPts val="0"/>
              </a:spcAft>
              <a:buNone/>
            </a:pPr>
            <a:r>
              <a:rPr b="1" lang="en" sz="1100"/>
              <a:t>Discard changes</a:t>
            </a:r>
            <a:r>
              <a:rPr lang="en" sz="1100"/>
              <a:t> permette di annullare tutte le modifica all’ultimo stato salvato del file</a:t>
            </a:r>
            <a:endParaRPr sz="1100"/>
          </a:p>
          <a:p>
            <a:pPr indent="0" lvl="0" marL="0" rtl="0" algn="l">
              <a:spcBef>
                <a:spcPts val="1000"/>
              </a:spcBef>
              <a:spcAft>
                <a:spcPts val="0"/>
              </a:spcAft>
              <a:buNone/>
            </a:pPr>
            <a:r>
              <a:rPr lang="en" sz="1100"/>
              <a:t>Per visualizzare le modifiche effettuate che verrebbero annullate, è possibile utilizzare “diff” cliccando sul nome del file</a:t>
            </a:r>
            <a:endParaRPr sz="1100"/>
          </a:p>
          <a:p>
            <a:pPr indent="0" lvl="0" marL="0" rtl="0" algn="l">
              <a:spcBef>
                <a:spcPts val="1000"/>
              </a:spcBef>
              <a:spcAft>
                <a:spcPts val="1000"/>
              </a:spcAft>
              <a:buNone/>
            </a:pPr>
            <a:r>
              <a:rPr lang="en" sz="1100"/>
              <a:t>Nella schermata a sinistra si vede lo stato precedente del file, a destra le modifiche aggiunte</a:t>
            </a:r>
            <a:endParaRPr sz="1100"/>
          </a:p>
        </p:txBody>
      </p:sp>
      <p:sp>
        <p:nvSpPr>
          <p:cNvPr id="316" name="Google Shape;316;p46">
            <a:hlinkClick r:id="rId4"/>
          </p:cNvPr>
          <p:cNvSpPr/>
          <p:nvPr/>
        </p:nvSpPr>
        <p:spPr>
          <a:xfrm>
            <a:off x="0" y="5092700"/>
            <a:ext cx="5029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20" name="Shape 320"/>
        <p:cNvGrpSpPr/>
        <p:nvPr/>
      </p:nvGrpSpPr>
      <p:grpSpPr>
        <a:xfrm>
          <a:off x="0" y="0"/>
          <a:ext cx="0" cy="0"/>
          <a:chOff x="0" y="0"/>
          <a:chExt cx="0" cy="0"/>
        </a:xfrm>
      </p:grpSpPr>
      <p:sp>
        <p:nvSpPr>
          <p:cNvPr id="321" name="Google Shape;321;p4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4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Branch</a:t>
            </a:r>
            <a:endParaRPr>
              <a:solidFill>
                <a:srgbClr val="999999"/>
              </a:solidFill>
            </a:endParaRPr>
          </a:p>
        </p:txBody>
      </p:sp>
      <p:sp>
        <p:nvSpPr>
          <p:cNvPr id="323" name="Google Shape;323;p47"/>
          <p:cNvSpPr txBox="1"/>
          <p:nvPr>
            <p:ph idx="1" type="body"/>
          </p:nvPr>
        </p:nvSpPr>
        <p:spPr>
          <a:xfrm>
            <a:off x="838250" y="1504950"/>
            <a:ext cx="6031200" cy="3540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100"/>
              <a:t>Per gestire i branch in VS Code esiste un pannello dedicato</a:t>
            </a:r>
            <a:endParaRPr sz="1100"/>
          </a:p>
        </p:txBody>
      </p:sp>
      <p:pic>
        <p:nvPicPr>
          <p:cNvPr id="324" name="Google Shape;324;p47"/>
          <p:cNvPicPr preferRelativeResize="0"/>
          <p:nvPr/>
        </p:nvPicPr>
        <p:blipFill rotWithShape="1">
          <a:blip r:embed="rId3">
            <a:alphaModFix/>
          </a:blip>
          <a:srcRect b="2317" l="0" r="0" t="2317"/>
          <a:stretch/>
        </p:blipFill>
        <p:spPr>
          <a:xfrm>
            <a:off x="1793550" y="2011350"/>
            <a:ext cx="5342354" cy="2979752"/>
          </a:xfrm>
          <a:prstGeom prst="rect">
            <a:avLst/>
          </a:prstGeom>
          <a:noFill/>
          <a:ln>
            <a:noFill/>
          </a:ln>
        </p:spPr>
      </p:pic>
      <p:cxnSp>
        <p:nvCxnSpPr>
          <p:cNvPr id="325" name="Google Shape;325;p47"/>
          <p:cNvCxnSpPr/>
          <p:nvPr/>
        </p:nvCxnSpPr>
        <p:spPr>
          <a:xfrm>
            <a:off x="1394025" y="3925725"/>
            <a:ext cx="985500" cy="560700"/>
          </a:xfrm>
          <a:prstGeom prst="straightConnector1">
            <a:avLst/>
          </a:prstGeom>
          <a:noFill/>
          <a:ln cap="flat" cmpd="sng" w="19050">
            <a:solidFill>
              <a:schemeClr val="accent6"/>
            </a:solidFill>
            <a:prstDash val="solid"/>
            <a:round/>
            <a:headEnd len="med" w="med" type="none"/>
            <a:tailEnd len="med" w="med" type="triangle"/>
          </a:ln>
        </p:spPr>
      </p:cxnSp>
      <p:cxnSp>
        <p:nvCxnSpPr>
          <p:cNvPr id="326" name="Google Shape;326;p47"/>
          <p:cNvCxnSpPr/>
          <p:nvPr/>
        </p:nvCxnSpPr>
        <p:spPr>
          <a:xfrm>
            <a:off x="1890750" y="2948175"/>
            <a:ext cx="1081500" cy="0"/>
          </a:xfrm>
          <a:prstGeom prst="straightConnector1">
            <a:avLst/>
          </a:prstGeom>
          <a:noFill/>
          <a:ln cap="flat" cmpd="sng" w="19050">
            <a:solidFill>
              <a:schemeClr val="accent6"/>
            </a:solidFill>
            <a:prstDash val="solid"/>
            <a:round/>
            <a:headEnd len="med" w="med" type="none"/>
            <a:tailEnd len="med" w="med" type="triangle"/>
          </a:ln>
        </p:spPr>
      </p:cxnSp>
      <p:cxnSp>
        <p:nvCxnSpPr>
          <p:cNvPr id="327" name="Google Shape;327;p47"/>
          <p:cNvCxnSpPr/>
          <p:nvPr/>
        </p:nvCxnSpPr>
        <p:spPr>
          <a:xfrm>
            <a:off x="1890750" y="2651750"/>
            <a:ext cx="1081500" cy="0"/>
          </a:xfrm>
          <a:prstGeom prst="straightConnector1">
            <a:avLst/>
          </a:prstGeom>
          <a:noFill/>
          <a:ln cap="flat" cmpd="sng" w="19050">
            <a:solidFill>
              <a:schemeClr val="accent6"/>
            </a:solidFill>
            <a:prstDash val="solid"/>
            <a:round/>
            <a:headEnd len="med" w="med" type="none"/>
            <a:tailEnd len="med" w="med" type="triangle"/>
          </a:ln>
        </p:spPr>
      </p:cxnSp>
      <p:sp>
        <p:nvSpPr>
          <p:cNvPr id="328" name="Google Shape;328;p47"/>
          <p:cNvSpPr txBox="1"/>
          <p:nvPr>
            <p:ph idx="1" type="body"/>
          </p:nvPr>
        </p:nvSpPr>
        <p:spPr>
          <a:xfrm>
            <a:off x="857250" y="3670338"/>
            <a:ext cx="838500" cy="4617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900"/>
              <a:t>Brench attuale</a:t>
            </a:r>
            <a:endParaRPr sz="900"/>
          </a:p>
        </p:txBody>
      </p:sp>
      <p:sp>
        <p:nvSpPr>
          <p:cNvPr id="329" name="Google Shape;329;p47"/>
          <p:cNvSpPr txBox="1"/>
          <p:nvPr>
            <p:ph idx="1" type="body"/>
          </p:nvPr>
        </p:nvSpPr>
        <p:spPr>
          <a:xfrm>
            <a:off x="857250" y="2771175"/>
            <a:ext cx="985500" cy="461700"/>
          </a:xfrm>
          <a:prstGeom prst="rect">
            <a:avLst/>
          </a:prstGeom>
        </p:spPr>
        <p:txBody>
          <a:bodyPr anchorCtr="0" anchor="t" bIns="91425" lIns="91425" spcFirstLastPara="1" rIns="91425" wrap="square" tIns="91425">
            <a:spAutoFit/>
          </a:bodyPr>
          <a:lstStyle/>
          <a:p>
            <a:pPr indent="0" lvl="0" marL="0" rtl="0" algn="r">
              <a:spcBef>
                <a:spcPts val="1000"/>
              </a:spcBef>
              <a:spcAft>
                <a:spcPts val="1000"/>
              </a:spcAft>
              <a:buNone/>
            </a:pPr>
            <a:r>
              <a:rPr lang="en" sz="900"/>
              <a:t>Tutti i branch locali</a:t>
            </a:r>
            <a:endParaRPr sz="900"/>
          </a:p>
        </p:txBody>
      </p:sp>
      <p:sp>
        <p:nvSpPr>
          <p:cNvPr id="330" name="Google Shape;330;p47"/>
          <p:cNvSpPr txBox="1"/>
          <p:nvPr>
            <p:ph idx="1" type="body"/>
          </p:nvPr>
        </p:nvSpPr>
        <p:spPr>
          <a:xfrm>
            <a:off x="673650" y="2421613"/>
            <a:ext cx="1217100" cy="461700"/>
          </a:xfrm>
          <a:prstGeom prst="rect">
            <a:avLst/>
          </a:prstGeom>
        </p:spPr>
        <p:txBody>
          <a:bodyPr anchorCtr="0" anchor="t" bIns="91425" lIns="91425" spcFirstLastPara="1" rIns="91425" wrap="square" tIns="91425">
            <a:spAutoFit/>
          </a:bodyPr>
          <a:lstStyle/>
          <a:p>
            <a:pPr indent="0" lvl="0" marL="0" rtl="0" algn="r">
              <a:spcBef>
                <a:spcPts val="1000"/>
              </a:spcBef>
              <a:spcAft>
                <a:spcPts val="1000"/>
              </a:spcAft>
              <a:buNone/>
            </a:pPr>
            <a:r>
              <a:rPr lang="en" sz="900"/>
              <a:t>Tutti le operazioni possibili</a:t>
            </a:r>
            <a:endParaRPr sz="900"/>
          </a:p>
        </p:txBody>
      </p:sp>
      <p:sp>
        <p:nvSpPr>
          <p:cNvPr id="331" name="Google Shape;331;p47">
            <a:hlinkClick r:id="rId4"/>
          </p:cNvPr>
          <p:cNvSpPr/>
          <p:nvPr/>
        </p:nvSpPr>
        <p:spPr>
          <a:xfrm>
            <a:off x="0" y="5092700"/>
            <a:ext cx="5257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35" name="Shape 335"/>
        <p:cNvGrpSpPr/>
        <p:nvPr/>
      </p:nvGrpSpPr>
      <p:grpSpPr>
        <a:xfrm>
          <a:off x="0" y="0"/>
          <a:ext cx="0" cy="0"/>
          <a:chOff x="0" y="0"/>
          <a:chExt cx="0" cy="0"/>
        </a:xfrm>
      </p:grpSpPr>
      <p:sp>
        <p:nvSpPr>
          <p:cNvPr id="336" name="Google Shape;336;p4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7" name="Google Shape;337;p48"/>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New </a:t>
            </a:r>
            <a:r>
              <a:rPr lang="en">
                <a:solidFill>
                  <a:srgbClr val="999999"/>
                </a:solidFill>
              </a:rPr>
              <a:t>Branch</a:t>
            </a:r>
            <a:endParaRPr>
              <a:solidFill>
                <a:srgbClr val="999999"/>
              </a:solidFill>
            </a:endParaRPr>
          </a:p>
        </p:txBody>
      </p:sp>
      <p:sp>
        <p:nvSpPr>
          <p:cNvPr id="338" name="Google Shape;338;p48"/>
          <p:cNvSpPr txBox="1"/>
          <p:nvPr>
            <p:ph idx="1" type="body"/>
          </p:nvPr>
        </p:nvSpPr>
        <p:spPr>
          <a:xfrm>
            <a:off x="838250" y="1504950"/>
            <a:ext cx="6031200" cy="13287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Selezionando “Create new Branch…” e inserendo il nome del nuovo Branch si creerà un nuovo Branch a partire dal Branch corrente. Per creare un nuovo Branch a partire da un Branch differente è possibile selezionare “Create new Branch from…”, selezionare il Branch di origine e quindi inserire il nome del nuovo Branch</a:t>
            </a:r>
            <a:endParaRPr sz="1100"/>
          </a:p>
          <a:p>
            <a:pPr indent="0" lvl="0" marL="0" rtl="0" algn="l">
              <a:spcBef>
                <a:spcPts val="1000"/>
              </a:spcBef>
              <a:spcAft>
                <a:spcPts val="1000"/>
              </a:spcAft>
              <a:buNone/>
            </a:pPr>
            <a:r>
              <a:rPr lang="en" sz="1100"/>
              <a:t>In tutti i casi, dopo la creazione del nuovo Branch, VS Code effettuerà il Checkout automaticamente al nuovo Branch</a:t>
            </a:r>
            <a:endParaRPr sz="1100"/>
          </a:p>
        </p:txBody>
      </p:sp>
      <p:pic>
        <p:nvPicPr>
          <p:cNvPr id="339" name="Google Shape;339;p48"/>
          <p:cNvPicPr preferRelativeResize="0"/>
          <p:nvPr/>
        </p:nvPicPr>
        <p:blipFill>
          <a:blip r:embed="rId3">
            <a:alphaModFix/>
          </a:blip>
          <a:stretch>
            <a:fillRect/>
          </a:stretch>
        </p:blipFill>
        <p:spPr>
          <a:xfrm>
            <a:off x="983049" y="2833650"/>
            <a:ext cx="5355164" cy="3132151"/>
          </a:xfrm>
          <a:prstGeom prst="rect">
            <a:avLst/>
          </a:prstGeom>
          <a:noFill/>
          <a:ln>
            <a:noFill/>
          </a:ln>
        </p:spPr>
      </p:pic>
      <p:sp>
        <p:nvSpPr>
          <p:cNvPr id="340" name="Google Shape;340;p48">
            <a:hlinkClick r:id="rId4"/>
          </p:cNvPr>
          <p:cNvSpPr/>
          <p:nvPr/>
        </p:nvSpPr>
        <p:spPr>
          <a:xfrm>
            <a:off x="0" y="5092700"/>
            <a:ext cx="5486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44" name="Shape 344"/>
        <p:cNvGrpSpPr/>
        <p:nvPr/>
      </p:nvGrpSpPr>
      <p:grpSpPr>
        <a:xfrm>
          <a:off x="0" y="0"/>
          <a:ext cx="0" cy="0"/>
          <a:chOff x="0" y="0"/>
          <a:chExt cx="0" cy="0"/>
        </a:xfrm>
      </p:grpSpPr>
      <p:sp>
        <p:nvSpPr>
          <p:cNvPr id="345" name="Google Shape;345;p4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6" name="Google Shape;346;p49"/>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Checkout</a:t>
            </a:r>
            <a:endParaRPr>
              <a:solidFill>
                <a:srgbClr val="999999"/>
              </a:solidFill>
            </a:endParaRPr>
          </a:p>
        </p:txBody>
      </p:sp>
      <p:sp>
        <p:nvSpPr>
          <p:cNvPr id="347" name="Google Shape;347;p49"/>
          <p:cNvSpPr txBox="1"/>
          <p:nvPr>
            <p:ph idx="1" type="body"/>
          </p:nvPr>
        </p:nvSpPr>
        <p:spPr>
          <a:xfrm>
            <a:off x="838250" y="1504950"/>
            <a:ext cx="6031200" cy="5232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100"/>
              <a:t>Per passare da un Branch all’altro, selezionare il Branch corrente nella Status Bar e selezionare un Branch differente da quello corrente</a:t>
            </a:r>
            <a:endParaRPr sz="1100"/>
          </a:p>
        </p:txBody>
      </p:sp>
      <p:pic>
        <p:nvPicPr>
          <p:cNvPr id="348" name="Google Shape;348;p49"/>
          <p:cNvPicPr preferRelativeResize="0"/>
          <p:nvPr/>
        </p:nvPicPr>
        <p:blipFill rotWithShape="1">
          <a:blip r:embed="rId3">
            <a:alphaModFix/>
          </a:blip>
          <a:srcRect b="0" l="0" r="0" t="0"/>
          <a:stretch/>
        </p:blipFill>
        <p:spPr>
          <a:xfrm>
            <a:off x="1769649" y="2028150"/>
            <a:ext cx="5355164" cy="3132151"/>
          </a:xfrm>
          <a:prstGeom prst="rect">
            <a:avLst/>
          </a:prstGeom>
          <a:noFill/>
          <a:ln>
            <a:noFill/>
          </a:ln>
        </p:spPr>
      </p:pic>
      <p:cxnSp>
        <p:nvCxnSpPr>
          <p:cNvPr id="349" name="Google Shape;349;p49"/>
          <p:cNvCxnSpPr/>
          <p:nvPr/>
        </p:nvCxnSpPr>
        <p:spPr>
          <a:xfrm>
            <a:off x="1394025" y="3925725"/>
            <a:ext cx="985500" cy="560700"/>
          </a:xfrm>
          <a:prstGeom prst="straightConnector1">
            <a:avLst/>
          </a:prstGeom>
          <a:noFill/>
          <a:ln cap="flat" cmpd="sng" w="19050">
            <a:solidFill>
              <a:schemeClr val="accent6"/>
            </a:solidFill>
            <a:prstDash val="solid"/>
            <a:round/>
            <a:headEnd len="med" w="med" type="none"/>
            <a:tailEnd len="med" w="med" type="triangle"/>
          </a:ln>
        </p:spPr>
      </p:cxnSp>
      <p:sp>
        <p:nvSpPr>
          <p:cNvPr id="350" name="Google Shape;350;p49"/>
          <p:cNvSpPr txBox="1"/>
          <p:nvPr>
            <p:ph idx="1" type="body"/>
          </p:nvPr>
        </p:nvSpPr>
        <p:spPr>
          <a:xfrm>
            <a:off x="408600" y="3670350"/>
            <a:ext cx="1287300" cy="4617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900"/>
              <a:t>Brench attuale è “dev”</a:t>
            </a:r>
            <a:endParaRPr sz="900"/>
          </a:p>
        </p:txBody>
      </p:sp>
      <p:sp>
        <p:nvSpPr>
          <p:cNvPr id="351" name="Google Shape;351;p49"/>
          <p:cNvSpPr txBox="1"/>
          <p:nvPr>
            <p:ph idx="1" type="body"/>
          </p:nvPr>
        </p:nvSpPr>
        <p:spPr>
          <a:xfrm>
            <a:off x="360525" y="2746100"/>
            <a:ext cx="1335300" cy="4617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900"/>
              <a:t>Possiamo selezionare</a:t>
            </a:r>
            <a:r>
              <a:rPr lang="en" sz="900"/>
              <a:t> “main”</a:t>
            </a:r>
            <a:endParaRPr sz="900"/>
          </a:p>
        </p:txBody>
      </p:sp>
      <p:cxnSp>
        <p:nvCxnSpPr>
          <p:cNvPr id="352" name="Google Shape;352;p49"/>
          <p:cNvCxnSpPr/>
          <p:nvPr/>
        </p:nvCxnSpPr>
        <p:spPr>
          <a:xfrm>
            <a:off x="1450100" y="2988350"/>
            <a:ext cx="1554300" cy="200400"/>
          </a:xfrm>
          <a:prstGeom prst="straightConnector1">
            <a:avLst/>
          </a:prstGeom>
          <a:noFill/>
          <a:ln cap="flat" cmpd="sng" w="19050">
            <a:solidFill>
              <a:schemeClr val="accent6"/>
            </a:solidFill>
            <a:prstDash val="solid"/>
            <a:round/>
            <a:headEnd len="med" w="med" type="none"/>
            <a:tailEnd len="med" w="med" type="triangle"/>
          </a:ln>
        </p:spPr>
      </p:cxnSp>
      <p:sp>
        <p:nvSpPr>
          <p:cNvPr id="353" name="Google Shape;353;p49">
            <a:hlinkClick r:id="rId4"/>
          </p:cNvPr>
          <p:cNvSpPr/>
          <p:nvPr/>
        </p:nvSpPr>
        <p:spPr>
          <a:xfrm>
            <a:off x="0" y="5092700"/>
            <a:ext cx="5943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57" name="Shape 357"/>
        <p:cNvGrpSpPr/>
        <p:nvPr/>
      </p:nvGrpSpPr>
      <p:grpSpPr>
        <a:xfrm>
          <a:off x="0" y="0"/>
          <a:ext cx="0" cy="0"/>
          <a:chOff x="0" y="0"/>
          <a:chExt cx="0" cy="0"/>
        </a:xfrm>
      </p:grpSpPr>
      <p:sp>
        <p:nvSpPr>
          <p:cNvPr id="358" name="Google Shape;358;p5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5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Merge</a:t>
            </a:r>
            <a:endParaRPr>
              <a:solidFill>
                <a:srgbClr val="999999"/>
              </a:solidFill>
            </a:endParaRPr>
          </a:p>
        </p:txBody>
      </p:sp>
      <p:sp>
        <p:nvSpPr>
          <p:cNvPr id="360" name="Google Shape;360;p50"/>
          <p:cNvSpPr txBox="1"/>
          <p:nvPr>
            <p:ph idx="1" type="body"/>
          </p:nvPr>
        </p:nvSpPr>
        <p:spPr>
          <a:xfrm>
            <a:off x="838250" y="1504950"/>
            <a:ext cx="5899500" cy="8619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100"/>
              <a:t>Per riunificare due Branch è possibile effettuare un Merge. Posizionandosi sul Branch principale (cioè quello che deve ricevere le modifiche, e.g., “main”) selezionare i tre “puntini -&gt; Branch -&gt; Merge Branch…” quindi selezionare il Branch da cui prendere le modifiche </a:t>
            </a:r>
            <a:endParaRPr sz="1100"/>
          </a:p>
        </p:txBody>
      </p:sp>
      <p:pic>
        <p:nvPicPr>
          <p:cNvPr id="361" name="Google Shape;361;p50"/>
          <p:cNvPicPr preferRelativeResize="0"/>
          <p:nvPr/>
        </p:nvPicPr>
        <p:blipFill rotWithShape="1">
          <a:blip r:embed="rId3">
            <a:alphaModFix/>
          </a:blip>
          <a:srcRect b="0" l="0" r="0" t="0"/>
          <a:stretch/>
        </p:blipFill>
        <p:spPr>
          <a:xfrm>
            <a:off x="1160049" y="2104350"/>
            <a:ext cx="5355164" cy="3132151"/>
          </a:xfrm>
          <a:prstGeom prst="rect">
            <a:avLst/>
          </a:prstGeom>
          <a:noFill/>
          <a:ln>
            <a:noFill/>
          </a:ln>
        </p:spPr>
      </p:pic>
      <p:pic>
        <p:nvPicPr>
          <p:cNvPr id="362" name="Google Shape;362;p50"/>
          <p:cNvPicPr preferRelativeResize="0"/>
          <p:nvPr/>
        </p:nvPicPr>
        <p:blipFill>
          <a:blip r:embed="rId4">
            <a:alphaModFix/>
          </a:blip>
          <a:stretch>
            <a:fillRect/>
          </a:stretch>
        </p:blipFill>
        <p:spPr>
          <a:xfrm>
            <a:off x="3287853" y="2644038"/>
            <a:ext cx="1714387" cy="2362044"/>
          </a:xfrm>
          <a:prstGeom prst="rect">
            <a:avLst/>
          </a:prstGeom>
          <a:noFill/>
          <a:ln>
            <a:noFill/>
          </a:ln>
        </p:spPr>
      </p:pic>
      <p:sp>
        <p:nvSpPr>
          <p:cNvPr id="363" name="Google Shape;363;p50">
            <a:hlinkClick r:id="rId5"/>
          </p:cNvPr>
          <p:cNvSpPr/>
          <p:nvPr/>
        </p:nvSpPr>
        <p:spPr>
          <a:xfrm>
            <a:off x="0" y="5092700"/>
            <a:ext cx="6172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67" name="Shape 367"/>
        <p:cNvGrpSpPr/>
        <p:nvPr/>
      </p:nvGrpSpPr>
      <p:grpSpPr>
        <a:xfrm>
          <a:off x="0" y="0"/>
          <a:ext cx="0" cy="0"/>
          <a:chOff x="0" y="0"/>
          <a:chExt cx="0" cy="0"/>
        </a:xfrm>
      </p:grpSpPr>
      <p:sp>
        <p:nvSpPr>
          <p:cNvPr id="368" name="Google Shape;368;p5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9" name="Google Shape;369;p51"/>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Merge</a:t>
            </a:r>
            <a:endParaRPr>
              <a:solidFill>
                <a:srgbClr val="999999"/>
              </a:solidFill>
            </a:endParaRPr>
          </a:p>
        </p:txBody>
      </p:sp>
      <p:sp>
        <p:nvSpPr>
          <p:cNvPr id="370" name="Google Shape;370;p51"/>
          <p:cNvSpPr txBox="1"/>
          <p:nvPr>
            <p:ph idx="1" type="body"/>
          </p:nvPr>
        </p:nvSpPr>
        <p:spPr>
          <a:xfrm>
            <a:off x="838250" y="1504950"/>
            <a:ext cx="5899500" cy="14571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A seconda delle impostazioni è possibile sia necessario effettuare il commit del merge (salvare le modifiche derivanti dal merge). A volte è possibile che il merge avvenga in modalità “fast forward” e quindi sia trasparente nella history di Git</a:t>
            </a:r>
            <a:endParaRPr sz="1100"/>
          </a:p>
          <a:p>
            <a:pPr indent="0" lvl="0" marL="0" rtl="0" algn="l">
              <a:spcBef>
                <a:spcPts val="1000"/>
              </a:spcBef>
              <a:spcAft>
                <a:spcPts val="0"/>
              </a:spcAft>
              <a:buNone/>
            </a:pPr>
            <a:r>
              <a:rPr lang="en" sz="1100"/>
              <a:t>Una volta effettuato il Merge è possibile eliminare il Branch importato</a:t>
            </a:r>
            <a:endParaRPr sz="1100"/>
          </a:p>
          <a:p>
            <a:pPr indent="0" lvl="0" marL="0" rtl="0" algn="l">
              <a:spcBef>
                <a:spcPts val="1000"/>
              </a:spcBef>
              <a:spcAft>
                <a:spcPts val="1000"/>
              </a:spcAft>
              <a:buNone/>
            </a:pPr>
            <a:r>
              <a:rPr b="1" lang="en" sz="1100"/>
              <a:t>Attenzione! </a:t>
            </a:r>
            <a:r>
              <a:rPr lang="en" sz="1100"/>
              <a:t>Se il Branch esiste solo localmente, questa operazione è irreversibile. Prima di eliminare un Branch dovete essere sicuri che tutto sia andato a buon fine.</a:t>
            </a:r>
            <a:endParaRPr sz="1100"/>
          </a:p>
        </p:txBody>
      </p:sp>
      <p:sp>
        <p:nvSpPr>
          <p:cNvPr id="371" name="Google Shape;371;p51">
            <a:hlinkClick r:id="rId3"/>
          </p:cNvPr>
          <p:cNvSpPr/>
          <p:nvPr/>
        </p:nvSpPr>
        <p:spPr>
          <a:xfrm>
            <a:off x="0" y="5092700"/>
            <a:ext cx="6400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75" name="Shape 375"/>
        <p:cNvGrpSpPr/>
        <p:nvPr/>
      </p:nvGrpSpPr>
      <p:grpSpPr>
        <a:xfrm>
          <a:off x="0" y="0"/>
          <a:ext cx="0" cy="0"/>
          <a:chOff x="0" y="0"/>
          <a:chExt cx="0" cy="0"/>
        </a:xfrm>
      </p:grpSpPr>
      <p:sp>
        <p:nvSpPr>
          <p:cNvPr id="376" name="Google Shape;376;p52"/>
          <p:cNvSpPr txBox="1"/>
          <p:nvPr>
            <p:ph type="ctrTitle"/>
          </p:nvPr>
        </p:nvSpPr>
        <p:spPr>
          <a:xfrm>
            <a:off x="648300" y="1354750"/>
            <a:ext cx="40086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a:t>Git nel Cloud</a:t>
            </a:r>
            <a:endParaRPr/>
          </a:p>
        </p:txBody>
      </p:sp>
      <p:sp>
        <p:nvSpPr>
          <p:cNvPr id="377" name="Google Shape;377;p5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378" name="Google Shape;378;p52">
            <a:hlinkClick r:id="rId3"/>
          </p:cNvPr>
          <p:cNvSpPr/>
          <p:nvPr/>
        </p:nvSpPr>
        <p:spPr>
          <a:xfrm>
            <a:off x="0" y="5092700"/>
            <a:ext cx="6629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82" name="Shape 382"/>
        <p:cNvGrpSpPr/>
        <p:nvPr/>
      </p:nvGrpSpPr>
      <p:grpSpPr>
        <a:xfrm>
          <a:off x="0" y="0"/>
          <a:ext cx="0" cy="0"/>
          <a:chOff x="0" y="0"/>
          <a:chExt cx="0" cy="0"/>
        </a:xfrm>
      </p:grpSpPr>
      <p:sp>
        <p:nvSpPr>
          <p:cNvPr id="383" name="Google Shape;383;p5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53"/>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Git e Github</a:t>
            </a:r>
            <a:endParaRPr>
              <a:solidFill>
                <a:srgbClr val="999999"/>
              </a:solidFill>
            </a:endParaRPr>
          </a:p>
        </p:txBody>
      </p:sp>
      <p:sp>
        <p:nvSpPr>
          <p:cNvPr id="385" name="Google Shape;385;p53"/>
          <p:cNvSpPr txBox="1"/>
          <p:nvPr>
            <p:ph idx="1" type="body"/>
          </p:nvPr>
        </p:nvSpPr>
        <p:spPr>
          <a:xfrm>
            <a:off x="838250" y="1504950"/>
            <a:ext cx="5899500" cy="28989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Tutte le operazioni viste fino a ora sono relative all’uso di Git in locale. Per la collaborazione è necessario usare un repository centralizzato</a:t>
            </a:r>
            <a:endParaRPr sz="1100"/>
          </a:p>
          <a:p>
            <a:pPr indent="0" lvl="0" marL="0" rtl="0" algn="l">
              <a:spcBef>
                <a:spcPts val="1000"/>
              </a:spcBef>
              <a:spcAft>
                <a:spcPts val="0"/>
              </a:spcAft>
              <a:buNone/>
            </a:pPr>
            <a:r>
              <a:rPr lang="en" sz="1100"/>
              <a:t>Una delle alternative più diffuse è Github</a:t>
            </a:r>
            <a:endParaRPr sz="1100"/>
          </a:p>
          <a:p>
            <a:pPr indent="0" lvl="0" marL="0" rtl="0" algn="l">
              <a:spcBef>
                <a:spcPts val="1000"/>
              </a:spcBef>
              <a:spcAft>
                <a:spcPts val="0"/>
              </a:spcAft>
              <a:buNone/>
            </a:pPr>
            <a:r>
              <a:rPr lang="en" sz="1100"/>
              <a:t>Git e GitHub sono due concetti distinti, spesso confusi, ma complementari nell'ambito dello sviluppo del software. Git, come abbiamo visto è un DVCS (sistema di controllo delle versioni distribuito), mentre GitHub è una piattaforma remota che fornisce un'infrastruttura centralizzata per l'hosting e la collaborazione su progetti basati su Git. Potete immaginare Github come un Google Drive per i repository Git</a:t>
            </a:r>
            <a:endParaRPr sz="1100"/>
          </a:p>
          <a:p>
            <a:pPr indent="0" lvl="0" marL="0" rtl="0" algn="l">
              <a:spcBef>
                <a:spcPts val="1000"/>
              </a:spcBef>
              <a:spcAft>
                <a:spcPts val="0"/>
              </a:spcAft>
              <a:buNone/>
            </a:pPr>
            <a:r>
              <a:rPr lang="en" sz="1100"/>
              <a:t>Gli sviluppatori utilizzano GitHub per condividere, collaborare e gestire progetti basati su Git. GitHub offre funzionalità aggiuntive come tracciamento dei problemi (issues), richieste di pull (pull requests), e strumenti di collaborazione</a:t>
            </a:r>
            <a:endParaRPr sz="1100"/>
          </a:p>
          <a:p>
            <a:pPr indent="0" lvl="0" marL="0" rtl="0" algn="l">
              <a:spcBef>
                <a:spcPts val="1000"/>
              </a:spcBef>
              <a:spcAft>
                <a:spcPts val="1000"/>
              </a:spcAft>
              <a:buNone/>
            </a:pPr>
            <a:r>
              <a:rPr lang="en" sz="1100"/>
              <a:t>Esistono alternative altrettanto valide come BitBucket e GitLab, ma Github è di gran lunga quello più utilizzato nello sviluppo di progetti open source</a:t>
            </a:r>
            <a:endParaRPr sz="1100"/>
          </a:p>
        </p:txBody>
      </p:sp>
      <p:sp>
        <p:nvSpPr>
          <p:cNvPr id="386" name="Google Shape;386;p53">
            <a:hlinkClick r:id="rId3"/>
          </p:cNvPr>
          <p:cNvSpPr/>
          <p:nvPr/>
        </p:nvSpPr>
        <p:spPr>
          <a:xfrm>
            <a:off x="0" y="5092700"/>
            <a:ext cx="6858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90" name="Shape 390"/>
        <p:cNvGrpSpPr/>
        <p:nvPr/>
      </p:nvGrpSpPr>
      <p:grpSpPr>
        <a:xfrm>
          <a:off x="0" y="0"/>
          <a:ext cx="0" cy="0"/>
          <a:chOff x="0" y="0"/>
          <a:chExt cx="0" cy="0"/>
        </a:xfrm>
      </p:grpSpPr>
      <p:sp>
        <p:nvSpPr>
          <p:cNvPr id="391" name="Google Shape;391;p5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4"/>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Caricare il repository su Github</a:t>
            </a:r>
            <a:endParaRPr>
              <a:solidFill>
                <a:srgbClr val="999999"/>
              </a:solidFill>
            </a:endParaRPr>
          </a:p>
        </p:txBody>
      </p:sp>
      <p:sp>
        <p:nvSpPr>
          <p:cNvPr id="393" name="Google Shape;393;p54"/>
          <p:cNvSpPr txBox="1"/>
          <p:nvPr>
            <p:ph idx="1" type="body"/>
          </p:nvPr>
        </p:nvSpPr>
        <p:spPr>
          <a:xfrm>
            <a:off x="838250" y="1504950"/>
            <a:ext cx="5899500" cy="9492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Su Github, nella scheda dei repository, selezionate “New” per creare un nuovo repository</a:t>
            </a:r>
            <a:endParaRPr sz="1100"/>
          </a:p>
          <a:p>
            <a:pPr indent="0" lvl="0" marL="0" rtl="0" algn="l">
              <a:spcBef>
                <a:spcPts val="1000"/>
              </a:spcBef>
              <a:spcAft>
                <a:spcPts val="0"/>
              </a:spcAft>
              <a:buNone/>
            </a:pPr>
            <a:r>
              <a:rPr lang="en" sz="1100"/>
              <a:t>Scegliete un nome del repository e cliccate sul bottone “Create repository”</a:t>
            </a:r>
            <a:endParaRPr sz="1100"/>
          </a:p>
          <a:p>
            <a:pPr indent="0" lvl="0" marL="0" rtl="0" algn="l">
              <a:spcBef>
                <a:spcPts val="1000"/>
              </a:spcBef>
              <a:spcAft>
                <a:spcPts val="1000"/>
              </a:spcAft>
              <a:buNone/>
            </a:pPr>
            <a:r>
              <a:rPr lang="en" sz="1100"/>
              <a:t>Nella pagina successiva alla scheda Quick setup selezionate “SSH” e copiate l’url</a:t>
            </a:r>
            <a:endParaRPr sz="1100"/>
          </a:p>
        </p:txBody>
      </p:sp>
      <p:pic>
        <p:nvPicPr>
          <p:cNvPr id="394" name="Google Shape;394;p54"/>
          <p:cNvPicPr preferRelativeResize="0"/>
          <p:nvPr/>
        </p:nvPicPr>
        <p:blipFill>
          <a:blip r:embed="rId3">
            <a:alphaModFix/>
          </a:blip>
          <a:stretch>
            <a:fillRect/>
          </a:stretch>
        </p:blipFill>
        <p:spPr>
          <a:xfrm>
            <a:off x="838239" y="2689052"/>
            <a:ext cx="7120722" cy="949200"/>
          </a:xfrm>
          <a:prstGeom prst="rect">
            <a:avLst/>
          </a:prstGeom>
          <a:noFill/>
          <a:ln>
            <a:noFill/>
          </a:ln>
        </p:spPr>
      </p:pic>
      <p:cxnSp>
        <p:nvCxnSpPr>
          <p:cNvPr id="395" name="Google Shape;395;p54"/>
          <p:cNvCxnSpPr/>
          <p:nvPr/>
        </p:nvCxnSpPr>
        <p:spPr>
          <a:xfrm rot="10800000">
            <a:off x="2707975" y="3252850"/>
            <a:ext cx="432600" cy="696900"/>
          </a:xfrm>
          <a:prstGeom prst="straightConnector1">
            <a:avLst/>
          </a:prstGeom>
          <a:noFill/>
          <a:ln cap="flat" cmpd="sng" w="19050">
            <a:solidFill>
              <a:schemeClr val="accent6"/>
            </a:solidFill>
            <a:prstDash val="solid"/>
            <a:round/>
            <a:headEnd len="med" w="med" type="none"/>
            <a:tailEnd len="med" w="med" type="triangle"/>
          </a:ln>
        </p:spPr>
      </p:cxnSp>
      <p:sp>
        <p:nvSpPr>
          <p:cNvPr id="396" name="Google Shape;396;p54">
            <a:hlinkClick r:id="rId4"/>
          </p:cNvPr>
          <p:cNvSpPr/>
          <p:nvPr/>
        </p:nvSpPr>
        <p:spPr>
          <a:xfrm>
            <a:off x="0" y="5092700"/>
            <a:ext cx="7086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00" name="Shape 400"/>
        <p:cNvGrpSpPr/>
        <p:nvPr/>
      </p:nvGrpSpPr>
      <p:grpSpPr>
        <a:xfrm>
          <a:off x="0" y="0"/>
          <a:ext cx="0" cy="0"/>
          <a:chOff x="0" y="0"/>
          <a:chExt cx="0" cy="0"/>
        </a:xfrm>
      </p:grpSpPr>
      <p:sp>
        <p:nvSpPr>
          <p:cNvPr id="401" name="Google Shape;401;p5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5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Caricare il repository su Github</a:t>
            </a:r>
            <a:endParaRPr>
              <a:solidFill>
                <a:srgbClr val="999999"/>
              </a:solidFill>
            </a:endParaRPr>
          </a:p>
        </p:txBody>
      </p:sp>
      <p:sp>
        <p:nvSpPr>
          <p:cNvPr id="403" name="Google Shape;403;p55"/>
          <p:cNvSpPr txBox="1"/>
          <p:nvPr>
            <p:ph idx="1" type="body"/>
          </p:nvPr>
        </p:nvSpPr>
        <p:spPr>
          <a:xfrm>
            <a:off x="838250" y="1504950"/>
            <a:ext cx="5899500" cy="3540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100"/>
              <a:t>In VS Code nella Status Bar selezionate puntini -&gt; Remote -&gt; Add Remote…</a:t>
            </a:r>
            <a:endParaRPr sz="1100"/>
          </a:p>
        </p:txBody>
      </p:sp>
      <p:sp>
        <p:nvSpPr>
          <p:cNvPr id="404" name="Google Shape;404;p55"/>
          <p:cNvSpPr txBox="1"/>
          <p:nvPr>
            <p:ph idx="1" type="body"/>
          </p:nvPr>
        </p:nvSpPr>
        <p:spPr>
          <a:xfrm>
            <a:off x="838250" y="4093625"/>
            <a:ext cx="5899500" cy="8619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100"/>
              <a:t>E inserite nel box di testo il link copiato su Github e date un nome al remote repository (per convenzione si usa origin, ma il nome è arbitrario). Infine, cliccate su “Publish Branch” per pubblicare il branch corrente. Da questo momento il repository locale è sincronizzato con il repository remoto su Github</a:t>
            </a:r>
            <a:endParaRPr sz="1100"/>
          </a:p>
        </p:txBody>
      </p:sp>
      <p:pic>
        <p:nvPicPr>
          <p:cNvPr id="405" name="Google Shape;405;p55"/>
          <p:cNvPicPr preferRelativeResize="0"/>
          <p:nvPr/>
        </p:nvPicPr>
        <p:blipFill>
          <a:blip r:embed="rId3">
            <a:alphaModFix/>
          </a:blip>
          <a:stretch>
            <a:fillRect/>
          </a:stretch>
        </p:blipFill>
        <p:spPr>
          <a:xfrm>
            <a:off x="904351" y="1657900"/>
            <a:ext cx="4655752" cy="2748625"/>
          </a:xfrm>
          <a:prstGeom prst="rect">
            <a:avLst/>
          </a:prstGeom>
          <a:noFill/>
          <a:ln>
            <a:noFill/>
          </a:ln>
        </p:spPr>
      </p:pic>
      <p:pic>
        <p:nvPicPr>
          <p:cNvPr id="406" name="Google Shape;406;p55"/>
          <p:cNvPicPr preferRelativeResize="0"/>
          <p:nvPr/>
        </p:nvPicPr>
        <p:blipFill>
          <a:blip r:embed="rId4">
            <a:alphaModFix/>
          </a:blip>
          <a:stretch>
            <a:fillRect/>
          </a:stretch>
        </p:blipFill>
        <p:spPr>
          <a:xfrm>
            <a:off x="2461704" y="2207676"/>
            <a:ext cx="1228588" cy="1615562"/>
          </a:xfrm>
          <a:prstGeom prst="rect">
            <a:avLst/>
          </a:prstGeom>
          <a:noFill/>
          <a:ln>
            <a:noFill/>
          </a:ln>
        </p:spPr>
      </p:pic>
      <p:cxnSp>
        <p:nvCxnSpPr>
          <p:cNvPr id="407" name="Google Shape;407;p55"/>
          <p:cNvCxnSpPr/>
          <p:nvPr/>
        </p:nvCxnSpPr>
        <p:spPr>
          <a:xfrm flipH="1">
            <a:off x="1698625" y="3196650"/>
            <a:ext cx="3933600" cy="856200"/>
          </a:xfrm>
          <a:prstGeom prst="straightConnector1">
            <a:avLst/>
          </a:prstGeom>
          <a:noFill/>
          <a:ln cap="flat" cmpd="sng" w="19050">
            <a:solidFill>
              <a:schemeClr val="accent6"/>
            </a:solidFill>
            <a:prstDash val="solid"/>
            <a:round/>
            <a:headEnd len="med" w="med" type="none"/>
            <a:tailEnd len="med" w="med" type="triangle"/>
          </a:ln>
        </p:spPr>
      </p:cxnSp>
      <p:sp>
        <p:nvSpPr>
          <p:cNvPr id="408" name="Google Shape;408;p55"/>
          <p:cNvSpPr txBox="1"/>
          <p:nvPr>
            <p:ph idx="1" type="body"/>
          </p:nvPr>
        </p:nvSpPr>
        <p:spPr>
          <a:xfrm>
            <a:off x="5744400" y="2759350"/>
            <a:ext cx="1450200" cy="7389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900"/>
              <a:t>Icona con la nuvoletta rappresenta il comando per pubblicare il Branch sul remote</a:t>
            </a:r>
            <a:endParaRPr sz="900"/>
          </a:p>
        </p:txBody>
      </p:sp>
      <p:sp>
        <p:nvSpPr>
          <p:cNvPr id="409" name="Google Shape;409;p55">
            <a:hlinkClick r:id="rId5"/>
          </p:cNvPr>
          <p:cNvSpPr/>
          <p:nvPr/>
        </p:nvSpPr>
        <p:spPr>
          <a:xfrm>
            <a:off x="0" y="5092700"/>
            <a:ext cx="7315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13" name="Shape 413"/>
        <p:cNvGrpSpPr/>
        <p:nvPr/>
      </p:nvGrpSpPr>
      <p:grpSpPr>
        <a:xfrm>
          <a:off x="0" y="0"/>
          <a:ext cx="0" cy="0"/>
          <a:chOff x="0" y="0"/>
          <a:chExt cx="0" cy="0"/>
        </a:xfrm>
      </p:grpSpPr>
      <p:pic>
        <p:nvPicPr>
          <p:cNvPr id="414" name="Google Shape;414;p56"/>
          <p:cNvPicPr preferRelativeResize="0"/>
          <p:nvPr/>
        </p:nvPicPr>
        <p:blipFill rotWithShape="1">
          <a:blip r:embed="rId3">
            <a:alphaModFix/>
          </a:blip>
          <a:srcRect b="0" l="0" r="0" t="0"/>
          <a:stretch/>
        </p:blipFill>
        <p:spPr>
          <a:xfrm>
            <a:off x="960435" y="1864275"/>
            <a:ext cx="2180131" cy="485700"/>
          </a:xfrm>
          <a:prstGeom prst="rect">
            <a:avLst/>
          </a:prstGeom>
          <a:noFill/>
          <a:ln>
            <a:noFill/>
          </a:ln>
        </p:spPr>
      </p:pic>
      <p:sp>
        <p:nvSpPr>
          <p:cNvPr id="415" name="Google Shape;415;p5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56"/>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Stato di sincronizzazione</a:t>
            </a:r>
            <a:endParaRPr>
              <a:solidFill>
                <a:srgbClr val="999999"/>
              </a:solidFill>
            </a:endParaRPr>
          </a:p>
        </p:txBody>
      </p:sp>
      <p:sp>
        <p:nvSpPr>
          <p:cNvPr id="417" name="Google Shape;417;p56"/>
          <p:cNvSpPr txBox="1"/>
          <p:nvPr>
            <p:ph idx="1" type="body"/>
          </p:nvPr>
        </p:nvSpPr>
        <p:spPr>
          <a:xfrm>
            <a:off x="838250" y="1504950"/>
            <a:ext cx="5899500" cy="3540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100"/>
              <a:t>È possibile verificare lo stato di sincronizzazione dalla Status Bar di VS Code.</a:t>
            </a:r>
            <a:endParaRPr sz="1100"/>
          </a:p>
        </p:txBody>
      </p:sp>
      <p:cxnSp>
        <p:nvCxnSpPr>
          <p:cNvPr id="418" name="Google Shape;418;p56"/>
          <p:cNvCxnSpPr/>
          <p:nvPr/>
        </p:nvCxnSpPr>
        <p:spPr>
          <a:xfrm flipH="1">
            <a:off x="1882775" y="2067025"/>
            <a:ext cx="705000" cy="208200"/>
          </a:xfrm>
          <a:prstGeom prst="straightConnector1">
            <a:avLst/>
          </a:prstGeom>
          <a:noFill/>
          <a:ln cap="flat" cmpd="sng" w="19050">
            <a:solidFill>
              <a:schemeClr val="accent6"/>
            </a:solidFill>
            <a:prstDash val="solid"/>
            <a:round/>
            <a:headEnd len="med" w="med" type="none"/>
            <a:tailEnd len="med" w="med" type="triangle"/>
          </a:ln>
        </p:spPr>
      </p:cxnSp>
      <p:sp>
        <p:nvSpPr>
          <p:cNvPr id="419" name="Google Shape;419;p56"/>
          <p:cNvSpPr txBox="1"/>
          <p:nvPr>
            <p:ph idx="1" type="body"/>
          </p:nvPr>
        </p:nvSpPr>
        <p:spPr>
          <a:xfrm>
            <a:off x="838250" y="2355300"/>
            <a:ext cx="5899500" cy="9903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100"/>
              <a:t>In questo esempio abbiamo 0 modifiche da scaricare (Pull) e una modifica da caricare (Push)</a:t>
            </a:r>
            <a:endParaRPr sz="1100"/>
          </a:p>
          <a:p>
            <a:pPr indent="0" lvl="0" marL="0" rtl="0" algn="l">
              <a:spcBef>
                <a:spcPts val="1000"/>
              </a:spcBef>
              <a:spcAft>
                <a:spcPts val="1000"/>
              </a:spcAft>
              <a:buNone/>
            </a:pPr>
            <a:r>
              <a:rPr lang="en" sz="1100"/>
              <a:t>Possiamo sincronizzare lo stato cliccando sull’indicatore. Questo farà Pull e Push in automatico e, salvo conflitti, sincronizzare i due repository</a:t>
            </a:r>
            <a:endParaRPr sz="1100"/>
          </a:p>
        </p:txBody>
      </p:sp>
      <p:sp>
        <p:nvSpPr>
          <p:cNvPr id="420" name="Google Shape;420;p56">
            <a:hlinkClick r:id="rId4"/>
          </p:cNvPr>
          <p:cNvSpPr/>
          <p:nvPr/>
        </p:nvSpPr>
        <p:spPr>
          <a:xfrm>
            <a:off x="0" y="5092700"/>
            <a:ext cx="7543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24" name="Shape 424"/>
        <p:cNvGrpSpPr/>
        <p:nvPr/>
      </p:nvGrpSpPr>
      <p:grpSpPr>
        <a:xfrm>
          <a:off x="0" y="0"/>
          <a:ext cx="0" cy="0"/>
          <a:chOff x="0" y="0"/>
          <a:chExt cx="0" cy="0"/>
        </a:xfrm>
      </p:grpSpPr>
      <p:sp>
        <p:nvSpPr>
          <p:cNvPr id="425" name="Google Shape;425;p5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5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Risolvere conflitti di Merge</a:t>
            </a:r>
            <a:endParaRPr>
              <a:solidFill>
                <a:srgbClr val="999999"/>
              </a:solidFill>
            </a:endParaRPr>
          </a:p>
        </p:txBody>
      </p:sp>
      <p:sp>
        <p:nvSpPr>
          <p:cNvPr id="427" name="Google Shape;427;p57"/>
          <p:cNvSpPr txBox="1"/>
          <p:nvPr>
            <p:ph idx="1" type="body"/>
          </p:nvPr>
        </p:nvSpPr>
        <p:spPr>
          <a:xfrm>
            <a:off x="838250" y="1504950"/>
            <a:ext cx="5899500" cy="1441800"/>
          </a:xfrm>
          <a:prstGeom prst="rect">
            <a:avLst/>
          </a:prstGeom>
        </p:spPr>
        <p:txBody>
          <a:bodyPr anchorCtr="0" anchor="t" bIns="91425" lIns="91425" spcFirstLastPara="1" rIns="91425" wrap="square" tIns="91425">
            <a:spAutoFit/>
          </a:bodyPr>
          <a:lstStyle/>
          <a:p>
            <a:pPr indent="0" lvl="0" marL="0" rtl="0" algn="l">
              <a:spcBef>
                <a:spcPts val="1000"/>
              </a:spcBef>
              <a:spcAft>
                <a:spcPts val="0"/>
              </a:spcAft>
              <a:buNone/>
            </a:pPr>
            <a:r>
              <a:rPr lang="en" sz="1300"/>
              <a:t>Se qualcuno effettua delle modifiche sullo stesso file alla stessa riga è possibile che Git non sia in grado di risolverlo autonomamente</a:t>
            </a:r>
            <a:endParaRPr sz="1300"/>
          </a:p>
          <a:p>
            <a:pPr indent="0" lvl="0" marL="0" rtl="0" algn="l">
              <a:spcBef>
                <a:spcPts val="1000"/>
              </a:spcBef>
              <a:spcAft>
                <a:spcPts val="0"/>
              </a:spcAft>
              <a:buNone/>
            </a:pPr>
            <a:r>
              <a:rPr lang="en" sz="1300"/>
              <a:t>Nel momento in cui tenteremo di effettuare la sincronizzazione ci verrà segnalato che è necessario risolvere manualmente il conflitto</a:t>
            </a:r>
            <a:endParaRPr sz="1300"/>
          </a:p>
          <a:p>
            <a:pPr indent="0" lvl="0" marL="0" rtl="0" algn="l">
              <a:spcBef>
                <a:spcPts val="1000"/>
              </a:spcBef>
              <a:spcAft>
                <a:spcPts val="1000"/>
              </a:spcAft>
              <a:buNone/>
            </a:pPr>
            <a:r>
              <a:rPr lang="en" sz="1300"/>
              <a:t>Esistono due modi per risolvere i conflitti</a:t>
            </a:r>
            <a:endParaRPr sz="1300"/>
          </a:p>
        </p:txBody>
      </p:sp>
      <p:sp>
        <p:nvSpPr>
          <p:cNvPr id="428" name="Google Shape;428;p57">
            <a:hlinkClick r:id="rId3"/>
          </p:cNvPr>
          <p:cNvSpPr/>
          <p:nvPr/>
        </p:nvSpPr>
        <p:spPr>
          <a:xfrm>
            <a:off x="0" y="5092700"/>
            <a:ext cx="7772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32" name="Shape 432"/>
        <p:cNvGrpSpPr/>
        <p:nvPr/>
      </p:nvGrpSpPr>
      <p:grpSpPr>
        <a:xfrm>
          <a:off x="0" y="0"/>
          <a:ext cx="0" cy="0"/>
          <a:chOff x="0" y="0"/>
          <a:chExt cx="0" cy="0"/>
        </a:xfrm>
      </p:grpSpPr>
      <p:sp>
        <p:nvSpPr>
          <p:cNvPr id="433" name="Google Shape;433;p5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58"/>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Risolvere inline</a:t>
            </a:r>
            <a:endParaRPr>
              <a:solidFill>
                <a:srgbClr val="999999"/>
              </a:solidFill>
            </a:endParaRPr>
          </a:p>
        </p:txBody>
      </p:sp>
      <p:pic>
        <p:nvPicPr>
          <p:cNvPr id="435" name="Google Shape;435;p58"/>
          <p:cNvPicPr preferRelativeResize="0"/>
          <p:nvPr/>
        </p:nvPicPr>
        <p:blipFill rotWithShape="1">
          <a:blip r:embed="rId3">
            <a:alphaModFix/>
          </a:blip>
          <a:srcRect b="0" l="3298" r="3288" t="0"/>
          <a:stretch/>
        </p:blipFill>
        <p:spPr>
          <a:xfrm>
            <a:off x="838350" y="1379200"/>
            <a:ext cx="6282199" cy="3819025"/>
          </a:xfrm>
          <a:prstGeom prst="rect">
            <a:avLst/>
          </a:prstGeom>
          <a:noFill/>
          <a:ln>
            <a:noFill/>
          </a:ln>
        </p:spPr>
      </p:pic>
      <p:cxnSp>
        <p:nvCxnSpPr>
          <p:cNvPr id="436" name="Google Shape;436;p58"/>
          <p:cNvCxnSpPr/>
          <p:nvPr/>
        </p:nvCxnSpPr>
        <p:spPr>
          <a:xfrm flipH="1">
            <a:off x="5375750" y="1305900"/>
            <a:ext cx="144300" cy="681300"/>
          </a:xfrm>
          <a:prstGeom prst="straightConnector1">
            <a:avLst/>
          </a:prstGeom>
          <a:noFill/>
          <a:ln cap="flat" cmpd="sng" w="19050">
            <a:solidFill>
              <a:schemeClr val="accent6"/>
            </a:solidFill>
            <a:prstDash val="solid"/>
            <a:round/>
            <a:headEnd len="med" w="med" type="none"/>
            <a:tailEnd len="med" w="med" type="triangle"/>
          </a:ln>
        </p:spPr>
      </p:cxnSp>
      <p:sp>
        <p:nvSpPr>
          <p:cNvPr id="437" name="Google Shape;437;p58"/>
          <p:cNvSpPr/>
          <p:nvPr/>
        </p:nvSpPr>
        <p:spPr>
          <a:xfrm>
            <a:off x="3461050" y="1986900"/>
            <a:ext cx="2964300" cy="1683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438" name="Google Shape;438;p58"/>
          <p:cNvSpPr txBox="1"/>
          <p:nvPr>
            <p:ph idx="1" type="body"/>
          </p:nvPr>
        </p:nvSpPr>
        <p:spPr>
          <a:xfrm>
            <a:off x="0" y="2308125"/>
            <a:ext cx="1329900" cy="323100"/>
          </a:xfrm>
          <a:prstGeom prst="rect">
            <a:avLst/>
          </a:prstGeom>
          <a:solidFill>
            <a:srgbClr val="FFFFFF"/>
          </a:solidFill>
        </p:spPr>
        <p:txBody>
          <a:bodyPr anchorCtr="0" anchor="t" bIns="91425" lIns="91425" spcFirstLastPara="1" rIns="91425" wrap="square" tIns="91425">
            <a:spAutoFit/>
          </a:bodyPr>
          <a:lstStyle/>
          <a:p>
            <a:pPr indent="0" lvl="0" marL="0" rtl="0" algn="l">
              <a:spcBef>
                <a:spcPts val="1000"/>
              </a:spcBef>
              <a:spcAft>
                <a:spcPts val="1000"/>
              </a:spcAft>
              <a:buNone/>
            </a:pPr>
            <a:r>
              <a:rPr lang="en" sz="900"/>
              <a:t>Modifiche locali</a:t>
            </a:r>
            <a:endParaRPr sz="900"/>
          </a:p>
        </p:txBody>
      </p:sp>
      <p:cxnSp>
        <p:nvCxnSpPr>
          <p:cNvPr id="439" name="Google Shape;439;p58"/>
          <p:cNvCxnSpPr/>
          <p:nvPr/>
        </p:nvCxnSpPr>
        <p:spPr>
          <a:xfrm>
            <a:off x="1001450" y="2467575"/>
            <a:ext cx="2459700" cy="4200"/>
          </a:xfrm>
          <a:prstGeom prst="straightConnector1">
            <a:avLst/>
          </a:prstGeom>
          <a:noFill/>
          <a:ln cap="flat" cmpd="sng" w="19050">
            <a:solidFill>
              <a:schemeClr val="accent6"/>
            </a:solidFill>
            <a:prstDash val="solid"/>
            <a:round/>
            <a:headEnd len="med" w="med" type="none"/>
            <a:tailEnd len="med" w="med" type="triangle"/>
          </a:ln>
        </p:spPr>
      </p:cxnSp>
      <p:sp>
        <p:nvSpPr>
          <p:cNvPr id="440" name="Google Shape;440;p58"/>
          <p:cNvSpPr txBox="1"/>
          <p:nvPr>
            <p:ph idx="1" type="body"/>
          </p:nvPr>
        </p:nvSpPr>
        <p:spPr>
          <a:xfrm>
            <a:off x="0" y="3005150"/>
            <a:ext cx="1329900" cy="323100"/>
          </a:xfrm>
          <a:prstGeom prst="rect">
            <a:avLst/>
          </a:prstGeom>
          <a:solidFill>
            <a:srgbClr val="FFFFFF"/>
          </a:solidFill>
        </p:spPr>
        <p:txBody>
          <a:bodyPr anchorCtr="0" anchor="t" bIns="91425" lIns="91425" spcFirstLastPara="1" rIns="91425" wrap="square" tIns="91425">
            <a:spAutoFit/>
          </a:bodyPr>
          <a:lstStyle/>
          <a:p>
            <a:pPr indent="0" lvl="0" marL="0" rtl="0" algn="l">
              <a:spcBef>
                <a:spcPts val="1000"/>
              </a:spcBef>
              <a:spcAft>
                <a:spcPts val="1000"/>
              </a:spcAft>
              <a:buNone/>
            </a:pPr>
            <a:r>
              <a:rPr lang="en" sz="900"/>
              <a:t>Modifiche remote</a:t>
            </a:r>
            <a:endParaRPr sz="900"/>
          </a:p>
        </p:txBody>
      </p:sp>
      <p:cxnSp>
        <p:nvCxnSpPr>
          <p:cNvPr id="441" name="Google Shape;441;p58"/>
          <p:cNvCxnSpPr/>
          <p:nvPr/>
        </p:nvCxnSpPr>
        <p:spPr>
          <a:xfrm flipH="1" rot="10800000">
            <a:off x="1137650" y="3168725"/>
            <a:ext cx="2323500" cy="3900"/>
          </a:xfrm>
          <a:prstGeom prst="straightConnector1">
            <a:avLst/>
          </a:prstGeom>
          <a:noFill/>
          <a:ln cap="flat" cmpd="sng" w="19050">
            <a:solidFill>
              <a:schemeClr val="accent6"/>
            </a:solidFill>
            <a:prstDash val="solid"/>
            <a:round/>
            <a:headEnd len="med" w="med" type="none"/>
            <a:tailEnd len="med" w="med" type="triangle"/>
          </a:ln>
        </p:spPr>
      </p:cxnSp>
      <p:sp>
        <p:nvSpPr>
          <p:cNvPr id="442" name="Google Shape;442;p58">
            <a:hlinkClick r:id="rId4"/>
          </p:cNvPr>
          <p:cNvSpPr/>
          <p:nvPr/>
        </p:nvSpPr>
        <p:spPr>
          <a:xfrm>
            <a:off x="0" y="5092700"/>
            <a:ext cx="8001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46" name="Shape 446"/>
        <p:cNvGrpSpPr/>
        <p:nvPr/>
      </p:nvGrpSpPr>
      <p:grpSpPr>
        <a:xfrm>
          <a:off x="0" y="0"/>
          <a:ext cx="0" cy="0"/>
          <a:chOff x="0" y="0"/>
          <a:chExt cx="0" cy="0"/>
        </a:xfrm>
      </p:grpSpPr>
      <p:sp>
        <p:nvSpPr>
          <p:cNvPr id="447" name="Google Shape;447;p5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59"/>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Risolvere nel Merge Editor</a:t>
            </a:r>
            <a:endParaRPr>
              <a:solidFill>
                <a:srgbClr val="999999"/>
              </a:solidFill>
            </a:endParaRPr>
          </a:p>
        </p:txBody>
      </p:sp>
      <p:pic>
        <p:nvPicPr>
          <p:cNvPr id="449" name="Google Shape;449;p59"/>
          <p:cNvPicPr preferRelativeResize="0"/>
          <p:nvPr/>
        </p:nvPicPr>
        <p:blipFill rotWithShape="1">
          <a:blip r:embed="rId3">
            <a:alphaModFix/>
          </a:blip>
          <a:srcRect b="0" l="3454" r="3454" t="0"/>
          <a:stretch/>
        </p:blipFill>
        <p:spPr>
          <a:xfrm>
            <a:off x="838350" y="1379200"/>
            <a:ext cx="6282199" cy="3819024"/>
          </a:xfrm>
          <a:prstGeom prst="rect">
            <a:avLst/>
          </a:prstGeom>
          <a:noFill/>
          <a:ln>
            <a:noFill/>
          </a:ln>
        </p:spPr>
      </p:pic>
      <p:cxnSp>
        <p:nvCxnSpPr>
          <p:cNvPr id="450" name="Google Shape;450;p59"/>
          <p:cNvCxnSpPr>
            <a:endCxn id="451" idx="0"/>
          </p:cNvCxnSpPr>
          <p:nvPr/>
        </p:nvCxnSpPr>
        <p:spPr>
          <a:xfrm flipH="1">
            <a:off x="6165100" y="1906625"/>
            <a:ext cx="92100" cy="283200"/>
          </a:xfrm>
          <a:prstGeom prst="straightConnector1">
            <a:avLst/>
          </a:prstGeom>
          <a:noFill/>
          <a:ln cap="flat" cmpd="sng" w="19050">
            <a:solidFill>
              <a:schemeClr val="accent6"/>
            </a:solidFill>
            <a:prstDash val="solid"/>
            <a:round/>
            <a:headEnd len="med" w="med" type="none"/>
            <a:tailEnd len="med" w="med" type="triangle"/>
          </a:ln>
        </p:spPr>
      </p:cxnSp>
      <p:sp>
        <p:nvSpPr>
          <p:cNvPr id="452" name="Google Shape;452;p59"/>
          <p:cNvSpPr/>
          <p:nvPr/>
        </p:nvSpPr>
        <p:spPr>
          <a:xfrm>
            <a:off x="3461150" y="2189825"/>
            <a:ext cx="1498200" cy="1683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453" name="Google Shape;453;p59"/>
          <p:cNvSpPr txBox="1"/>
          <p:nvPr>
            <p:ph idx="1" type="body"/>
          </p:nvPr>
        </p:nvSpPr>
        <p:spPr>
          <a:xfrm>
            <a:off x="5758600" y="1493000"/>
            <a:ext cx="1329900" cy="323100"/>
          </a:xfrm>
          <a:prstGeom prst="rect">
            <a:avLst/>
          </a:prstGeom>
          <a:solidFill>
            <a:srgbClr val="FFFFFF"/>
          </a:solidFill>
        </p:spPr>
        <p:txBody>
          <a:bodyPr anchorCtr="0" anchor="t" bIns="91425" lIns="91425" spcFirstLastPara="1" rIns="91425" wrap="square" tIns="91425">
            <a:spAutoFit/>
          </a:bodyPr>
          <a:lstStyle/>
          <a:p>
            <a:pPr indent="0" lvl="0" marL="0" rtl="0" algn="l">
              <a:spcBef>
                <a:spcPts val="1000"/>
              </a:spcBef>
              <a:spcAft>
                <a:spcPts val="1000"/>
              </a:spcAft>
              <a:buNone/>
            </a:pPr>
            <a:r>
              <a:rPr lang="en" sz="900"/>
              <a:t>Modifiche locali</a:t>
            </a:r>
            <a:endParaRPr sz="900"/>
          </a:p>
        </p:txBody>
      </p:sp>
      <p:sp>
        <p:nvSpPr>
          <p:cNvPr id="454" name="Google Shape;454;p59"/>
          <p:cNvSpPr txBox="1"/>
          <p:nvPr>
            <p:ph idx="1" type="body"/>
          </p:nvPr>
        </p:nvSpPr>
        <p:spPr>
          <a:xfrm>
            <a:off x="3781500" y="1434850"/>
            <a:ext cx="1329900" cy="323100"/>
          </a:xfrm>
          <a:prstGeom prst="rect">
            <a:avLst/>
          </a:prstGeom>
          <a:solidFill>
            <a:srgbClr val="FFFFFF"/>
          </a:solidFill>
        </p:spPr>
        <p:txBody>
          <a:bodyPr anchorCtr="0" anchor="t" bIns="91425" lIns="91425" spcFirstLastPara="1" rIns="91425" wrap="square" tIns="91425">
            <a:spAutoFit/>
          </a:bodyPr>
          <a:lstStyle/>
          <a:p>
            <a:pPr indent="0" lvl="0" marL="0" rtl="0" algn="l">
              <a:spcBef>
                <a:spcPts val="1000"/>
              </a:spcBef>
              <a:spcAft>
                <a:spcPts val="1000"/>
              </a:spcAft>
              <a:buNone/>
            </a:pPr>
            <a:r>
              <a:rPr lang="en" sz="900"/>
              <a:t>Modifiche remote</a:t>
            </a:r>
            <a:endParaRPr sz="900"/>
          </a:p>
        </p:txBody>
      </p:sp>
      <p:sp>
        <p:nvSpPr>
          <p:cNvPr id="451" name="Google Shape;451;p59"/>
          <p:cNvSpPr/>
          <p:nvPr/>
        </p:nvSpPr>
        <p:spPr>
          <a:xfrm>
            <a:off x="5416000" y="2189825"/>
            <a:ext cx="1498200" cy="1683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cxnSp>
        <p:nvCxnSpPr>
          <p:cNvPr id="455" name="Google Shape;455;p59"/>
          <p:cNvCxnSpPr>
            <a:endCxn id="452" idx="0"/>
          </p:cNvCxnSpPr>
          <p:nvPr/>
        </p:nvCxnSpPr>
        <p:spPr>
          <a:xfrm flipH="1">
            <a:off x="4210250" y="1813625"/>
            <a:ext cx="72300" cy="376200"/>
          </a:xfrm>
          <a:prstGeom prst="straightConnector1">
            <a:avLst/>
          </a:prstGeom>
          <a:noFill/>
          <a:ln cap="flat" cmpd="sng" w="19050">
            <a:solidFill>
              <a:schemeClr val="accent6"/>
            </a:solidFill>
            <a:prstDash val="solid"/>
            <a:round/>
            <a:headEnd len="med" w="med" type="none"/>
            <a:tailEnd len="med" w="med" type="triangle"/>
          </a:ln>
        </p:spPr>
      </p:cxnSp>
      <p:sp>
        <p:nvSpPr>
          <p:cNvPr id="456" name="Google Shape;456;p59"/>
          <p:cNvSpPr txBox="1"/>
          <p:nvPr>
            <p:ph idx="1" type="body"/>
          </p:nvPr>
        </p:nvSpPr>
        <p:spPr>
          <a:xfrm>
            <a:off x="1217750" y="3231525"/>
            <a:ext cx="1329900" cy="323100"/>
          </a:xfrm>
          <a:prstGeom prst="rect">
            <a:avLst/>
          </a:prstGeom>
          <a:solidFill>
            <a:srgbClr val="FFFFFF"/>
          </a:solidFill>
        </p:spPr>
        <p:txBody>
          <a:bodyPr anchorCtr="0" anchor="t" bIns="91425" lIns="91425" spcFirstLastPara="1" rIns="91425" wrap="square" tIns="91425">
            <a:spAutoFit/>
          </a:bodyPr>
          <a:lstStyle/>
          <a:p>
            <a:pPr indent="0" lvl="0" marL="0" rtl="0" algn="l">
              <a:spcBef>
                <a:spcPts val="1000"/>
              </a:spcBef>
              <a:spcAft>
                <a:spcPts val="1000"/>
              </a:spcAft>
              <a:buNone/>
            </a:pPr>
            <a:r>
              <a:rPr lang="en" sz="900"/>
              <a:t>Risultato del merge</a:t>
            </a:r>
            <a:endParaRPr sz="900"/>
          </a:p>
        </p:txBody>
      </p:sp>
      <p:cxnSp>
        <p:nvCxnSpPr>
          <p:cNvPr id="457" name="Google Shape;457;p59"/>
          <p:cNvCxnSpPr>
            <a:stCxn id="456" idx="3"/>
          </p:cNvCxnSpPr>
          <p:nvPr/>
        </p:nvCxnSpPr>
        <p:spPr>
          <a:xfrm>
            <a:off x="2547650" y="3393075"/>
            <a:ext cx="913500" cy="0"/>
          </a:xfrm>
          <a:prstGeom prst="straightConnector1">
            <a:avLst/>
          </a:prstGeom>
          <a:noFill/>
          <a:ln cap="flat" cmpd="sng" w="19050">
            <a:solidFill>
              <a:schemeClr val="accent6"/>
            </a:solidFill>
            <a:prstDash val="solid"/>
            <a:round/>
            <a:headEnd len="med" w="med" type="none"/>
            <a:tailEnd len="med" w="med" type="triangle"/>
          </a:ln>
        </p:spPr>
      </p:cxnSp>
      <p:sp>
        <p:nvSpPr>
          <p:cNvPr id="458" name="Google Shape;458;p59">
            <a:hlinkClick r:id="rId4"/>
          </p:cNvPr>
          <p:cNvSpPr/>
          <p:nvPr/>
        </p:nvSpPr>
        <p:spPr>
          <a:xfrm>
            <a:off x="0" y="5092700"/>
            <a:ext cx="8229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62" name="Shape 462"/>
        <p:cNvGrpSpPr/>
        <p:nvPr/>
      </p:nvGrpSpPr>
      <p:grpSpPr>
        <a:xfrm>
          <a:off x="0" y="0"/>
          <a:ext cx="0" cy="0"/>
          <a:chOff x="0" y="0"/>
          <a:chExt cx="0" cy="0"/>
        </a:xfrm>
      </p:grpSpPr>
      <p:sp>
        <p:nvSpPr>
          <p:cNvPr id="463" name="Google Shape;463;p6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Risolvere nel Merge Editor</a:t>
            </a:r>
            <a:endParaRPr>
              <a:solidFill>
                <a:srgbClr val="999999"/>
              </a:solidFill>
            </a:endParaRPr>
          </a:p>
        </p:txBody>
      </p:sp>
      <p:sp>
        <p:nvSpPr>
          <p:cNvPr id="465" name="Google Shape;465;p60"/>
          <p:cNvSpPr txBox="1"/>
          <p:nvPr>
            <p:ph idx="1" type="body"/>
          </p:nvPr>
        </p:nvSpPr>
        <p:spPr>
          <a:xfrm>
            <a:off x="838250" y="1504950"/>
            <a:ext cx="5899500" cy="11853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300"/>
              <a:t>In entrambi i casi, una volta editato il file per risolvere il merge, sarà necessario fare un commit per confermare le modifiche. Per convenzione i messaggi del commit relativo al Merge contengono il Branch che sta subendo il merge. Il consiglio è di utilizzare il messaggio di default di VS Code</a:t>
            </a:r>
            <a:endParaRPr sz="1300"/>
          </a:p>
        </p:txBody>
      </p:sp>
      <p:sp>
        <p:nvSpPr>
          <p:cNvPr id="466" name="Google Shape;466;p60">
            <a:hlinkClick r:id="rId3"/>
          </p:cNvPr>
          <p:cNvSpPr/>
          <p:nvPr/>
        </p:nvSpPr>
        <p:spPr>
          <a:xfrm>
            <a:off x="0" y="5092700"/>
            <a:ext cx="8458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70" name="Shape 470"/>
        <p:cNvGrpSpPr/>
        <p:nvPr/>
      </p:nvGrpSpPr>
      <p:grpSpPr>
        <a:xfrm>
          <a:off x="0" y="0"/>
          <a:ext cx="0" cy="0"/>
          <a:chOff x="0" y="0"/>
          <a:chExt cx="0" cy="0"/>
        </a:xfrm>
      </p:grpSpPr>
      <p:sp>
        <p:nvSpPr>
          <p:cNvPr id="471" name="Google Shape;471;p6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61"/>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La history</a:t>
            </a:r>
            <a:endParaRPr>
              <a:solidFill>
                <a:srgbClr val="999999"/>
              </a:solidFill>
            </a:endParaRPr>
          </a:p>
        </p:txBody>
      </p:sp>
      <p:sp>
        <p:nvSpPr>
          <p:cNvPr id="473" name="Google Shape;473;p61"/>
          <p:cNvSpPr txBox="1"/>
          <p:nvPr>
            <p:ph idx="1" type="body"/>
          </p:nvPr>
        </p:nvSpPr>
        <p:spPr>
          <a:xfrm>
            <a:off x="838250" y="1504950"/>
            <a:ext cx="5899500" cy="7851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300"/>
              <a:t>Da VS Code non è possibile vedere la storia delle modifiche del repository, ma accedendo alla pagina di Github relativa al repository, è possibile vedere il numero di commit e le ultime modifiche</a:t>
            </a:r>
            <a:endParaRPr sz="1300"/>
          </a:p>
        </p:txBody>
      </p:sp>
      <p:pic>
        <p:nvPicPr>
          <p:cNvPr id="474" name="Google Shape;474;p61"/>
          <p:cNvPicPr preferRelativeResize="0"/>
          <p:nvPr/>
        </p:nvPicPr>
        <p:blipFill>
          <a:blip r:embed="rId3">
            <a:alphaModFix/>
          </a:blip>
          <a:stretch>
            <a:fillRect/>
          </a:stretch>
        </p:blipFill>
        <p:spPr>
          <a:xfrm>
            <a:off x="942400" y="2290050"/>
            <a:ext cx="5899498" cy="1473294"/>
          </a:xfrm>
          <a:prstGeom prst="rect">
            <a:avLst/>
          </a:prstGeom>
          <a:noFill/>
          <a:ln>
            <a:noFill/>
          </a:ln>
        </p:spPr>
      </p:pic>
      <p:cxnSp>
        <p:nvCxnSpPr>
          <p:cNvPr id="475" name="Google Shape;475;p61"/>
          <p:cNvCxnSpPr/>
          <p:nvPr/>
        </p:nvCxnSpPr>
        <p:spPr>
          <a:xfrm rot="10800000">
            <a:off x="6377425" y="3391025"/>
            <a:ext cx="15900" cy="542700"/>
          </a:xfrm>
          <a:prstGeom prst="straightConnector1">
            <a:avLst/>
          </a:prstGeom>
          <a:noFill/>
          <a:ln cap="flat" cmpd="sng" w="19050">
            <a:solidFill>
              <a:schemeClr val="accent6"/>
            </a:solidFill>
            <a:prstDash val="solid"/>
            <a:round/>
            <a:headEnd len="med" w="med" type="none"/>
            <a:tailEnd len="med" w="med" type="triangle"/>
          </a:ln>
        </p:spPr>
      </p:cxnSp>
      <p:cxnSp>
        <p:nvCxnSpPr>
          <p:cNvPr id="476" name="Google Shape;476;p61"/>
          <p:cNvCxnSpPr/>
          <p:nvPr/>
        </p:nvCxnSpPr>
        <p:spPr>
          <a:xfrm rot="10800000">
            <a:off x="5680400" y="3391025"/>
            <a:ext cx="15900" cy="542700"/>
          </a:xfrm>
          <a:prstGeom prst="straightConnector1">
            <a:avLst/>
          </a:prstGeom>
          <a:noFill/>
          <a:ln cap="flat" cmpd="sng" w="19050">
            <a:solidFill>
              <a:schemeClr val="accent6"/>
            </a:solidFill>
            <a:prstDash val="solid"/>
            <a:round/>
            <a:headEnd len="med" w="med" type="none"/>
            <a:tailEnd len="med" w="med" type="triangle"/>
          </a:ln>
        </p:spPr>
      </p:cxnSp>
      <p:sp>
        <p:nvSpPr>
          <p:cNvPr id="477" name="Google Shape;477;p61"/>
          <p:cNvSpPr txBox="1"/>
          <p:nvPr>
            <p:ph idx="1" type="body"/>
          </p:nvPr>
        </p:nvSpPr>
        <p:spPr>
          <a:xfrm>
            <a:off x="838250" y="3995675"/>
            <a:ext cx="5899500" cy="585000"/>
          </a:xfrm>
          <a:prstGeom prst="rect">
            <a:avLst/>
          </a:prstGeom>
        </p:spPr>
        <p:txBody>
          <a:bodyPr anchorCtr="0" anchor="t" bIns="91425" lIns="91425" spcFirstLastPara="1" rIns="91425" wrap="square" tIns="91425">
            <a:spAutoFit/>
          </a:bodyPr>
          <a:lstStyle/>
          <a:p>
            <a:pPr indent="0" lvl="0" marL="0" rtl="0" algn="l">
              <a:spcBef>
                <a:spcPts val="1000"/>
              </a:spcBef>
              <a:spcAft>
                <a:spcPts val="1000"/>
              </a:spcAft>
              <a:buNone/>
            </a:pPr>
            <a:r>
              <a:rPr lang="en" sz="1300"/>
              <a:t>Cliccando sui commit è possibile visualizzare tutte le modifiche e tutta la storia relativa al branch</a:t>
            </a:r>
            <a:endParaRPr sz="1300"/>
          </a:p>
        </p:txBody>
      </p:sp>
      <p:sp>
        <p:nvSpPr>
          <p:cNvPr id="478" name="Google Shape;478;p61">
            <a:hlinkClick r:id="rId4"/>
          </p:cNvPr>
          <p:cNvSpPr/>
          <p:nvPr/>
        </p:nvSpPr>
        <p:spPr>
          <a:xfrm>
            <a:off x="0" y="5092700"/>
            <a:ext cx="8686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82" name="Shape 482"/>
        <p:cNvGrpSpPr/>
        <p:nvPr/>
      </p:nvGrpSpPr>
      <p:grpSpPr>
        <a:xfrm>
          <a:off x="0" y="0"/>
          <a:ext cx="0" cy="0"/>
          <a:chOff x="0" y="0"/>
          <a:chExt cx="0" cy="0"/>
        </a:xfrm>
      </p:grpSpPr>
      <p:sp>
        <p:nvSpPr>
          <p:cNvPr id="483" name="Google Shape;483;p6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62"/>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Un po’ di reference</a:t>
            </a:r>
            <a:endParaRPr>
              <a:solidFill>
                <a:srgbClr val="999999"/>
              </a:solidFill>
            </a:endParaRPr>
          </a:p>
        </p:txBody>
      </p:sp>
      <p:sp>
        <p:nvSpPr>
          <p:cNvPr id="485" name="Google Shape;485;p62"/>
          <p:cNvSpPr txBox="1"/>
          <p:nvPr>
            <p:ph idx="1" type="body"/>
          </p:nvPr>
        </p:nvSpPr>
        <p:spPr>
          <a:xfrm>
            <a:off x="838250" y="1504950"/>
            <a:ext cx="53241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b="1" lang="en" sz="1300"/>
              <a:t>Tutorial interattivo</a:t>
            </a:r>
            <a:br>
              <a:rPr b="1" lang="en" sz="1300"/>
            </a:br>
            <a:r>
              <a:rPr lang="en" sz="1300" u="sng">
                <a:solidFill>
                  <a:schemeClr val="hlink"/>
                </a:solidFill>
                <a:hlinkClick r:id="rId3"/>
              </a:rPr>
              <a:t>https://learngitbranching.js.org/?locale=it_IT</a:t>
            </a:r>
            <a:endParaRPr sz="1300"/>
          </a:p>
        </p:txBody>
      </p:sp>
      <p:sp>
        <p:nvSpPr>
          <p:cNvPr id="486" name="Google Shape;486;p62"/>
          <p:cNvSpPr txBox="1"/>
          <p:nvPr>
            <p:ph idx="1" type="body"/>
          </p:nvPr>
        </p:nvSpPr>
        <p:spPr>
          <a:xfrm>
            <a:off x="838250" y="2089950"/>
            <a:ext cx="53241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b="1" lang="en" sz="1300"/>
              <a:t>VS Code e Git</a:t>
            </a:r>
            <a:br>
              <a:rPr b="1" lang="en" sz="1300"/>
            </a:br>
            <a:r>
              <a:rPr lang="en" sz="1300" u="sng">
                <a:solidFill>
                  <a:schemeClr val="hlink"/>
                </a:solidFill>
                <a:hlinkClick r:id="rId4"/>
              </a:rPr>
              <a:t>https://code.visualstudio.com/docs/sourcecontrol/overview</a:t>
            </a:r>
            <a:endParaRPr sz="1300"/>
          </a:p>
        </p:txBody>
      </p:sp>
      <p:sp>
        <p:nvSpPr>
          <p:cNvPr id="487" name="Google Shape;487;p62">
            <a:hlinkClick r:id="rId5"/>
          </p:cNvPr>
          <p:cNvSpPr/>
          <p:nvPr/>
        </p:nvSpPr>
        <p:spPr>
          <a:xfrm>
            <a:off x="0" y="5092700"/>
            <a:ext cx="8915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62"/>
          <p:cNvSpPr txBox="1"/>
          <p:nvPr>
            <p:ph idx="1" type="body"/>
          </p:nvPr>
        </p:nvSpPr>
        <p:spPr>
          <a:xfrm>
            <a:off x="838250" y="2645025"/>
            <a:ext cx="53241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b="1" lang="en" sz="1300"/>
              <a:t>Git cheat sheet</a:t>
            </a:r>
            <a:br>
              <a:rPr b="1" lang="en" sz="1300"/>
            </a:br>
            <a:r>
              <a:rPr lang="en" sz="1300" u="sng">
                <a:solidFill>
                  <a:schemeClr val="hlink"/>
                </a:solidFill>
                <a:hlinkClick r:id="rId6"/>
              </a:rPr>
              <a:t>https://education.github.com/git-cheat-sheet-education.pdf</a:t>
            </a:r>
            <a:endParaRPr sz="13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92" name="Shape 492"/>
        <p:cNvGrpSpPr/>
        <p:nvPr/>
      </p:nvGrpSpPr>
      <p:grpSpPr>
        <a:xfrm>
          <a:off x="0" y="0"/>
          <a:ext cx="0" cy="0"/>
          <a:chOff x="0" y="0"/>
          <a:chExt cx="0" cy="0"/>
        </a:xfrm>
      </p:grpSpPr>
      <p:sp>
        <p:nvSpPr>
          <p:cNvPr id="493" name="Google Shape;493;p63"/>
          <p:cNvSpPr txBox="1"/>
          <p:nvPr>
            <p:ph type="ctrTitle"/>
          </p:nvPr>
        </p:nvSpPr>
        <p:spPr>
          <a:xfrm>
            <a:off x="648300" y="3175950"/>
            <a:ext cx="4229100" cy="118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FINE</a:t>
            </a:r>
            <a:endParaRPr sz="3000"/>
          </a:p>
        </p:txBody>
      </p:sp>
      <p:grpSp>
        <p:nvGrpSpPr>
          <p:cNvPr id="494" name="Google Shape;494;p63"/>
          <p:cNvGrpSpPr/>
          <p:nvPr/>
        </p:nvGrpSpPr>
        <p:grpSpPr>
          <a:xfrm>
            <a:off x="770812" y="2018590"/>
            <a:ext cx="387933" cy="367467"/>
            <a:chOff x="2583100" y="2973775"/>
            <a:chExt cx="461550" cy="437200"/>
          </a:xfrm>
        </p:grpSpPr>
        <p:sp>
          <p:nvSpPr>
            <p:cNvPr id="495" name="Google Shape;495;p63"/>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3"/>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97" name="Google Shape;497;p63"/>
          <p:cNvCxnSpPr/>
          <p:nvPr/>
        </p:nvCxnSpPr>
        <p:spPr>
          <a:xfrm>
            <a:off x="754150" y="2784125"/>
            <a:ext cx="1516800" cy="0"/>
          </a:xfrm>
          <a:prstGeom prst="straightConnector1">
            <a:avLst/>
          </a:prstGeom>
          <a:noFill/>
          <a:ln cap="flat" cmpd="sng" w="19050">
            <a:solidFill>
              <a:schemeClr val="dk2"/>
            </a:solidFill>
            <a:prstDash val="solid"/>
            <a:round/>
            <a:headEnd len="med" w="med" type="none"/>
            <a:tailEnd len="med" w="med" type="none"/>
          </a:ln>
        </p:spPr>
      </p:cxnSp>
      <p:sp>
        <p:nvSpPr>
          <p:cNvPr id="498" name="Google Shape;498;p63"/>
          <p:cNvSpPr txBox="1"/>
          <p:nvPr>
            <p:ph type="ctrTitle"/>
          </p:nvPr>
        </p:nvSpPr>
        <p:spPr>
          <a:xfrm>
            <a:off x="682250" y="2416625"/>
            <a:ext cx="1754700" cy="367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200"/>
              <a:t>ESERCITAZIONE 8</a:t>
            </a:r>
            <a:endParaRPr sz="1200"/>
          </a:p>
        </p:txBody>
      </p:sp>
      <p:sp>
        <p:nvSpPr>
          <p:cNvPr id="499" name="Google Shape;499;p63">
            <a:hlinkClick r:id="rId3"/>
          </p:cNvPr>
          <p:cNvSpPr/>
          <p:nvPr/>
        </p:nvSpPr>
        <p:spPr>
          <a:xfrm>
            <a:off x="0" y="5092700"/>
            <a:ext cx="9144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rviragus template">
  <a:themeElements>
    <a:clrScheme name="Custom 347">
      <a:dk1>
        <a:srgbClr val="555555"/>
      </a:dk1>
      <a:lt1>
        <a:srgbClr val="FFFFFF"/>
      </a:lt1>
      <a:dk2>
        <a:srgbClr val="838383"/>
      </a:dk2>
      <a:lt2>
        <a:srgbClr val="FFFFFF"/>
      </a:lt2>
      <a:accent1>
        <a:srgbClr val="5D2C3E"/>
      </a:accent1>
      <a:accent2>
        <a:srgbClr val="EAAD38"/>
      </a:accent2>
      <a:accent3>
        <a:srgbClr val="035162"/>
      </a:accent3>
      <a:accent4>
        <a:srgbClr val="CC0000"/>
      </a:accent4>
      <a:accent5>
        <a:srgbClr val="FF9800"/>
      </a:accent5>
      <a:accent6>
        <a:srgbClr val="FFEB3B"/>
      </a:accent6>
      <a:hlink>
        <a:srgbClr val="2196F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